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2.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3.xml" ContentType="application/vnd.openxmlformats-officedocument.theme+xml"/>
  <Override PartName="/ppt/slideLayouts/slideLayout99.xml" ContentType="application/vnd.openxmlformats-officedocument.presentationml.slideLayout+xml"/>
  <Override PartName="/ppt/theme/theme4.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5.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6.xml" ContentType="application/vnd.openxmlformats-officedocument.theme+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theme/theme7.xml" ContentType="application/vnd.openxmlformats-officedocument.theme+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07" r:id="rId2"/>
    <p:sldMasterId id="2147483777" r:id="rId3"/>
    <p:sldMasterId id="2147483789" r:id="rId4"/>
    <p:sldMasterId id="2147483791" r:id="rId5"/>
    <p:sldMasterId id="2147483815" r:id="rId6"/>
    <p:sldMasterId id="2147483856" r:id="rId7"/>
    <p:sldMasterId id="2147483868" r:id="rId8"/>
  </p:sldMasterIdLst>
  <p:notesMasterIdLst>
    <p:notesMasterId r:id="rId111"/>
  </p:notesMasterIdLst>
  <p:sldIdLst>
    <p:sldId id="4372" r:id="rId9"/>
    <p:sldId id="304" r:id="rId10"/>
    <p:sldId id="4199" r:id="rId11"/>
    <p:sldId id="259" r:id="rId12"/>
    <p:sldId id="4286" r:id="rId13"/>
    <p:sldId id="4287" r:id="rId14"/>
    <p:sldId id="4288" r:id="rId15"/>
    <p:sldId id="4356" r:id="rId16"/>
    <p:sldId id="4289" r:id="rId17"/>
    <p:sldId id="4290" r:id="rId18"/>
    <p:sldId id="4291" r:id="rId19"/>
    <p:sldId id="4292" r:id="rId20"/>
    <p:sldId id="4358" r:id="rId21"/>
    <p:sldId id="4293" r:id="rId22"/>
    <p:sldId id="4294" r:id="rId23"/>
    <p:sldId id="329" r:id="rId24"/>
    <p:sldId id="4297" r:id="rId25"/>
    <p:sldId id="4362" r:id="rId26"/>
    <p:sldId id="4296" r:id="rId27"/>
    <p:sldId id="4295" r:id="rId28"/>
    <p:sldId id="4376" r:id="rId29"/>
    <p:sldId id="4299" r:id="rId30"/>
    <p:sldId id="4309" r:id="rId31"/>
    <p:sldId id="4310" r:id="rId32"/>
    <p:sldId id="4311" r:id="rId33"/>
    <p:sldId id="4371" r:id="rId34"/>
    <p:sldId id="4364" r:id="rId35"/>
    <p:sldId id="4301" r:id="rId36"/>
    <p:sldId id="4315" r:id="rId37"/>
    <p:sldId id="4316" r:id="rId38"/>
    <p:sldId id="4359" r:id="rId39"/>
    <p:sldId id="4317" r:id="rId40"/>
    <p:sldId id="4373" r:id="rId41"/>
    <p:sldId id="4365" r:id="rId42"/>
    <p:sldId id="4302" r:id="rId43"/>
    <p:sldId id="4318" r:id="rId44"/>
    <p:sldId id="4319" r:id="rId45"/>
    <p:sldId id="4320" r:id="rId46"/>
    <p:sldId id="4334" r:id="rId47"/>
    <p:sldId id="4321" r:id="rId48"/>
    <p:sldId id="4374" r:id="rId49"/>
    <p:sldId id="4366" r:id="rId50"/>
    <p:sldId id="4298" r:id="rId51"/>
    <p:sldId id="4305" r:id="rId52"/>
    <p:sldId id="4306" r:id="rId53"/>
    <p:sldId id="4307" r:id="rId54"/>
    <p:sldId id="4308" r:id="rId55"/>
    <p:sldId id="4335" r:id="rId56"/>
    <p:sldId id="4367" r:id="rId57"/>
    <p:sldId id="4325" r:id="rId58"/>
    <p:sldId id="4329" r:id="rId59"/>
    <p:sldId id="4330" r:id="rId60"/>
    <p:sldId id="4331" r:id="rId61"/>
    <p:sldId id="4338" r:id="rId62"/>
    <p:sldId id="4368" r:id="rId63"/>
    <p:sldId id="4304" r:id="rId64"/>
    <p:sldId id="4326" r:id="rId65"/>
    <p:sldId id="4327" r:id="rId66"/>
    <p:sldId id="4328" r:id="rId67"/>
    <p:sldId id="4375" r:id="rId68"/>
    <p:sldId id="4369" r:id="rId69"/>
    <p:sldId id="4300" r:id="rId70"/>
    <p:sldId id="4312" r:id="rId71"/>
    <p:sldId id="4313" r:id="rId72"/>
    <p:sldId id="4314" r:id="rId73"/>
    <p:sldId id="4336" r:id="rId74"/>
    <p:sldId id="4370" r:id="rId75"/>
    <p:sldId id="4303" r:id="rId76"/>
    <p:sldId id="4322" r:id="rId77"/>
    <p:sldId id="4323" r:id="rId78"/>
    <p:sldId id="4324" r:id="rId79"/>
    <p:sldId id="4337" r:id="rId80"/>
    <p:sldId id="4363" r:id="rId81"/>
    <p:sldId id="4377" r:id="rId82"/>
    <p:sldId id="4378" r:id="rId83"/>
    <p:sldId id="4381" r:id="rId84"/>
    <p:sldId id="4383" r:id="rId85"/>
    <p:sldId id="4385" r:id="rId86"/>
    <p:sldId id="4387" r:id="rId87"/>
    <p:sldId id="4389" r:id="rId88"/>
    <p:sldId id="4391" r:id="rId89"/>
    <p:sldId id="4393" r:id="rId90"/>
    <p:sldId id="4395" r:id="rId91"/>
    <p:sldId id="4397" r:id="rId92"/>
    <p:sldId id="4403" r:id="rId93"/>
    <p:sldId id="4404" r:id="rId94"/>
    <p:sldId id="4405" r:id="rId95"/>
    <p:sldId id="4380" r:id="rId96"/>
    <p:sldId id="4399" r:id="rId97"/>
    <p:sldId id="4401" r:id="rId98"/>
    <p:sldId id="4402" r:id="rId99"/>
    <p:sldId id="4394" r:id="rId100"/>
    <p:sldId id="4284" r:id="rId101"/>
    <p:sldId id="4360" r:id="rId102"/>
    <p:sldId id="4339" r:id="rId103"/>
    <p:sldId id="4341" r:id="rId104"/>
    <p:sldId id="4343" r:id="rId105"/>
    <p:sldId id="4345" r:id="rId106"/>
    <p:sldId id="4347" r:id="rId107"/>
    <p:sldId id="4350" r:id="rId108"/>
    <p:sldId id="4355" r:id="rId109"/>
    <p:sldId id="4352" r:id="rId1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77B8B33-3C1F-22FF-BF59-8ED6BADE98BF}" name="Ruchi Renavikar" initials="RR" userId="S::u6142689@anu.edu.au::2c4277fb-447e-4e78-a1e3-a716d3ff4c74" providerId="AD"/>
  <p188:author id="{A9AFAB34-1F5D-4311-AB3E-237EED0BD17C}" name="Purbadri Ghosal" initials="PG" userId="S::purbadri@sl2square.onmicrosoft.com::eabecba4-55dc-46c1-8638-c572be79672c" providerId="AD"/>
  <p188:author id="{DD959E8B-7E88-ACB5-57DC-B19E0DF7B66C}" name="SL2" initials="S" userId="S::intern@sl2square.onmicrosoft.com::d840a206-c081-4eb2-a1ce-8eba9c66fbb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6E94"/>
    <a:srgbClr val="0068B5"/>
    <a:srgbClr val="FEC91B"/>
    <a:srgbClr val="000000"/>
    <a:srgbClr val="F2F2F2"/>
    <a:srgbClr val="FFE17A"/>
    <a:srgbClr val="F7CC4A"/>
    <a:srgbClr val="8BAE46"/>
    <a:srgbClr val="708541"/>
    <a:srgbClr val="B1D2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568" autoAdjust="0"/>
    <p:restoredTop sz="78447" autoAdjust="0"/>
  </p:normalViewPr>
  <p:slideViewPr>
    <p:cSldViewPr snapToGrid="0">
      <p:cViewPr varScale="1">
        <p:scale>
          <a:sx n="110" d="100"/>
          <a:sy n="110" d="100"/>
        </p:scale>
        <p:origin x="13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slide" Target="slides/slide81.xml"/><Relationship Id="rId112" Type="http://schemas.openxmlformats.org/officeDocument/2006/relationships/presProps" Target="presProps.xml"/><Relationship Id="rId16" Type="http://schemas.openxmlformats.org/officeDocument/2006/relationships/slide" Target="slides/slide8.xml"/><Relationship Id="rId107" Type="http://schemas.openxmlformats.org/officeDocument/2006/relationships/slide" Target="slides/slide99.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102" Type="http://schemas.openxmlformats.org/officeDocument/2006/relationships/slide" Target="slides/slide94.xml"/><Relationship Id="rId5" Type="http://schemas.openxmlformats.org/officeDocument/2006/relationships/slideMaster" Target="slideMasters/slideMaster5.xml"/><Relationship Id="rId90" Type="http://schemas.openxmlformats.org/officeDocument/2006/relationships/slide" Target="slides/slide82.xml"/><Relationship Id="rId95" Type="http://schemas.openxmlformats.org/officeDocument/2006/relationships/slide" Target="slides/slide87.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113" Type="http://schemas.openxmlformats.org/officeDocument/2006/relationships/viewProps" Target="viewProps.xml"/><Relationship Id="rId80" Type="http://schemas.openxmlformats.org/officeDocument/2006/relationships/slide" Target="slides/slide72.xml"/><Relationship Id="rId85" Type="http://schemas.openxmlformats.org/officeDocument/2006/relationships/slide" Target="slides/slide77.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slide" Target="slides/slide25.xml"/><Relationship Id="rId38" Type="http://schemas.openxmlformats.org/officeDocument/2006/relationships/slide" Target="slides/slide30.xml"/><Relationship Id="rId59" Type="http://schemas.openxmlformats.org/officeDocument/2006/relationships/slide" Target="slides/slide51.xml"/><Relationship Id="rId103" Type="http://schemas.openxmlformats.org/officeDocument/2006/relationships/slide" Target="slides/slide95.xml"/><Relationship Id="rId108" Type="http://schemas.openxmlformats.org/officeDocument/2006/relationships/slide" Target="slides/slide100.xml"/><Relationship Id="rId54" Type="http://schemas.openxmlformats.org/officeDocument/2006/relationships/slide" Target="slides/slide46.xml"/><Relationship Id="rId70" Type="http://schemas.openxmlformats.org/officeDocument/2006/relationships/slide" Target="slides/slide62.xml"/><Relationship Id="rId75" Type="http://schemas.openxmlformats.org/officeDocument/2006/relationships/slide" Target="slides/slide67.xml"/><Relationship Id="rId91" Type="http://schemas.openxmlformats.org/officeDocument/2006/relationships/slide" Target="slides/slide83.xml"/><Relationship Id="rId96" Type="http://schemas.openxmlformats.org/officeDocument/2006/relationships/slide" Target="slides/slide88.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6" Type="http://schemas.openxmlformats.org/officeDocument/2006/relationships/slide" Target="slides/slide98.xml"/><Relationship Id="rId114" Type="http://schemas.openxmlformats.org/officeDocument/2006/relationships/theme" Target="theme/theme1.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slide" Target="slides/slide78.xml"/><Relationship Id="rId94" Type="http://schemas.openxmlformats.org/officeDocument/2006/relationships/slide" Target="slides/slide86.xml"/><Relationship Id="rId99" Type="http://schemas.openxmlformats.org/officeDocument/2006/relationships/slide" Target="slides/slide91.xml"/><Relationship Id="rId101" Type="http://schemas.openxmlformats.org/officeDocument/2006/relationships/slide" Target="slides/slide93.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109" Type="http://schemas.openxmlformats.org/officeDocument/2006/relationships/slide" Target="slides/slide10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104" Type="http://schemas.openxmlformats.org/officeDocument/2006/relationships/slide" Target="slides/slide96.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110" Type="http://schemas.openxmlformats.org/officeDocument/2006/relationships/slide" Target="slides/slide102.xml"/><Relationship Id="rId115" Type="http://schemas.openxmlformats.org/officeDocument/2006/relationships/tableStyles" Target="tableStyles.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slide" Target="slides/slide92.xml"/><Relationship Id="rId105" Type="http://schemas.openxmlformats.org/officeDocument/2006/relationships/slide" Target="slides/slide97.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3" Type="http://schemas.openxmlformats.org/officeDocument/2006/relationships/slideMaster" Target="slideMasters/slideMaster3.xml"/><Relationship Id="rId25" Type="http://schemas.openxmlformats.org/officeDocument/2006/relationships/slide" Target="slides/slide17.xml"/><Relationship Id="rId46" Type="http://schemas.openxmlformats.org/officeDocument/2006/relationships/slide" Target="slides/slide38.xml"/><Relationship Id="rId67" Type="http://schemas.openxmlformats.org/officeDocument/2006/relationships/slide" Target="slides/slide59.xml"/><Relationship Id="rId116" Type="http://schemas.microsoft.com/office/2018/10/relationships/authors" Target="authors.xml"/><Relationship Id="rId20" Type="http://schemas.openxmlformats.org/officeDocument/2006/relationships/slide" Target="slides/slide12.xml"/><Relationship Id="rId41" Type="http://schemas.openxmlformats.org/officeDocument/2006/relationships/slide" Target="slides/slide33.xml"/><Relationship Id="rId62" Type="http://schemas.openxmlformats.org/officeDocument/2006/relationships/slide" Target="slides/slide54.xml"/><Relationship Id="rId83" Type="http://schemas.openxmlformats.org/officeDocument/2006/relationships/slide" Target="slides/slide75.xml"/><Relationship Id="rId88" Type="http://schemas.openxmlformats.org/officeDocument/2006/relationships/slide" Target="slides/slide80.xml"/><Relationship Id="rId11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0CA893-B214-499D-BA96-6ACB27EE3575}" type="doc">
      <dgm:prSet loTypeId="urn:microsoft.com/office/officeart/2005/8/layout/default" loCatId="list" qsTypeId="urn:microsoft.com/office/officeart/2005/8/quickstyle/simple1#2" qsCatId="simple" csTypeId="urn:microsoft.com/office/officeart/2005/8/colors/accent1_2#1" csCatId="accent1" phldr="1"/>
      <dgm:spPr/>
      <dgm:t>
        <a:bodyPr/>
        <a:lstStyle/>
        <a:p>
          <a:endParaRPr lang="en-US"/>
        </a:p>
      </dgm:t>
    </dgm:pt>
    <dgm:pt modelId="{0DD6F246-A7D5-4D83-ABB6-3D71E90ED79B}">
      <dgm:prSet phldrT="[Text]" phldr="0"/>
      <dgm:spPr/>
      <dgm:t>
        <a:bodyPr/>
        <a:lstStyle/>
        <a:p>
          <a:pPr rtl="0"/>
          <a:r>
            <a:rPr lang="en-US" dirty="0"/>
            <a:t>Have a clear goal and purpose</a:t>
          </a:r>
        </a:p>
      </dgm:t>
    </dgm:pt>
    <dgm:pt modelId="{ED63490F-6EC8-4FAE-B8D8-84CC7DB281F3}" type="parTrans" cxnId="{F5C9BFF5-2A92-48D2-8A15-CDA25226B84D}">
      <dgm:prSet/>
      <dgm:spPr/>
      <dgm:t>
        <a:bodyPr/>
        <a:lstStyle/>
        <a:p>
          <a:endParaRPr lang="en-US"/>
        </a:p>
      </dgm:t>
    </dgm:pt>
    <dgm:pt modelId="{4B758C17-7C52-44DD-B0ED-38CEC830ECDE}" type="sibTrans" cxnId="{F5C9BFF5-2A92-48D2-8A15-CDA25226B84D}">
      <dgm:prSet/>
      <dgm:spPr/>
      <dgm:t>
        <a:bodyPr/>
        <a:lstStyle/>
        <a:p>
          <a:endParaRPr lang="en-US"/>
        </a:p>
      </dgm:t>
    </dgm:pt>
    <dgm:pt modelId="{B6EE7E73-0770-4C15-8A6E-94C79F4619FC}">
      <dgm:prSet phldrT="[Text]" phldr="0"/>
      <dgm:spPr/>
      <dgm:t>
        <a:bodyPr/>
        <a:lstStyle/>
        <a:p>
          <a:pPr rtl="0"/>
          <a:r>
            <a:rPr lang="en-US" dirty="0"/>
            <a:t>Leadership support</a:t>
          </a:r>
        </a:p>
      </dgm:t>
    </dgm:pt>
    <dgm:pt modelId="{7B6A3D3F-D569-426E-A6FA-240DD885BD86}" type="parTrans" cxnId="{98019B8E-8880-4E35-86E7-678E2C3C627A}">
      <dgm:prSet/>
      <dgm:spPr/>
      <dgm:t>
        <a:bodyPr/>
        <a:lstStyle/>
        <a:p>
          <a:endParaRPr lang="en-US"/>
        </a:p>
      </dgm:t>
    </dgm:pt>
    <dgm:pt modelId="{8C3022B7-03BC-4231-AC93-192F5CD376AD}" type="sibTrans" cxnId="{98019B8E-8880-4E35-86E7-678E2C3C627A}">
      <dgm:prSet/>
      <dgm:spPr/>
      <dgm:t>
        <a:bodyPr/>
        <a:lstStyle/>
        <a:p>
          <a:endParaRPr lang="en-US"/>
        </a:p>
      </dgm:t>
    </dgm:pt>
    <dgm:pt modelId="{AC00C9DB-FB4A-431E-919C-1F71D54898BF}">
      <dgm:prSet phldrT="[Text]" phldr="0"/>
      <dgm:spPr/>
      <dgm:t>
        <a:bodyPr/>
        <a:lstStyle/>
        <a:p>
          <a:pPr rtl="0"/>
          <a:r>
            <a:rPr lang="en-US" dirty="0"/>
            <a:t>Empowering workers to change</a:t>
          </a:r>
        </a:p>
      </dgm:t>
    </dgm:pt>
    <dgm:pt modelId="{F00A9483-6FF9-4FDA-A79E-1F30460034B3}" type="parTrans" cxnId="{330F4BF8-B982-43C3-85F1-C23A0E2342CB}">
      <dgm:prSet/>
      <dgm:spPr/>
      <dgm:t>
        <a:bodyPr/>
        <a:lstStyle/>
        <a:p>
          <a:endParaRPr lang="en-US"/>
        </a:p>
      </dgm:t>
    </dgm:pt>
    <dgm:pt modelId="{3EDE8F9C-9CEF-4227-9E26-C4D5E7905446}" type="sibTrans" cxnId="{330F4BF8-B982-43C3-85F1-C23A0E2342CB}">
      <dgm:prSet/>
      <dgm:spPr/>
      <dgm:t>
        <a:bodyPr/>
        <a:lstStyle/>
        <a:p>
          <a:endParaRPr lang="en-US"/>
        </a:p>
      </dgm:t>
    </dgm:pt>
    <dgm:pt modelId="{EE6E90D8-FA05-44F9-AFF2-D6B2F75B9AB9}">
      <dgm:prSet phldrT="[Text]" phldr="0"/>
      <dgm:spPr/>
      <dgm:t>
        <a:bodyPr/>
        <a:lstStyle/>
        <a:p>
          <a:pPr rtl="0"/>
          <a:r>
            <a:rPr lang="en-US" dirty="0"/>
            <a:t>Clear communication on the benefits</a:t>
          </a:r>
        </a:p>
      </dgm:t>
    </dgm:pt>
    <dgm:pt modelId="{5324626A-5CDE-4DF7-986C-1A962AF2D6CB}" type="parTrans" cxnId="{5C532C1E-CBC2-4CD3-80AD-5FBB261453AA}">
      <dgm:prSet/>
      <dgm:spPr/>
      <dgm:t>
        <a:bodyPr/>
        <a:lstStyle/>
        <a:p>
          <a:endParaRPr lang="en-US"/>
        </a:p>
      </dgm:t>
    </dgm:pt>
    <dgm:pt modelId="{A22BB1DB-EEC7-4F1D-BA85-B7CF400D24EF}" type="sibTrans" cxnId="{5C532C1E-CBC2-4CD3-80AD-5FBB261453AA}">
      <dgm:prSet/>
      <dgm:spPr/>
      <dgm:t>
        <a:bodyPr/>
        <a:lstStyle/>
        <a:p>
          <a:endParaRPr lang="en-US"/>
        </a:p>
      </dgm:t>
    </dgm:pt>
    <dgm:pt modelId="{1D448534-F1FC-4792-A764-DF4E30A31025}">
      <dgm:prSet phldrT="[Text]" phldr="0"/>
      <dgm:spPr/>
      <dgm:t>
        <a:bodyPr/>
        <a:lstStyle/>
        <a:p>
          <a:pPr rtl="0"/>
          <a:r>
            <a:rPr lang="en-US" dirty="0"/>
            <a:t>Training the employees to learn digitalization</a:t>
          </a:r>
        </a:p>
      </dgm:t>
    </dgm:pt>
    <dgm:pt modelId="{B429D5E2-DA83-48F8-A5FE-DD24EC4B5BF5}" type="parTrans" cxnId="{551DF878-9F9D-4A34-8988-34DC99774C9E}">
      <dgm:prSet/>
      <dgm:spPr/>
      <dgm:t>
        <a:bodyPr/>
        <a:lstStyle/>
        <a:p>
          <a:endParaRPr lang="en-US"/>
        </a:p>
      </dgm:t>
    </dgm:pt>
    <dgm:pt modelId="{65977C00-4E21-41BB-B835-7083FD18FF76}" type="sibTrans" cxnId="{551DF878-9F9D-4A34-8988-34DC99774C9E}">
      <dgm:prSet/>
      <dgm:spPr/>
      <dgm:t>
        <a:bodyPr/>
        <a:lstStyle/>
        <a:p>
          <a:endParaRPr lang="en-US"/>
        </a:p>
      </dgm:t>
    </dgm:pt>
    <dgm:pt modelId="{0A176672-4F68-4EC1-B97E-52CC904479D8}" type="pres">
      <dgm:prSet presAssocID="{FC0CA893-B214-499D-BA96-6ACB27EE3575}" presName="diagram" presStyleCnt="0">
        <dgm:presLayoutVars>
          <dgm:dir/>
          <dgm:resizeHandles val="exact"/>
        </dgm:presLayoutVars>
      </dgm:prSet>
      <dgm:spPr/>
    </dgm:pt>
    <dgm:pt modelId="{ADF0E50F-01F8-48BF-A66C-0EDD5A52DF80}" type="pres">
      <dgm:prSet presAssocID="{0DD6F246-A7D5-4D83-ABB6-3D71E90ED79B}" presName="node" presStyleLbl="node1" presStyleIdx="0" presStyleCnt="5">
        <dgm:presLayoutVars>
          <dgm:bulletEnabled val="1"/>
        </dgm:presLayoutVars>
      </dgm:prSet>
      <dgm:spPr/>
    </dgm:pt>
    <dgm:pt modelId="{7B8DF2CD-A09D-4C52-8AB0-87A8DFFF55ED}" type="pres">
      <dgm:prSet presAssocID="{4B758C17-7C52-44DD-B0ED-38CEC830ECDE}" presName="sibTrans" presStyleCnt="0"/>
      <dgm:spPr/>
    </dgm:pt>
    <dgm:pt modelId="{DA4607F3-CA57-4F4A-A0F9-AFA99E353458}" type="pres">
      <dgm:prSet presAssocID="{B6EE7E73-0770-4C15-8A6E-94C79F4619FC}" presName="node" presStyleLbl="node1" presStyleIdx="1" presStyleCnt="5">
        <dgm:presLayoutVars>
          <dgm:bulletEnabled val="1"/>
        </dgm:presLayoutVars>
      </dgm:prSet>
      <dgm:spPr/>
    </dgm:pt>
    <dgm:pt modelId="{87668DAB-B6D3-40DF-B167-667953EE968C}" type="pres">
      <dgm:prSet presAssocID="{8C3022B7-03BC-4231-AC93-192F5CD376AD}" presName="sibTrans" presStyleCnt="0"/>
      <dgm:spPr/>
    </dgm:pt>
    <dgm:pt modelId="{8EE7BF54-1B10-47BE-AB3A-804C6F41B18C}" type="pres">
      <dgm:prSet presAssocID="{AC00C9DB-FB4A-431E-919C-1F71D54898BF}" presName="node" presStyleLbl="node1" presStyleIdx="2" presStyleCnt="5">
        <dgm:presLayoutVars>
          <dgm:bulletEnabled val="1"/>
        </dgm:presLayoutVars>
      </dgm:prSet>
      <dgm:spPr/>
    </dgm:pt>
    <dgm:pt modelId="{FFEC431E-DDE4-4F96-91FA-9018B8B033ED}" type="pres">
      <dgm:prSet presAssocID="{3EDE8F9C-9CEF-4227-9E26-C4D5E7905446}" presName="sibTrans" presStyleCnt="0"/>
      <dgm:spPr/>
    </dgm:pt>
    <dgm:pt modelId="{E2D54B75-FE0F-4F30-85C2-11A71F5C87B1}" type="pres">
      <dgm:prSet presAssocID="{EE6E90D8-FA05-44F9-AFF2-D6B2F75B9AB9}" presName="node" presStyleLbl="node1" presStyleIdx="3" presStyleCnt="5">
        <dgm:presLayoutVars>
          <dgm:bulletEnabled val="1"/>
        </dgm:presLayoutVars>
      </dgm:prSet>
      <dgm:spPr/>
    </dgm:pt>
    <dgm:pt modelId="{E296AFE2-3E0C-405B-BB9C-0E8D5914A107}" type="pres">
      <dgm:prSet presAssocID="{A22BB1DB-EEC7-4F1D-BA85-B7CF400D24EF}" presName="sibTrans" presStyleCnt="0"/>
      <dgm:spPr/>
    </dgm:pt>
    <dgm:pt modelId="{800BEDE7-A413-4A47-98CB-4C63A5AF98DB}" type="pres">
      <dgm:prSet presAssocID="{1D448534-F1FC-4792-A764-DF4E30A31025}" presName="node" presStyleLbl="node1" presStyleIdx="4" presStyleCnt="5">
        <dgm:presLayoutVars>
          <dgm:bulletEnabled val="1"/>
        </dgm:presLayoutVars>
      </dgm:prSet>
      <dgm:spPr/>
    </dgm:pt>
  </dgm:ptLst>
  <dgm:cxnLst>
    <dgm:cxn modelId="{CFCE6F04-754D-48DE-B88C-D9BB1E5E1AEB}" type="presOf" srcId="{AC00C9DB-FB4A-431E-919C-1F71D54898BF}" destId="{8EE7BF54-1B10-47BE-AB3A-804C6F41B18C}" srcOrd="0" destOrd="0" presId="urn:microsoft.com/office/officeart/2005/8/layout/default"/>
    <dgm:cxn modelId="{E0AC380D-1975-480F-81A1-650B0B76C078}" type="presOf" srcId="{1D448534-F1FC-4792-A764-DF4E30A31025}" destId="{800BEDE7-A413-4A47-98CB-4C63A5AF98DB}" srcOrd="0" destOrd="0" presId="urn:microsoft.com/office/officeart/2005/8/layout/default"/>
    <dgm:cxn modelId="{5C532C1E-CBC2-4CD3-80AD-5FBB261453AA}" srcId="{FC0CA893-B214-499D-BA96-6ACB27EE3575}" destId="{EE6E90D8-FA05-44F9-AFF2-D6B2F75B9AB9}" srcOrd="3" destOrd="0" parTransId="{5324626A-5CDE-4DF7-986C-1A962AF2D6CB}" sibTransId="{A22BB1DB-EEC7-4F1D-BA85-B7CF400D24EF}"/>
    <dgm:cxn modelId="{CEA5513A-C0BA-4F0B-BC5C-6E8169BABDA5}" type="presOf" srcId="{B6EE7E73-0770-4C15-8A6E-94C79F4619FC}" destId="{DA4607F3-CA57-4F4A-A0F9-AFA99E353458}" srcOrd="0" destOrd="0" presId="urn:microsoft.com/office/officeart/2005/8/layout/default"/>
    <dgm:cxn modelId="{551DF878-9F9D-4A34-8988-34DC99774C9E}" srcId="{FC0CA893-B214-499D-BA96-6ACB27EE3575}" destId="{1D448534-F1FC-4792-A764-DF4E30A31025}" srcOrd="4" destOrd="0" parTransId="{B429D5E2-DA83-48F8-A5FE-DD24EC4B5BF5}" sibTransId="{65977C00-4E21-41BB-B835-7083FD18FF76}"/>
    <dgm:cxn modelId="{98019B8E-8880-4E35-86E7-678E2C3C627A}" srcId="{FC0CA893-B214-499D-BA96-6ACB27EE3575}" destId="{B6EE7E73-0770-4C15-8A6E-94C79F4619FC}" srcOrd="1" destOrd="0" parTransId="{7B6A3D3F-D569-426E-A6FA-240DD885BD86}" sibTransId="{8C3022B7-03BC-4231-AC93-192F5CD376AD}"/>
    <dgm:cxn modelId="{7AF3D0A9-02E9-4449-B122-34B4966C25DE}" type="presOf" srcId="{EE6E90D8-FA05-44F9-AFF2-D6B2F75B9AB9}" destId="{E2D54B75-FE0F-4F30-85C2-11A71F5C87B1}" srcOrd="0" destOrd="0" presId="urn:microsoft.com/office/officeart/2005/8/layout/default"/>
    <dgm:cxn modelId="{27B8E1AB-5053-4736-84B3-68D6ED46FB62}" type="presOf" srcId="{FC0CA893-B214-499D-BA96-6ACB27EE3575}" destId="{0A176672-4F68-4EC1-B97E-52CC904479D8}" srcOrd="0" destOrd="0" presId="urn:microsoft.com/office/officeart/2005/8/layout/default"/>
    <dgm:cxn modelId="{EADABFED-1DA8-4462-8CF1-55897A18A088}" type="presOf" srcId="{0DD6F246-A7D5-4D83-ABB6-3D71E90ED79B}" destId="{ADF0E50F-01F8-48BF-A66C-0EDD5A52DF80}" srcOrd="0" destOrd="0" presId="urn:microsoft.com/office/officeart/2005/8/layout/default"/>
    <dgm:cxn modelId="{F5C9BFF5-2A92-48D2-8A15-CDA25226B84D}" srcId="{FC0CA893-B214-499D-BA96-6ACB27EE3575}" destId="{0DD6F246-A7D5-4D83-ABB6-3D71E90ED79B}" srcOrd="0" destOrd="0" parTransId="{ED63490F-6EC8-4FAE-B8D8-84CC7DB281F3}" sibTransId="{4B758C17-7C52-44DD-B0ED-38CEC830ECDE}"/>
    <dgm:cxn modelId="{330F4BF8-B982-43C3-85F1-C23A0E2342CB}" srcId="{FC0CA893-B214-499D-BA96-6ACB27EE3575}" destId="{AC00C9DB-FB4A-431E-919C-1F71D54898BF}" srcOrd="2" destOrd="0" parTransId="{F00A9483-6FF9-4FDA-A79E-1F30460034B3}" sibTransId="{3EDE8F9C-9CEF-4227-9E26-C4D5E7905446}"/>
    <dgm:cxn modelId="{FD18E2CA-67EA-4CC4-8D4B-A873D227150D}" type="presParOf" srcId="{0A176672-4F68-4EC1-B97E-52CC904479D8}" destId="{ADF0E50F-01F8-48BF-A66C-0EDD5A52DF80}" srcOrd="0" destOrd="0" presId="urn:microsoft.com/office/officeart/2005/8/layout/default"/>
    <dgm:cxn modelId="{2D6E5EB5-E361-4A3D-A915-16295445E70D}" type="presParOf" srcId="{0A176672-4F68-4EC1-B97E-52CC904479D8}" destId="{7B8DF2CD-A09D-4C52-8AB0-87A8DFFF55ED}" srcOrd="1" destOrd="0" presId="urn:microsoft.com/office/officeart/2005/8/layout/default"/>
    <dgm:cxn modelId="{DECB0CBA-DCCE-42BC-BAE4-DF6C105A1969}" type="presParOf" srcId="{0A176672-4F68-4EC1-B97E-52CC904479D8}" destId="{DA4607F3-CA57-4F4A-A0F9-AFA99E353458}" srcOrd="2" destOrd="0" presId="urn:microsoft.com/office/officeart/2005/8/layout/default"/>
    <dgm:cxn modelId="{A9F94354-B841-4152-A215-DBE4FD21AA96}" type="presParOf" srcId="{0A176672-4F68-4EC1-B97E-52CC904479D8}" destId="{87668DAB-B6D3-40DF-B167-667953EE968C}" srcOrd="3" destOrd="0" presId="urn:microsoft.com/office/officeart/2005/8/layout/default"/>
    <dgm:cxn modelId="{0AFF6941-194C-4973-9DEA-A7AFF5247803}" type="presParOf" srcId="{0A176672-4F68-4EC1-B97E-52CC904479D8}" destId="{8EE7BF54-1B10-47BE-AB3A-804C6F41B18C}" srcOrd="4" destOrd="0" presId="urn:microsoft.com/office/officeart/2005/8/layout/default"/>
    <dgm:cxn modelId="{9DCC5182-DEB4-4812-B5A5-0C66AEB038D5}" type="presParOf" srcId="{0A176672-4F68-4EC1-B97E-52CC904479D8}" destId="{FFEC431E-DDE4-4F96-91FA-9018B8B033ED}" srcOrd="5" destOrd="0" presId="urn:microsoft.com/office/officeart/2005/8/layout/default"/>
    <dgm:cxn modelId="{DE21E68C-8B65-41A4-BECF-9B395162C33D}" type="presParOf" srcId="{0A176672-4F68-4EC1-B97E-52CC904479D8}" destId="{E2D54B75-FE0F-4F30-85C2-11A71F5C87B1}" srcOrd="6" destOrd="0" presId="urn:microsoft.com/office/officeart/2005/8/layout/default"/>
    <dgm:cxn modelId="{E52D2F45-7EBE-402F-8C3D-29D13B9185D0}" type="presParOf" srcId="{0A176672-4F68-4EC1-B97E-52CC904479D8}" destId="{E296AFE2-3E0C-405B-BB9C-0E8D5914A107}" srcOrd="7" destOrd="0" presId="urn:microsoft.com/office/officeart/2005/8/layout/default"/>
    <dgm:cxn modelId="{DFFB2508-1BEB-4761-820F-08183A450B53}" type="presParOf" srcId="{0A176672-4F68-4EC1-B97E-52CC904479D8}" destId="{800BEDE7-A413-4A47-98CB-4C63A5AF98DB}"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EF0914-47DA-45DD-AAB7-9A1C58D837C9}" type="doc">
      <dgm:prSet loTypeId="urn:microsoft.com/office/officeart/2005/8/layout/vList2" loCatId="list" qsTypeId="urn:microsoft.com/office/officeart/2005/8/quickstyle/simple1#3" qsCatId="simple" csTypeId="urn:microsoft.com/office/officeart/2005/8/colors/colorful5#1" csCatId="colorful" phldr="1"/>
      <dgm:spPr/>
      <dgm:t>
        <a:bodyPr/>
        <a:lstStyle/>
        <a:p>
          <a:endParaRPr lang="en-IN"/>
        </a:p>
      </dgm:t>
    </dgm:pt>
    <dgm:pt modelId="{B6CED7F2-FB03-4D59-98D8-3F503F4C5BAA}">
      <dgm:prSet phldrT="[Text]" custT="1"/>
      <dgm:spPr/>
      <dgm:t>
        <a:bodyPr/>
        <a:lstStyle/>
        <a:p>
          <a:r>
            <a:rPr lang="en-US" sz="2000" dirty="0">
              <a:latin typeface="IntelOne Text Light" panose="020B0403020203020204" pitchFamily="34" charset="0"/>
            </a:rPr>
            <a:t>Limited Availability Of High-quality Training Data</a:t>
          </a:r>
          <a:endParaRPr lang="en-IN" sz="2000" dirty="0"/>
        </a:p>
      </dgm:t>
    </dgm:pt>
    <dgm:pt modelId="{B6E9172D-45AB-44BA-B342-11C20F9CFF4B}" type="parTrans" cxnId="{EF5DBB76-65D9-4CC2-8928-8ED5BBB666F5}">
      <dgm:prSet/>
      <dgm:spPr/>
      <dgm:t>
        <a:bodyPr/>
        <a:lstStyle/>
        <a:p>
          <a:endParaRPr lang="en-IN"/>
        </a:p>
      </dgm:t>
    </dgm:pt>
    <dgm:pt modelId="{A124294E-5CD6-4C6A-A548-027B6A8848AC}" type="sibTrans" cxnId="{EF5DBB76-65D9-4CC2-8928-8ED5BBB666F5}">
      <dgm:prSet/>
      <dgm:spPr/>
      <dgm:t>
        <a:bodyPr/>
        <a:lstStyle/>
        <a:p>
          <a:endParaRPr lang="en-IN"/>
        </a:p>
      </dgm:t>
    </dgm:pt>
    <dgm:pt modelId="{693A2699-B731-45E8-B276-1CD9694AD745}">
      <dgm:prSet phldrT="[Text]" custT="1"/>
      <dgm:spPr/>
      <dgm:t>
        <a:bodyPr/>
        <a:lstStyle/>
        <a:p>
          <a:r>
            <a:rPr lang="en-US" sz="2000" dirty="0">
              <a:latin typeface="IntelOne Text Light" panose="020B0403020203020204" pitchFamily="34" charset="0"/>
            </a:rPr>
            <a:t>Generative AI heavily relies on vast amounts of diverse and high-quality data for effective training. </a:t>
          </a:r>
          <a:endParaRPr lang="en-IN" sz="2000" dirty="0">
            <a:latin typeface="IntelOne Text Light" panose="020B0403020203020204" pitchFamily="34" charset="0"/>
            <a:ea typeface="Intel Clear Light" panose="020B0404020203020204" pitchFamily="34" charset="0"/>
            <a:cs typeface="Intel Clear Light" panose="020B0404020203020204" pitchFamily="34" charset="0"/>
          </a:endParaRPr>
        </a:p>
      </dgm:t>
    </dgm:pt>
    <dgm:pt modelId="{C1E5C256-1C5C-4CE1-B6A5-D09A46098C34}" type="parTrans" cxnId="{9C64A1F5-C4AD-4840-959E-8A28B440A61A}">
      <dgm:prSet/>
      <dgm:spPr/>
      <dgm:t>
        <a:bodyPr/>
        <a:lstStyle/>
        <a:p>
          <a:endParaRPr lang="en-IN"/>
        </a:p>
      </dgm:t>
    </dgm:pt>
    <dgm:pt modelId="{F166AC5E-1AC3-4B50-BDE1-EF9C3466DB1E}" type="sibTrans" cxnId="{9C64A1F5-C4AD-4840-959E-8A28B440A61A}">
      <dgm:prSet/>
      <dgm:spPr/>
      <dgm:t>
        <a:bodyPr/>
        <a:lstStyle/>
        <a:p>
          <a:endParaRPr lang="en-IN"/>
        </a:p>
      </dgm:t>
    </dgm:pt>
    <dgm:pt modelId="{90375FC1-3BC2-4DC4-9BD5-16F7ED1BC8F5}">
      <dgm:prSet phldrT="[Text]" custT="1"/>
      <dgm:spPr/>
      <dgm:t>
        <a:bodyPr/>
        <a:lstStyle/>
        <a:p>
          <a:pPr>
            <a:buFont typeface="Arial" panose="020B0604020202020204" pitchFamily="34" charset="0"/>
            <a:buChar char="•"/>
          </a:pPr>
          <a:r>
            <a:rPr lang="en-US" sz="2000">
              <a:latin typeface="IntelOne Text Light" panose="020B0403020203020204" pitchFamily="34" charset="0"/>
            </a:rPr>
            <a:t>Ethical And Legal Considerations </a:t>
          </a:r>
          <a:endParaRPr lang="en-IN" sz="2000" dirty="0"/>
        </a:p>
      </dgm:t>
    </dgm:pt>
    <dgm:pt modelId="{5F2F800B-8331-4E64-8B24-E718F0C77559}" type="parTrans" cxnId="{D78E19C0-E7A0-4962-AFD4-EA9F40B8A883}">
      <dgm:prSet/>
      <dgm:spPr/>
      <dgm:t>
        <a:bodyPr/>
        <a:lstStyle/>
        <a:p>
          <a:endParaRPr lang="en-IN"/>
        </a:p>
      </dgm:t>
    </dgm:pt>
    <dgm:pt modelId="{CBB7449F-C8BF-4817-BD2C-683D0C7882C6}" type="sibTrans" cxnId="{D78E19C0-E7A0-4962-AFD4-EA9F40B8A883}">
      <dgm:prSet/>
      <dgm:spPr/>
      <dgm:t>
        <a:bodyPr/>
        <a:lstStyle/>
        <a:p>
          <a:endParaRPr lang="en-IN"/>
        </a:p>
      </dgm:t>
    </dgm:pt>
    <dgm:pt modelId="{F0EEBAAE-0A3B-4BE0-9F74-A07AF4CDCB27}">
      <dgm:prSet phldrT="[Text]" custT="1"/>
      <dgm:spPr/>
      <dgm:t>
        <a:bodyPr/>
        <a:lstStyle/>
        <a:p>
          <a:r>
            <a:rPr lang="en-US" sz="2000" dirty="0">
              <a:latin typeface="IntelOne Text Light" panose="020B0403020203020204" pitchFamily="34" charset="0"/>
            </a:rPr>
            <a:t>The use of generative AI raises ethical and legal questions, particularly regarding intellectual property rights and the potential misuse of generated content.</a:t>
          </a:r>
          <a:endParaRPr lang="en-IN" sz="2000" dirty="0">
            <a:latin typeface="IntelOne Text Light" panose="020B0403020203020204" pitchFamily="34" charset="0"/>
          </a:endParaRPr>
        </a:p>
      </dgm:t>
    </dgm:pt>
    <dgm:pt modelId="{ECED1DC0-FF17-40AA-A30A-A63D1D46389B}" type="parTrans" cxnId="{27D979E6-29F9-444E-B511-ED3773940D37}">
      <dgm:prSet/>
      <dgm:spPr/>
      <dgm:t>
        <a:bodyPr/>
        <a:lstStyle/>
        <a:p>
          <a:endParaRPr lang="en-IN"/>
        </a:p>
      </dgm:t>
    </dgm:pt>
    <dgm:pt modelId="{8039F62B-9B0D-4301-A895-8A0FFEC426F2}" type="sibTrans" cxnId="{27D979E6-29F9-444E-B511-ED3773940D37}">
      <dgm:prSet/>
      <dgm:spPr/>
      <dgm:t>
        <a:bodyPr/>
        <a:lstStyle/>
        <a:p>
          <a:endParaRPr lang="en-IN"/>
        </a:p>
      </dgm:t>
    </dgm:pt>
    <dgm:pt modelId="{587BAD76-6F0B-4B54-8B3B-14171DFEDF72}" type="pres">
      <dgm:prSet presAssocID="{0DEF0914-47DA-45DD-AAB7-9A1C58D837C9}" presName="linear" presStyleCnt="0">
        <dgm:presLayoutVars>
          <dgm:animLvl val="lvl"/>
          <dgm:resizeHandles val="exact"/>
        </dgm:presLayoutVars>
      </dgm:prSet>
      <dgm:spPr/>
    </dgm:pt>
    <dgm:pt modelId="{BC25D4F1-8A3A-4E9C-848B-F3C21BC40EF2}" type="pres">
      <dgm:prSet presAssocID="{B6CED7F2-FB03-4D59-98D8-3F503F4C5BAA}" presName="parentText" presStyleLbl="node1" presStyleIdx="0" presStyleCnt="2" custScaleY="57022">
        <dgm:presLayoutVars>
          <dgm:chMax val="0"/>
          <dgm:bulletEnabled val="1"/>
        </dgm:presLayoutVars>
      </dgm:prSet>
      <dgm:spPr/>
    </dgm:pt>
    <dgm:pt modelId="{4B6522E3-87CE-4E70-805C-5448D5C921B4}" type="pres">
      <dgm:prSet presAssocID="{B6CED7F2-FB03-4D59-98D8-3F503F4C5BAA}" presName="childText" presStyleLbl="revTx" presStyleIdx="0" presStyleCnt="2">
        <dgm:presLayoutVars>
          <dgm:bulletEnabled val="1"/>
        </dgm:presLayoutVars>
      </dgm:prSet>
      <dgm:spPr/>
    </dgm:pt>
    <dgm:pt modelId="{81148DBA-F58B-48E9-AFBA-5AF27F2F4EFC}" type="pres">
      <dgm:prSet presAssocID="{90375FC1-3BC2-4DC4-9BD5-16F7ED1BC8F5}" presName="parentText" presStyleLbl="node1" presStyleIdx="1" presStyleCnt="2" custScaleY="53530">
        <dgm:presLayoutVars>
          <dgm:chMax val="0"/>
          <dgm:bulletEnabled val="1"/>
        </dgm:presLayoutVars>
      </dgm:prSet>
      <dgm:spPr/>
    </dgm:pt>
    <dgm:pt modelId="{525D731B-6ADA-47E8-8E83-2669AF5AFC4F}" type="pres">
      <dgm:prSet presAssocID="{90375FC1-3BC2-4DC4-9BD5-16F7ED1BC8F5}" presName="childText" presStyleLbl="revTx" presStyleIdx="1" presStyleCnt="2">
        <dgm:presLayoutVars>
          <dgm:bulletEnabled val="1"/>
        </dgm:presLayoutVars>
      </dgm:prSet>
      <dgm:spPr/>
    </dgm:pt>
  </dgm:ptLst>
  <dgm:cxnLst>
    <dgm:cxn modelId="{F027A660-D8EC-42B9-B3A7-37E1AE4906CF}" type="presOf" srcId="{90375FC1-3BC2-4DC4-9BD5-16F7ED1BC8F5}" destId="{81148DBA-F58B-48E9-AFBA-5AF27F2F4EFC}" srcOrd="0" destOrd="0" presId="urn:microsoft.com/office/officeart/2005/8/layout/vList2"/>
    <dgm:cxn modelId="{EF5DBB76-65D9-4CC2-8928-8ED5BBB666F5}" srcId="{0DEF0914-47DA-45DD-AAB7-9A1C58D837C9}" destId="{B6CED7F2-FB03-4D59-98D8-3F503F4C5BAA}" srcOrd="0" destOrd="0" parTransId="{B6E9172D-45AB-44BA-B342-11C20F9CFF4B}" sibTransId="{A124294E-5CD6-4C6A-A548-027B6A8848AC}"/>
    <dgm:cxn modelId="{F2EBF8AD-CE46-4B33-83ED-0A162D5D233A}" type="presOf" srcId="{B6CED7F2-FB03-4D59-98D8-3F503F4C5BAA}" destId="{BC25D4F1-8A3A-4E9C-848B-F3C21BC40EF2}" srcOrd="0" destOrd="0" presId="urn:microsoft.com/office/officeart/2005/8/layout/vList2"/>
    <dgm:cxn modelId="{41B941B8-08CD-4152-895F-89EC72789016}" type="presOf" srcId="{0DEF0914-47DA-45DD-AAB7-9A1C58D837C9}" destId="{587BAD76-6F0B-4B54-8B3B-14171DFEDF72}" srcOrd="0" destOrd="0" presId="urn:microsoft.com/office/officeart/2005/8/layout/vList2"/>
    <dgm:cxn modelId="{D78E19C0-E7A0-4962-AFD4-EA9F40B8A883}" srcId="{0DEF0914-47DA-45DD-AAB7-9A1C58D837C9}" destId="{90375FC1-3BC2-4DC4-9BD5-16F7ED1BC8F5}" srcOrd="1" destOrd="0" parTransId="{5F2F800B-8331-4E64-8B24-E718F0C77559}" sibTransId="{CBB7449F-C8BF-4817-BD2C-683D0C7882C6}"/>
    <dgm:cxn modelId="{F1EA13CE-6DEA-45E5-8C84-4721BF79654E}" type="presOf" srcId="{F0EEBAAE-0A3B-4BE0-9F74-A07AF4CDCB27}" destId="{525D731B-6ADA-47E8-8E83-2669AF5AFC4F}" srcOrd="0" destOrd="0" presId="urn:microsoft.com/office/officeart/2005/8/layout/vList2"/>
    <dgm:cxn modelId="{2B83BBD5-64A3-46E8-A4D1-6681CF5AB66F}" type="presOf" srcId="{693A2699-B731-45E8-B276-1CD9694AD745}" destId="{4B6522E3-87CE-4E70-805C-5448D5C921B4}" srcOrd="0" destOrd="0" presId="urn:microsoft.com/office/officeart/2005/8/layout/vList2"/>
    <dgm:cxn modelId="{27D979E6-29F9-444E-B511-ED3773940D37}" srcId="{90375FC1-3BC2-4DC4-9BD5-16F7ED1BC8F5}" destId="{F0EEBAAE-0A3B-4BE0-9F74-A07AF4CDCB27}" srcOrd="0" destOrd="0" parTransId="{ECED1DC0-FF17-40AA-A30A-A63D1D46389B}" sibTransId="{8039F62B-9B0D-4301-A895-8A0FFEC426F2}"/>
    <dgm:cxn modelId="{9C64A1F5-C4AD-4840-959E-8A28B440A61A}" srcId="{B6CED7F2-FB03-4D59-98D8-3F503F4C5BAA}" destId="{693A2699-B731-45E8-B276-1CD9694AD745}" srcOrd="0" destOrd="0" parTransId="{C1E5C256-1C5C-4CE1-B6A5-D09A46098C34}" sibTransId="{F166AC5E-1AC3-4B50-BDE1-EF9C3466DB1E}"/>
    <dgm:cxn modelId="{CE896A68-1D45-4F40-B64F-2438E0BBA481}" type="presParOf" srcId="{587BAD76-6F0B-4B54-8B3B-14171DFEDF72}" destId="{BC25D4F1-8A3A-4E9C-848B-F3C21BC40EF2}" srcOrd="0" destOrd="0" presId="urn:microsoft.com/office/officeart/2005/8/layout/vList2"/>
    <dgm:cxn modelId="{96CC1437-AF09-4E7B-915B-4153B91ADFA1}" type="presParOf" srcId="{587BAD76-6F0B-4B54-8B3B-14171DFEDF72}" destId="{4B6522E3-87CE-4E70-805C-5448D5C921B4}" srcOrd="1" destOrd="0" presId="urn:microsoft.com/office/officeart/2005/8/layout/vList2"/>
    <dgm:cxn modelId="{6A4353BE-032F-49D0-8A8B-9E5481DC9668}" type="presParOf" srcId="{587BAD76-6F0B-4B54-8B3B-14171DFEDF72}" destId="{81148DBA-F58B-48E9-AFBA-5AF27F2F4EFC}" srcOrd="2" destOrd="0" presId="urn:microsoft.com/office/officeart/2005/8/layout/vList2"/>
    <dgm:cxn modelId="{9D57B663-096B-40C3-9EA2-F68B96B3DD23}" type="presParOf" srcId="{587BAD76-6F0B-4B54-8B3B-14171DFEDF72}" destId="{525D731B-6ADA-47E8-8E83-2669AF5AFC4F}"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DEF0914-47DA-45DD-AAB7-9A1C58D837C9}" type="doc">
      <dgm:prSet loTypeId="urn:microsoft.com/office/officeart/2005/8/layout/vList2" loCatId="list" qsTypeId="urn:microsoft.com/office/officeart/2005/8/quickstyle/simple1#4" qsCatId="simple" csTypeId="urn:microsoft.com/office/officeart/2005/8/colors/colorful4#1" csCatId="colorful" phldr="1"/>
      <dgm:spPr/>
      <dgm:t>
        <a:bodyPr/>
        <a:lstStyle/>
        <a:p>
          <a:endParaRPr lang="en-IN"/>
        </a:p>
      </dgm:t>
    </dgm:pt>
    <dgm:pt modelId="{B6CED7F2-FB03-4D59-98D8-3F503F4C5BAA}">
      <dgm:prSet phldrT="[Text]" custT="1"/>
      <dgm:spPr/>
      <dgm:t>
        <a:bodyPr/>
        <a:lstStyle/>
        <a:p>
          <a:r>
            <a:rPr lang="en-IN" sz="2000" b="0" i="0" dirty="0">
              <a:latin typeface="IntelOne Text Light" panose="020B0403020203020204" pitchFamily="34" charset="0"/>
            </a:rPr>
            <a:t>Computational Resources And Infrastructure</a:t>
          </a:r>
          <a:endParaRPr lang="en-IN" sz="2000" dirty="0">
            <a:latin typeface="IntelOne Text Light" panose="020B0403020203020204" pitchFamily="34" charset="0"/>
          </a:endParaRPr>
        </a:p>
      </dgm:t>
    </dgm:pt>
    <dgm:pt modelId="{B6E9172D-45AB-44BA-B342-11C20F9CFF4B}" type="parTrans" cxnId="{EF5DBB76-65D9-4CC2-8928-8ED5BBB666F5}">
      <dgm:prSet/>
      <dgm:spPr/>
      <dgm:t>
        <a:bodyPr/>
        <a:lstStyle/>
        <a:p>
          <a:endParaRPr lang="en-IN"/>
        </a:p>
      </dgm:t>
    </dgm:pt>
    <dgm:pt modelId="{A124294E-5CD6-4C6A-A548-027B6A8848AC}" type="sibTrans" cxnId="{EF5DBB76-65D9-4CC2-8928-8ED5BBB666F5}">
      <dgm:prSet/>
      <dgm:spPr/>
      <dgm:t>
        <a:bodyPr/>
        <a:lstStyle/>
        <a:p>
          <a:endParaRPr lang="en-IN"/>
        </a:p>
      </dgm:t>
    </dgm:pt>
    <dgm:pt modelId="{693A2699-B731-45E8-B276-1CD9694AD745}">
      <dgm:prSet phldrT="[Text]" custT="1"/>
      <dgm:spPr/>
      <dgm:t>
        <a:bodyPr/>
        <a:lstStyle/>
        <a:p>
          <a:r>
            <a:rPr lang="en-US" sz="2000" b="0" i="0" dirty="0">
              <a:latin typeface="IntelOne Text Light" panose="020B0403020203020204" pitchFamily="34" charset="0"/>
            </a:rPr>
            <a:t>Training and deploying generative AI models often require significant computational resources, including high-performance hardware and infrastructure.</a:t>
          </a:r>
          <a:endParaRPr lang="en-IN" sz="2000" dirty="0">
            <a:latin typeface="IntelOne Text Light" panose="020B0403020203020204" pitchFamily="34" charset="0"/>
            <a:ea typeface="Intel Clear Light" panose="020B0404020203020204" pitchFamily="34" charset="0"/>
            <a:cs typeface="Intel Clear Light" panose="020B0404020203020204" pitchFamily="34" charset="0"/>
          </a:endParaRPr>
        </a:p>
      </dgm:t>
    </dgm:pt>
    <dgm:pt modelId="{C1E5C256-1C5C-4CE1-B6A5-D09A46098C34}" type="parTrans" cxnId="{9C64A1F5-C4AD-4840-959E-8A28B440A61A}">
      <dgm:prSet/>
      <dgm:spPr/>
      <dgm:t>
        <a:bodyPr/>
        <a:lstStyle/>
        <a:p>
          <a:endParaRPr lang="en-IN"/>
        </a:p>
      </dgm:t>
    </dgm:pt>
    <dgm:pt modelId="{F166AC5E-1AC3-4B50-BDE1-EF9C3466DB1E}" type="sibTrans" cxnId="{9C64A1F5-C4AD-4840-959E-8A28B440A61A}">
      <dgm:prSet/>
      <dgm:spPr/>
      <dgm:t>
        <a:bodyPr/>
        <a:lstStyle/>
        <a:p>
          <a:endParaRPr lang="en-IN"/>
        </a:p>
      </dgm:t>
    </dgm:pt>
    <dgm:pt modelId="{90375FC1-3BC2-4DC4-9BD5-16F7ED1BC8F5}">
      <dgm:prSet phldrT="[Text]" custT="1"/>
      <dgm:spPr/>
      <dgm:t>
        <a:bodyPr/>
        <a:lstStyle/>
        <a:p>
          <a:r>
            <a:rPr lang="en-IN" sz="2000" b="0" i="0" dirty="0">
              <a:latin typeface="IntelOne Text Light" panose="020B0403020203020204" pitchFamily="34" charset="0"/>
            </a:rPr>
            <a:t>Bias And Fairness Issues</a:t>
          </a:r>
          <a:endParaRPr lang="en-IN" sz="2000" dirty="0">
            <a:latin typeface="IntelOne Text Light" panose="020B0403020203020204" pitchFamily="34" charset="0"/>
          </a:endParaRPr>
        </a:p>
      </dgm:t>
    </dgm:pt>
    <dgm:pt modelId="{5F2F800B-8331-4E64-8B24-E718F0C77559}" type="parTrans" cxnId="{D78E19C0-E7A0-4962-AFD4-EA9F40B8A883}">
      <dgm:prSet/>
      <dgm:spPr/>
      <dgm:t>
        <a:bodyPr/>
        <a:lstStyle/>
        <a:p>
          <a:endParaRPr lang="en-IN"/>
        </a:p>
      </dgm:t>
    </dgm:pt>
    <dgm:pt modelId="{CBB7449F-C8BF-4817-BD2C-683D0C7882C6}" type="sibTrans" cxnId="{D78E19C0-E7A0-4962-AFD4-EA9F40B8A883}">
      <dgm:prSet/>
      <dgm:spPr/>
      <dgm:t>
        <a:bodyPr/>
        <a:lstStyle/>
        <a:p>
          <a:endParaRPr lang="en-IN"/>
        </a:p>
      </dgm:t>
    </dgm:pt>
    <dgm:pt modelId="{F0EEBAAE-0A3B-4BE0-9F74-A07AF4CDCB27}">
      <dgm:prSet phldrT="[Text]" custT="1"/>
      <dgm:spPr/>
      <dgm:t>
        <a:bodyPr/>
        <a:lstStyle/>
        <a:p>
          <a:r>
            <a:rPr lang="en-US" sz="2000" b="0" i="0" dirty="0">
              <a:latin typeface="IntelOne Text Light" panose="020B0403020203020204" pitchFamily="34" charset="0"/>
            </a:rPr>
            <a:t>Like any AI system, generative AI models can inherit biases present in the training data, leading to biased or unfair outputs.</a:t>
          </a:r>
          <a:endParaRPr lang="en-IN" sz="2000" dirty="0">
            <a:latin typeface="IntelOne Text Light" panose="020B0403020203020204" pitchFamily="34" charset="0"/>
          </a:endParaRPr>
        </a:p>
      </dgm:t>
    </dgm:pt>
    <dgm:pt modelId="{ECED1DC0-FF17-40AA-A30A-A63D1D46389B}" type="parTrans" cxnId="{27D979E6-29F9-444E-B511-ED3773940D37}">
      <dgm:prSet/>
      <dgm:spPr/>
      <dgm:t>
        <a:bodyPr/>
        <a:lstStyle/>
        <a:p>
          <a:endParaRPr lang="en-IN"/>
        </a:p>
      </dgm:t>
    </dgm:pt>
    <dgm:pt modelId="{8039F62B-9B0D-4301-A895-8A0FFEC426F2}" type="sibTrans" cxnId="{27D979E6-29F9-444E-B511-ED3773940D37}">
      <dgm:prSet/>
      <dgm:spPr/>
      <dgm:t>
        <a:bodyPr/>
        <a:lstStyle/>
        <a:p>
          <a:endParaRPr lang="en-IN"/>
        </a:p>
      </dgm:t>
    </dgm:pt>
    <dgm:pt modelId="{587BAD76-6F0B-4B54-8B3B-14171DFEDF72}" type="pres">
      <dgm:prSet presAssocID="{0DEF0914-47DA-45DD-AAB7-9A1C58D837C9}" presName="linear" presStyleCnt="0">
        <dgm:presLayoutVars>
          <dgm:animLvl val="lvl"/>
          <dgm:resizeHandles val="exact"/>
        </dgm:presLayoutVars>
      </dgm:prSet>
      <dgm:spPr/>
    </dgm:pt>
    <dgm:pt modelId="{BC25D4F1-8A3A-4E9C-848B-F3C21BC40EF2}" type="pres">
      <dgm:prSet presAssocID="{B6CED7F2-FB03-4D59-98D8-3F503F4C5BAA}" presName="parentText" presStyleLbl="node1" presStyleIdx="0" presStyleCnt="2" custScaleY="57022">
        <dgm:presLayoutVars>
          <dgm:chMax val="0"/>
          <dgm:bulletEnabled val="1"/>
        </dgm:presLayoutVars>
      </dgm:prSet>
      <dgm:spPr/>
    </dgm:pt>
    <dgm:pt modelId="{4B6522E3-87CE-4E70-805C-5448D5C921B4}" type="pres">
      <dgm:prSet presAssocID="{B6CED7F2-FB03-4D59-98D8-3F503F4C5BAA}" presName="childText" presStyleLbl="revTx" presStyleIdx="0" presStyleCnt="2">
        <dgm:presLayoutVars>
          <dgm:bulletEnabled val="1"/>
        </dgm:presLayoutVars>
      </dgm:prSet>
      <dgm:spPr/>
    </dgm:pt>
    <dgm:pt modelId="{81148DBA-F58B-48E9-AFBA-5AF27F2F4EFC}" type="pres">
      <dgm:prSet presAssocID="{90375FC1-3BC2-4DC4-9BD5-16F7ED1BC8F5}" presName="parentText" presStyleLbl="node1" presStyleIdx="1" presStyleCnt="2" custScaleY="53530">
        <dgm:presLayoutVars>
          <dgm:chMax val="0"/>
          <dgm:bulletEnabled val="1"/>
        </dgm:presLayoutVars>
      </dgm:prSet>
      <dgm:spPr/>
    </dgm:pt>
    <dgm:pt modelId="{525D731B-6ADA-47E8-8E83-2669AF5AFC4F}" type="pres">
      <dgm:prSet presAssocID="{90375FC1-3BC2-4DC4-9BD5-16F7ED1BC8F5}" presName="childText" presStyleLbl="revTx" presStyleIdx="1" presStyleCnt="2">
        <dgm:presLayoutVars>
          <dgm:bulletEnabled val="1"/>
        </dgm:presLayoutVars>
      </dgm:prSet>
      <dgm:spPr/>
    </dgm:pt>
  </dgm:ptLst>
  <dgm:cxnLst>
    <dgm:cxn modelId="{F027A660-D8EC-42B9-B3A7-37E1AE4906CF}" type="presOf" srcId="{90375FC1-3BC2-4DC4-9BD5-16F7ED1BC8F5}" destId="{81148DBA-F58B-48E9-AFBA-5AF27F2F4EFC}" srcOrd="0" destOrd="0" presId="urn:microsoft.com/office/officeart/2005/8/layout/vList2"/>
    <dgm:cxn modelId="{EF5DBB76-65D9-4CC2-8928-8ED5BBB666F5}" srcId="{0DEF0914-47DA-45DD-AAB7-9A1C58D837C9}" destId="{B6CED7F2-FB03-4D59-98D8-3F503F4C5BAA}" srcOrd="0" destOrd="0" parTransId="{B6E9172D-45AB-44BA-B342-11C20F9CFF4B}" sibTransId="{A124294E-5CD6-4C6A-A548-027B6A8848AC}"/>
    <dgm:cxn modelId="{F2EBF8AD-CE46-4B33-83ED-0A162D5D233A}" type="presOf" srcId="{B6CED7F2-FB03-4D59-98D8-3F503F4C5BAA}" destId="{BC25D4F1-8A3A-4E9C-848B-F3C21BC40EF2}" srcOrd="0" destOrd="0" presId="urn:microsoft.com/office/officeart/2005/8/layout/vList2"/>
    <dgm:cxn modelId="{41B941B8-08CD-4152-895F-89EC72789016}" type="presOf" srcId="{0DEF0914-47DA-45DD-AAB7-9A1C58D837C9}" destId="{587BAD76-6F0B-4B54-8B3B-14171DFEDF72}" srcOrd="0" destOrd="0" presId="urn:microsoft.com/office/officeart/2005/8/layout/vList2"/>
    <dgm:cxn modelId="{D78E19C0-E7A0-4962-AFD4-EA9F40B8A883}" srcId="{0DEF0914-47DA-45DD-AAB7-9A1C58D837C9}" destId="{90375FC1-3BC2-4DC4-9BD5-16F7ED1BC8F5}" srcOrd="1" destOrd="0" parTransId="{5F2F800B-8331-4E64-8B24-E718F0C77559}" sibTransId="{CBB7449F-C8BF-4817-BD2C-683D0C7882C6}"/>
    <dgm:cxn modelId="{F1EA13CE-6DEA-45E5-8C84-4721BF79654E}" type="presOf" srcId="{F0EEBAAE-0A3B-4BE0-9F74-A07AF4CDCB27}" destId="{525D731B-6ADA-47E8-8E83-2669AF5AFC4F}" srcOrd="0" destOrd="0" presId="urn:microsoft.com/office/officeart/2005/8/layout/vList2"/>
    <dgm:cxn modelId="{2B83BBD5-64A3-46E8-A4D1-6681CF5AB66F}" type="presOf" srcId="{693A2699-B731-45E8-B276-1CD9694AD745}" destId="{4B6522E3-87CE-4E70-805C-5448D5C921B4}" srcOrd="0" destOrd="0" presId="urn:microsoft.com/office/officeart/2005/8/layout/vList2"/>
    <dgm:cxn modelId="{27D979E6-29F9-444E-B511-ED3773940D37}" srcId="{90375FC1-3BC2-4DC4-9BD5-16F7ED1BC8F5}" destId="{F0EEBAAE-0A3B-4BE0-9F74-A07AF4CDCB27}" srcOrd="0" destOrd="0" parTransId="{ECED1DC0-FF17-40AA-A30A-A63D1D46389B}" sibTransId="{8039F62B-9B0D-4301-A895-8A0FFEC426F2}"/>
    <dgm:cxn modelId="{9C64A1F5-C4AD-4840-959E-8A28B440A61A}" srcId="{B6CED7F2-FB03-4D59-98D8-3F503F4C5BAA}" destId="{693A2699-B731-45E8-B276-1CD9694AD745}" srcOrd="0" destOrd="0" parTransId="{C1E5C256-1C5C-4CE1-B6A5-D09A46098C34}" sibTransId="{F166AC5E-1AC3-4B50-BDE1-EF9C3466DB1E}"/>
    <dgm:cxn modelId="{CE896A68-1D45-4F40-B64F-2438E0BBA481}" type="presParOf" srcId="{587BAD76-6F0B-4B54-8B3B-14171DFEDF72}" destId="{BC25D4F1-8A3A-4E9C-848B-F3C21BC40EF2}" srcOrd="0" destOrd="0" presId="urn:microsoft.com/office/officeart/2005/8/layout/vList2"/>
    <dgm:cxn modelId="{96CC1437-AF09-4E7B-915B-4153B91ADFA1}" type="presParOf" srcId="{587BAD76-6F0B-4B54-8B3B-14171DFEDF72}" destId="{4B6522E3-87CE-4E70-805C-5448D5C921B4}" srcOrd="1" destOrd="0" presId="urn:microsoft.com/office/officeart/2005/8/layout/vList2"/>
    <dgm:cxn modelId="{6A4353BE-032F-49D0-8A8B-9E5481DC9668}" type="presParOf" srcId="{587BAD76-6F0B-4B54-8B3B-14171DFEDF72}" destId="{81148DBA-F58B-48E9-AFBA-5AF27F2F4EFC}" srcOrd="2" destOrd="0" presId="urn:microsoft.com/office/officeart/2005/8/layout/vList2"/>
    <dgm:cxn modelId="{9D57B663-096B-40C3-9EA2-F68B96B3DD23}" type="presParOf" srcId="{587BAD76-6F0B-4B54-8B3B-14171DFEDF72}" destId="{525D731B-6ADA-47E8-8E83-2669AF5AFC4F}"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DEF0914-47DA-45DD-AAB7-9A1C58D837C9}" type="doc">
      <dgm:prSet loTypeId="urn:microsoft.com/office/officeart/2005/8/layout/vList2" loCatId="list" qsTypeId="urn:microsoft.com/office/officeart/2005/8/quickstyle/simple1#1" qsCatId="simple" csTypeId="urn:microsoft.com/office/officeart/2005/8/colors/colorful2#1" csCatId="colorful" phldr="1"/>
      <dgm:spPr/>
      <dgm:t>
        <a:bodyPr/>
        <a:lstStyle/>
        <a:p>
          <a:endParaRPr lang="en-IN"/>
        </a:p>
      </dgm:t>
    </dgm:pt>
    <dgm:pt modelId="{B6CED7F2-FB03-4D59-98D8-3F503F4C5BAA}">
      <dgm:prSet phldrT="[Text]" custT="1"/>
      <dgm:spPr/>
      <dgm:t>
        <a:bodyPr/>
        <a:lstStyle/>
        <a:p>
          <a:r>
            <a:rPr lang="en-US" sz="2000" b="0" i="0" dirty="0">
              <a:latin typeface="IntelOne Text Light" panose="020B0403020203020204" pitchFamily="34" charset="0"/>
            </a:rPr>
            <a:t>Interpreting And Explaining Generative AI Outputs</a:t>
          </a:r>
          <a:endParaRPr lang="en-IN" sz="2000" dirty="0">
            <a:latin typeface="IntelOne Text Light" panose="020B0403020203020204" pitchFamily="34" charset="0"/>
          </a:endParaRPr>
        </a:p>
      </dgm:t>
    </dgm:pt>
    <dgm:pt modelId="{B6E9172D-45AB-44BA-B342-11C20F9CFF4B}" type="parTrans" cxnId="{EF5DBB76-65D9-4CC2-8928-8ED5BBB666F5}">
      <dgm:prSet/>
      <dgm:spPr/>
      <dgm:t>
        <a:bodyPr/>
        <a:lstStyle/>
        <a:p>
          <a:endParaRPr lang="en-IN"/>
        </a:p>
      </dgm:t>
    </dgm:pt>
    <dgm:pt modelId="{A124294E-5CD6-4C6A-A548-027B6A8848AC}" type="sibTrans" cxnId="{EF5DBB76-65D9-4CC2-8928-8ED5BBB666F5}">
      <dgm:prSet/>
      <dgm:spPr/>
      <dgm:t>
        <a:bodyPr/>
        <a:lstStyle/>
        <a:p>
          <a:endParaRPr lang="en-IN"/>
        </a:p>
      </dgm:t>
    </dgm:pt>
    <dgm:pt modelId="{693A2699-B731-45E8-B276-1CD9694AD745}">
      <dgm:prSet phldrT="[Text]" custT="1"/>
      <dgm:spPr/>
      <dgm:t>
        <a:bodyPr/>
        <a:lstStyle/>
        <a:p>
          <a:r>
            <a:rPr lang="en-US" sz="2000" b="0" i="0" dirty="0">
              <a:latin typeface="IntelOne Text Light" panose="020B0403020203020204" pitchFamily="34" charset="0"/>
            </a:rPr>
            <a:t>Generative AI models produce outputs that can be complex and difficult to interpret.</a:t>
          </a:r>
          <a:endParaRPr lang="en-IN" sz="2000" dirty="0">
            <a:latin typeface="IntelOne Text Light" panose="020B0403020203020204" pitchFamily="34" charset="0"/>
            <a:ea typeface="Intel Clear Light" panose="020B0404020203020204" pitchFamily="34" charset="0"/>
            <a:cs typeface="Intel Clear Light" panose="020B0404020203020204" pitchFamily="34" charset="0"/>
          </a:endParaRPr>
        </a:p>
      </dgm:t>
    </dgm:pt>
    <dgm:pt modelId="{C1E5C256-1C5C-4CE1-B6A5-D09A46098C34}" type="parTrans" cxnId="{9C64A1F5-C4AD-4840-959E-8A28B440A61A}">
      <dgm:prSet/>
      <dgm:spPr/>
      <dgm:t>
        <a:bodyPr/>
        <a:lstStyle/>
        <a:p>
          <a:endParaRPr lang="en-IN"/>
        </a:p>
      </dgm:t>
    </dgm:pt>
    <dgm:pt modelId="{F166AC5E-1AC3-4B50-BDE1-EF9C3466DB1E}" type="sibTrans" cxnId="{9C64A1F5-C4AD-4840-959E-8A28B440A61A}">
      <dgm:prSet/>
      <dgm:spPr/>
      <dgm:t>
        <a:bodyPr/>
        <a:lstStyle/>
        <a:p>
          <a:endParaRPr lang="en-IN"/>
        </a:p>
      </dgm:t>
    </dgm:pt>
    <dgm:pt modelId="{90375FC1-3BC2-4DC4-9BD5-16F7ED1BC8F5}">
      <dgm:prSet phldrT="[Text]" custT="1"/>
      <dgm:spPr/>
      <dgm:t>
        <a:bodyPr/>
        <a:lstStyle/>
        <a:p>
          <a:r>
            <a:rPr lang="en-US" sz="2000" b="0" i="0" dirty="0">
              <a:latin typeface="IntelOne Text Light" panose="020B0403020203020204" pitchFamily="34" charset="0"/>
            </a:rPr>
            <a:t>Integration With Existing Systems And Workflows</a:t>
          </a:r>
          <a:endParaRPr lang="en-IN" sz="2000" dirty="0">
            <a:latin typeface="IntelOne Text Light" panose="020B0403020203020204" pitchFamily="34" charset="0"/>
          </a:endParaRPr>
        </a:p>
      </dgm:t>
    </dgm:pt>
    <dgm:pt modelId="{5F2F800B-8331-4E64-8B24-E718F0C77559}" type="parTrans" cxnId="{D78E19C0-E7A0-4962-AFD4-EA9F40B8A883}">
      <dgm:prSet/>
      <dgm:spPr/>
      <dgm:t>
        <a:bodyPr/>
        <a:lstStyle/>
        <a:p>
          <a:endParaRPr lang="en-IN"/>
        </a:p>
      </dgm:t>
    </dgm:pt>
    <dgm:pt modelId="{CBB7449F-C8BF-4817-BD2C-683D0C7882C6}" type="sibTrans" cxnId="{D78E19C0-E7A0-4962-AFD4-EA9F40B8A883}">
      <dgm:prSet/>
      <dgm:spPr/>
      <dgm:t>
        <a:bodyPr/>
        <a:lstStyle/>
        <a:p>
          <a:endParaRPr lang="en-IN"/>
        </a:p>
      </dgm:t>
    </dgm:pt>
    <dgm:pt modelId="{F0EEBAAE-0A3B-4BE0-9F74-A07AF4CDCB27}">
      <dgm:prSet phldrT="[Text]" custT="1"/>
      <dgm:spPr/>
      <dgm:t>
        <a:bodyPr/>
        <a:lstStyle/>
        <a:p>
          <a:r>
            <a:rPr lang="en-US" sz="2000" b="0" i="0" dirty="0">
              <a:latin typeface="IntelOne Text Light" panose="020B0403020203020204" pitchFamily="34" charset="0"/>
            </a:rPr>
            <a:t>Incorporating generative AI into existing industry processes and workflows can be challenging. </a:t>
          </a:r>
          <a:endParaRPr lang="en-IN" sz="2000" dirty="0">
            <a:latin typeface="IntelOne Text Light" panose="020B0403020203020204" pitchFamily="34" charset="0"/>
          </a:endParaRPr>
        </a:p>
      </dgm:t>
    </dgm:pt>
    <dgm:pt modelId="{ECED1DC0-FF17-40AA-A30A-A63D1D46389B}" type="parTrans" cxnId="{27D979E6-29F9-444E-B511-ED3773940D37}">
      <dgm:prSet/>
      <dgm:spPr/>
      <dgm:t>
        <a:bodyPr/>
        <a:lstStyle/>
        <a:p>
          <a:endParaRPr lang="en-IN"/>
        </a:p>
      </dgm:t>
    </dgm:pt>
    <dgm:pt modelId="{8039F62B-9B0D-4301-A895-8A0FFEC426F2}" type="sibTrans" cxnId="{27D979E6-29F9-444E-B511-ED3773940D37}">
      <dgm:prSet/>
      <dgm:spPr/>
      <dgm:t>
        <a:bodyPr/>
        <a:lstStyle/>
        <a:p>
          <a:endParaRPr lang="en-IN"/>
        </a:p>
      </dgm:t>
    </dgm:pt>
    <dgm:pt modelId="{587BAD76-6F0B-4B54-8B3B-14171DFEDF72}" type="pres">
      <dgm:prSet presAssocID="{0DEF0914-47DA-45DD-AAB7-9A1C58D837C9}" presName="linear" presStyleCnt="0">
        <dgm:presLayoutVars>
          <dgm:animLvl val="lvl"/>
          <dgm:resizeHandles val="exact"/>
        </dgm:presLayoutVars>
      </dgm:prSet>
      <dgm:spPr/>
    </dgm:pt>
    <dgm:pt modelId="{BC25D4F1-8A3A-4E9C-848B-F3C21BC40EF2}" type="pres">
      <dgm:prSet presAssocID="{B6CED7F2-FB03-4D59-98D8-3F503F4C5BAA}" presName="parentText" presStyleLbl="node1" presStyleIdx="0" presStyleCnt="2" custScaleY="57022">
        <dgm:presLayoutVars>
          <dgm:chMax val="0"/>
          <dgm:bulletEnabled val="1"/>
        </dgm:presLayoutVars>
      </dgm:prSet>
      <dgm:spPr/>
    </dgm:pt>
    <dgm:pt modelId="{4B6522E3-87CE-4E70-805C-5448D5C921B4}" type="pres">
      <dgm:prSet presAssocID="{B6CED7F2-FB03-4D59-98D8-3F503F4C5BAA}" presName="childText" presStyleLbl="revTx" presStyleIdx="0" presStyleCnt="2">
        <dgm:presLayoutVars>
          <dgm:bulletEnabled val="1"/>
        </dgm:presLayoutVars>
      </dgm:prSet>
      <dgm:spPr/>
    </dgm:pt>
    <dgm:pt modelId="{81148DBA-F58B-48E9-AFBA-5AF27F2F4EFC}" type="pres">
      <dgm:prSet presAssocID="{90375FC1-3BC2-4DC4-9BD5-16F7ED1BC8F5}" presName="parentText" presStyleLbl="node1" presStyleIdx="1" presStyleCnt="2" custScaleY="53530">
        <dgm:presLayoutVars>
          <dgm:chMax val="0"/>
          <dgm:bulletEnabled val="1"/>
        </dgm:presLayoutVars>
      </dgm:prSet>
      <dgm:spPr/>
    </dgm:pt>
    <dgm:pt modelId="{525D731B-6ADA-47E8-8E83-2669AF5AFC4F}" type="pres">
      <dgm:prSet presAssocID="{90375FC1-3BC2-4DC4-9BD5-16F7ED1BC8F5}" presName="childText" presStyleLbl="revTx" presStyleIdx="1" presStyleCnt="2">
        <dgm:presLayoutVars>
          <dgm:bulletEnabled val="1"/>
        </dgm:presLayoutVars>
      </dgm:prSet>
      <dgm:spPr/>
    </dgm:pt>
  </dgm:ptLst>
  <dgm:cxnLst>
    <dgm:cxn modelId="{F027A660-D8EC-42B9-B3A7-37E1AE4906CF}" type="presOf" srcId="{90375FC1-3BC2-4DC4-9BD5-16F7ED1BC8F5}" destId="{81148DBA-F58B-48E9-AFBA-5AF27F2F4EFC}" srcOrd="0" destOrd="0" presId="urn:microsoft.com/office/officeart/2005/8/layout/vList2"/>
    <dgm:cxn modelId="{EF5DBB76-65D9-4CC2-8928-8ED5BBB666F5}" srcId="{0DEF0914-47DA-45DD-AAB7-9A1C58D837C9}" destId="{B6CED7F2-FB03-4D59-98D8-3F503F4C5BAA}" srcOrd="0" destOrd="0" parTransId="{B6E9172D-45AB-44BA-B342-11C20F9CFF4B}" sibTransId="{A124294E-5CD6-4C6A-A548-027B6A8848AC}"/>
    <dgm:cxn modelId="{F2EBF8AD-CE46-4B33-83ED-0A162D5D233A}" type="presOf" srcId="{B6CED7F2-FB03-4D59-98D8-3F503F4C5BAA}" destId="{BC25D4F1-8A3A-4E9C-848B-F3C21BC40EF2}" srcOrd="0" destOrd="0" presId="urn:microsoft.com/office/officeart/2005/8/layout/vList2"/>
    <dgm:cxn modelId="{41B941B8-08CD-4152-895F-89EC72789016}" type="presOf" srcId="{0DEF0914-47DA-45DD-AAB7-9A1C58D837C9}" destId="{587BAD76-6F0B-4B54-8B3B-14171DFEDF72}" srcOrd="0" destOrd="0" presId="urn:microsoft.com/office/officeart/2005/8/layout/vList2"/>
    <dgm:cxn modelId="{D78E19C0-E7A0-4962-AFD4-EA9F40B8A883}" srcId="{0DEF0914-47DA-45DD-AAB7-9A1C58D837C9}" destId="{90375FC1-3BC2-4DC4-9BD5-16F7ED1BC8F5}" srcOrd="1" destOrd="0" parTransId="{5F2F800B-8331-4E64-8B24-E718F0C77559}" sibTransId="{CBB7449F-C8BF-4817-BD2C-683D0C7882C6}"/>
    <dgm:cxn modelId="{F1EA13CE-6DEA-45E5-8C84-4721BF79654E}" type="presOf" srcId="{F0EEBAAE-0A3B-4BE0-9F74-A07AF4CDCB27}" destId="{525D731B-6ADA-47E8-8E83-2669AF5AFC4F}" srcOrd="0" destOrd="0" presId="urn:microsoft.com/office/officeart/2005/8/layout/vList2"/>
    <dgm:cxn modelId="{2B83BBD5-64A3-46E8-A4D1-6681CF5AB66F}" type="presOf" srcId="{693A2699-B731-45E8-B276-1CD9694AD745}" destId="{4B6522E3-87CE-4E70-805C-5448D5C921B4}" srcOrd="0" destOrd="0" presId="urn:microsoft.com/office/officeart/2005/8/layout/vList2"/>
    <dgm:cxn modelId="{27D979E6-29F9-444E-B511-ED3773940D37}" srcId="{90375FC1-3BC2-4DC4-9BD5-16F7ED1BC8F5}" destId="{F0EEBAAE-0A3B-4BE0-9F74-A07AF4CDCB27}" srcOrd="0" destOrd="0" parTransId="{ECED1DC0-FF17-40AA-A30A-A63D1D46389B}" sibTransId="{8039F62B-9B0D-4301-A895-8A0FFEC426F2}"/>
    <dgm:cxn modelId="{9C64A1F5-C4AD-4840-959E-8A28B440A61A}" srcId="{B6CED7F2-FB03-4D59-98D8-3F503F4C5BAA}" destId="{693A2699-B731-45E8-B276-1CD9694AD745}" srcOrd="0" destOrd="0" parTransId="{C1E5C256-1C5C-4CE1-B6A5-D09A46098C34}" sibTransId="{F166AC5E-1AC3-4B50-BDE1-EF9C3466DB1E}"/>
    <dgm:cxn modelId="{CE896A68-1D45-4F40-B64F-2438E0BBA481}" type="presParOf" srcId="{587BAD76-6F0B-4B54-8B3B-14171DFEDF72}" destId="{BC25D4F1-8A3A-4E9C-848B-F3C21BC40EF2}" srcOrd="0" destOrd="0" presId="urn:microsoft.com/office/officeart/2005/8/layout/vList2"/>
    <dgm:cxn modelId="{96CC1437-AF09-4E7B-915B-4153B91ADFA1}" type="presParOf" srcId="{587BAD76-6F0B-4B54-8B3B-14171DFEDF72}" destId="{4B6522E3-87CE-4E70-805C-5448D5C921B4}" srcOrd="1" destOrd="0" presId="urn:microsoft.com/office/officeart/2005/8/layout/vList2"/>
    <dgm:cxn modelId="{6A4353BE-032F-49D0-8A8B-9E5481DC9668}" type="presParOf" srcId="{587BAD76-6F0B-4B54-8B3B-14171DFEDF72}" destId="{81148DBA-F58B-48E9-AFBA-5AF27F2F4EFC}" srcOrd="2" destOrd="0" presId="urn:microsoft.com/office/officeart/2005/8/layout/vList2"/>
    <dgm:cxn modelId="{9D57B663-096B-40C3-9EA2-F68B96B3DD23}" type="presParOf" srcId="{587BAD76-6F0B-4B54-8B3B-14171DFEDF72}" destId="{525D731B-6ADA-47E8-8E83-2669AF5AFC4F}"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F0E50F-01F8-48BF-A66C-0EDD5A52DF80}">
      <dsp:nvSpPr>
        <dsp:cNvPr id="0" name=""/>
        <dsp:cNvSpPr/>
      </dsp:nvSpPr>
      <dsp:spPr>
        <a:xfrm>
          <a:off x="195035" y="765"/>
          <a:ext cx="3128697" cy="18772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rtl="0">
            <a:lnSpc>
              <a:spcPct val="90000"/>
            </a:lnSpc>
            <a:spcBef>
              <a:spcPct val="0"/>
            </a:spcBef>
            <a:spcAft>
              <a:spcPct val="35000"/>
            </a:spcAft>
            <a:buNone/>
          </a:pPr>
          <a:r>
            <a:rPr lang="en-US" sz="3000" kern="1200" dirty="0"/>
            <a:t>Have a clear goal and purpose</a:t>
          </a:r>
        </a:p>
      </dsp:txBody>
      <dsp:txXfrm>
        <a:off x="195035" y="765"/>
        <a:ext cx="3128697" cy="1877218"/>
      </dsp:txXfrm>
    </dsp:sp>
    <dsp:sp modelId="{DA4607F3-CA57-4F4A-A0F9-AFA99E353458}">
      <dsp:nvSpPr>
        <dsp:cNvPr id="0" name=""/>
        <dsp:cNvSpPr/>
      </dsp:nvSpPr>
      <dsp:spPr>
        <a:xfrm>
          <a:off x="3636603" y="765"/>
          <a:ext cx="3128697" cy="18772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rtl="0">
            <a:lnSpc>
              <a:spcPct val="90000"/>
            </a:lnSpc>
            <a:spcBef>
              <a:spcPct val="0"/>
            </a:spcBef>
            <a:spcAft>
              <a:spcPct val="35000"/>
            </a:spcAft>
            <a:buNone/>
          </a:pPr>
          <a:r>
            <a:rPr lang="en-US" sz="3000" kern="1200" dirty="0"/>
            <a:t>Leadership support</a:t>
          </a:r>
        </a:p>
      </dsp:txBody>
      <dsp:txXfrm>
        <a:off x="3636603" y="765"/>
        <a:ext cx="3128697" cy="1877218"/>
      </dsp:txXfrm>
    </dsp:sp>
    <dsp:sp modelId="{8EE7BF54-1B10-47BE-AB3A-804C6F41B18C}">
      <dsp:nvSpPr>
        <dsp:cNvPr id="0" name=""/>
        <dsp:cNvSpPr/>
      </dsp:nvSpPr>
      <dsp:spPr>
        <a:xfrm>
          <a:off x="7078170" y="765"/>
          <a:ext cx="3128697" cy="18772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rtl="0">
            <a:lnSpc>
              <a:spcPct val="90000"/>
            </a:lnSpc>
            <a:spcBef>
              <a:spcPct val="0"/>
            </a:spcBef>
            <a:spcAft>
              <a:spcPct val="35000"/>
            </a:spcAft>
            <a:buNone/>
          </a:pPr>
          <a:r>
            <a:rPr lang="en-US" sz="3000" kern="1200" dirty="0"/>
            <a:t>Empowering workers to change</a:t>
          </a:r>
        </a:p>
      </dsp:txBody>
      <dsp:txXfrm>
        <a:off x="7078170" y="765"/>
        <a:ext cx="3128697" cy="1877218"/>
      </dsp:txXfrm>
    </dsp:sp>
    <dsp:sp modelId="{E2D54B75-FE0F-4F30-85C2-11A71F5C87B1}">
      <dsp:nvSpPr>
        <dsp:cNvPr id="0" name=""/>
        <dsp:cNvSpPr/>
      </dsp:nvSpPr>
      <dsp:spPr>
        <a:xfrm>
          <a:off x="1915819" y="2190853"/>
          <a:ext cx="3128697" cy="18772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rtl="0">
            <a:lnSpc>
              <a:spcPct val="90000"/>
            </a:lnSpc>
            <a:spcBef>
              <a:spcPct val="0"/>
            </a:spcBef>
            <a:spcAft>
              <a:spcPct val="35000"/>
            </a:spcAft>
            <a:buNone/>
          </a:pPr>
          <a:r>
            <a:rPr lang="en-US" sz="3000" kern="1200" dirty="0"/>
            <a:t>Clear communication on the benefits</a:t>
          </a:r>
        </a:p>
      </dsp:txBody>
      <dsp:txXfrm>
        <a:off x="1915819" y="2190853"/>
        <a:ext cx="3128697" cy="1877218"/>
      </dsp:txXfrm>
    </dsp:sp>
    <dsp:sp modelId="{800BEDE7-A413-4A47-98CB-4C63A5AF98DB}">
      <dsp:nvSpPr>
        <dsp:cNvPr id="0" name=""/>
        <dsp:cNvSpPr/>
      </dsp:nvSpPr>
      <dsp:spPr>
        <a:xfrm>
          <a:off x="5357386" y="2190853"/>
          <a:ext cx="3128697" cy="18772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rtl="0">
            <a:lnSpc>
              <a:spcPct val="90000"/>
            </a:lnSpc>
            <a:spcBef>
              <a:spcPct val="0"/>
            </a:spcBef>
            <a:spcAft>
              <a:spcPct val="35000"/>
            </a:spcAft>
            <a:buNone/>
          </a:pPr>
          <a:r>
            <a:rPr lang="en-US" sz="3000" kern="1200" dirty="0"/>
            <a:t>Training the employees to learn digitalization</a:t>
          </a:r>
        </a:p>
      </dsp:txBody>
      <dsp:txXfrm>
        <a:off x="5357386" y="2190853"/>
        <a:ext cx="3128697" cy="18772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25D4F1-8A3A-4E9C-848B-F3C21BC40EF2}">
      <dsp:nvSpPr>
        <dsp:cNvPr id="0" name=""/>
        <dsp:cNvSpPr/>
      </dsp:nvSpPr>
      <dsp:spPr>
        <a:xfrm>
          <a:off x="0" y="438425"/>
          <a:ext cx="9831875" cy="693843"/>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IntelOne Text Light" panose="020B0403020203020204" pitchFamily="34" charset="0"/>
            </a:rPr>
            <a:t>Limited Availability Of High-quality Training Data</a:t>
          </a:r>
          <a:endParaRPr lang="en-IN" sz="2000" kern="1200" dirty="0"/>
        </a:p>
      </dsp:txBody>
      <dsp:txXfrm>
        <a:off x="33871" y="472296"/>
        <a:ext cx="9764133" cy="626101"/>
      </dsp:txXfrm>
    </dsp:sp>
    <dsp:sp modelId="{4B6522E3-87CE-4E70-805C-5448D5C921B4}">
      <dsp:nvSpPr>
        <dsp:cNvPr id="0" name=""/>
        <dsp:cNvSpPr/>
      </dsp:nvSpPr>
      <dsp:spPr>
        <a:xfrm>
          <a:off x="0" y="1132268"/>
          <a:ext cx="983187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16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latin typeface="IntelOne Text Light" panose="020B0403020203020204" pitchFamily="34" charset="0"/>
            </a:rPr>
            <a:t>Generative AI heavily relies on vast amounts of diverse and high-quality data for effective training. </a:t>
          </a:r>
          <a:endParaRPr lang="en-IN" sz="2000" kern="1200" dirty="0">
            <a:latin typeface="IntelOne Text Light" panose="020B0403020203020204" pitchFamily="34" charset="0"/>
            <a:ea typeface="Intel Clear Light" panose="020B0404020203020204" pitchFamily="34" charset="0"/>
            <a:cs typeface="Intel Clear Light" panose="020B0404020203020204" pitchFamily="34" charset="0"/>
          </a:endParaRPr>
        </a:p>
      </dsp:txBody>
      <dsp:txXfrm>
        <a:off x="0" y="1132268"/>
        <a:ext cx="9831875" cy="1076400"/>
      </dsp:txXfrm>
    </dsp:sp>
    <dsp:sp modelId="{81148DBA-F58B-48E9-AFBA-5AF27F2F4EFC}">
      <dsp:nvSpPr>
        <dsp:cNvPr id="0" name=""/>
        <dsp:cNvSpPr/>
      </dsp:nvSpPr>
      <dsp:spPr>
        <a:xfrm>
          <a:off x="0" y="2208668"/>
          <a:ext cx="9831875" cy="651353"/>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n-US" sz="2000" kern="1200">
              <a:latin typeface="IntelOne Text Light" panose="020B0403020203020204" pitchFamily="34" charset="0"/>
            </a:rPr>
            <a:t>Ethical And Legal Considerations </a:t>
          </a:r>
          <a:endParaRPr lang="en-IN" sz="2000" kern="1200" dirty="0"/>
        </a:p>
      </dsp:txBody>
      <dsp:txXfrm>
        <a:off x="31796" y="2240464"/>
        <a:ext cx="9768283" cy="587761"/>
      </dsp:txXfrm>
    </dsp:sp>
    <dsp:sp modelId="{525D731B-6ADA-47E8-8E83-2669AF5AFC4F}">
      <dsp:nvSpPr>
        <dsp:cNvPr id="0" name=""/>
        <dsp:cNvSpPr/>
      </dsp:nvSpPr>
      <dsp:spPr>
        <a:xfrm>
          <a:off x="0" y="2860021"/>
          <a:ext cx="983187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16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latin typeface="IntelOne Text Light" panose="020B0403020203020204" pitchFamily="34" charset="0"/>
            </a:rPr>
            <a:t>The use of generative AI raises ethical and legal questions, particularly regarding intellectual property rights and the potential misuse of generated content.</a:t>
          </a:r>
          <a:endParaRPr lang="en-IN" sz="2000" kern="1200" dirty="0">
            <a:latin typeface="IntelOne Text Light" panose="020B0403020203020204" pitchFamily="34" charset="0"/>
          </a:endParaRPr>
        </a:p>
      </dsp:txBody>
      <dsp:txXfrm>
        <a:off x="0" y="2860021"/>
        <a:ext cx="9831875" cy="10764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25D4F1-8A3A-4E9C-848B-F3C21BC40EF2}">
      <dsp:nvSpPr>
        <dsp:cNvPr id="0" name=""/>
        <dsp:cNvSpPr/>
      </dsp:nvSpPr>
      <dsp:spPr>
        <a:xfrm>
          <a:off x="0" y="438425"/>
          <a:ext cx="9831875" cy="693843"/>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0" i="0" kern="1200" dirty="0">
              <a:latin typeface="IntelOne Text Light" panose="020B0403020203020204" pitchFamily="34" charset="0"/>
            </a:rPr>
            <a:t>Computational Resources And Infrastructure</a:t>
          </a:r>
          <a:endParaRPr lang="en-IN" sz="2000" kern="1200" dirty="0">
            <a:latin typeface="IntelOne Text Light" panose="020B0403020203020204" pitchFamily="34" charset="0"/>
          </a:endParaRPr>
        </a:p>
      </dsp:txBody>
      <dsp:txXfrm>
        <a:off x="33871" y="472296"/>
        <a:ext cx="9764133" cy="626101"/>
      </dsp:txXfrm>
    </dsp:sp>
    <dsp:sp modelId="{4B6522E3-87CE-4E70-805C-5448D5C921B4}">
      <dsp:nvSpPr>
        <dsp:cNvPr id="0" name=""/>
        <dsp:cNvSpPr/>
      </dsp:nvSpPr>
      <dsp:spPr>
        <a:xfrm>
          <a:off x="0" y="1132268"/>
          <a:ext cx="983187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16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b="0" i="0" kern="1200" dirty="0">
              <a:latin typeface="IntelOne Text Light" panose="020B0403020203020204" pitchFamily="34" charset="0"/>
            </a:rPr>
            <a:t>Training and deploying generative AI models often require significant computational resources, including high-performance hardware and infrastructure.</a:t>
          </a:r>
          <a:endParaRPr lang="en-IN" sz="2000" kern="1200" dirty="0">
            <a:latin typeface="IntelOne Text Light" panose="020B0403020203020204" pitchFamily="34" charset="0"/>
            <a:ea typeface="Intel Clear Light" panose="020B0404020203020204" pitchFamily="34" charset="0"/>
            <a:cs typeface="Intel Clear Light" panose="020B0404020203020204" pitchFamily="34" charset="0"/>
          </a:endParaRPr>
        </a:p>
      </dsp:txBody>
      <dsp:txXfrm>
        <a:off x="0" y="1132268"/>
        <a:ext cx="9831875" cy="1076400"/>
      </dsp:txXfrm>
    </dsp:sp>
    <dsp:sp modelId="{81148DBA-F58B-48E9-AFBA-5AF27F2F4EFC}">
      <dsp:nvSpPr>
        <dsp:cNvPr id="0" name=""/>
        <dsp:cNvSpPr/>
      </dsp:nvSpPr>
      <dsp:spPr>
        <a:xfrm>
          <a:off x="0" y="2208668"/>
          <a:ext cx="9831875" cy="651353"/>
        </a:xfrm>
        <a:prstGeom prst="round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0" i="0" kern="1200" dirty="0">
              <a:latin typeface="IntelOne Text Light" panose="020B0403020203020204" pitchFamily="34" charset="0"/>
            </a:rPr>
            <a:t>Bias And Fairness Issues</a:t>
          </a:r>
          <a:endParaRPr lang="en-IN" sz="2000" kern="1200" dirty="0">
            <a:latin typeface="IntelOne Text Light" panose="020B0403020203020204" pitchFamily="34" charset="0"/>
          </a:endParaRPr>
        </a:p>
      </dsp:txBody>
      <dsp:txXfrm>
        <a:off x="31796" y="2240464"/>
        <a:ext cx="9768283" cy="587761"/>
      </dsp:txXfrm>
    </dsp:sp>
    <dsp:sp modelId="{525D731B-6ADA-47E8-8E83-2669AF5AFC4F}">
      <dsp:nvSpPr>
        <dsp:cNvPr id="0" name=""/>
        <dsp:cNvSpPr/>
      </dsp:nvSpPr>
      <dsp:spPr>
        <a:xfrm>
          <a:off x="0" y="2860021"/>
          <a:ext cx="983187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16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b="0" i="0" kern="1200" dirty="0">
              <a:latin typeface="IntelOne Text Light" panose="020B0403020203020204" pitchFamily="34" charset="0"/>
            </a:rPr>
            <a:t>Like any AI system, generative AI models can inherit biases present in the training data, leading to biased or unfair outputs.</a:t>
          </a:r>
          <a:endParaRPr lang="en-IN" sz="2000" kern="1200" dirty="0">
            <a:latin typeface="IntelOne Text Light" panose="020B0403020203020204" pitchFamily="34" charset="0"/>
          </a:endParaRPr>
        </a:p>
      </dsp:txBody>
      <dsp:txXfrm>
        <a:off x="0" y="2860021"/>
        <a:ext cx="9831875" cy="10764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25D4F1-8A3A-4E9C-848B-F3C21BC40EF2}">
      <dsp:nvSpPr>
        <dsp:cNvPr id="0" name=""/>
        <dsp:cNvSpPr/>
      </dsp:nvSpPr>
      <dsp:spPr>
        <a:xfrm>
          <a:off x="0" y="438425"/>
          <a:ext cx="9831875" cy="69384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latin typeface="IntelOne Text Light" panose="020B0403020203020204" pitchFamily="34" charset="0"/>
            </a:rPr>
            <a:t>Interpreting And Explaining Generative AI Outputs</a:t>
          </a:r>
          <a:endParaRPr lang="en-IN" sz="2000" kern="1200" dirty="0">
            <a:latin typeface="IntelOne Text Light" panose="020B0403020203020204" pitchFamily="34" charset="0"/>
          </a:endParaRPr>
        </a:p>
      </dsp:txBody>
      <dsp:txXfrm>
        <a:off x="33871" y="472296"/>
        <a:ext cx="9764133" cy="626101"/>
      </dsp:txXfrm>
    </dsp:sp>
    <dsp:sp modelId="{4B6522E3-87CE-4E70-805C-5448D5C921B4}">
      <dsp:nvSpPr>
        <dsp:cNvPr id="0" name=""/>
        <dsp:cNvSpPr/>
      </dsp:nvSpPr>
      <dsp:spPr>
        <a:xfrm>
          <a:off x="0" y="1132268"/>
          <a:ext cx="983187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16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b="0" i="0" kern="1200" dirty="0">
              <a:latin typeface="IntelOne Text Light" panose="020B0403020203020204" pitchFamily="34" charset="0"/>
            </a:rPr>
            <a:t>Generative AI models produce outputs that can be complex and difficult to interpret.</a:t>
          </a:r>
          <a:endParaRPr lang="en-IN" sz="2000" kern="1200" dirty="0">
            <a:latin typeface="IntelOne Text Light" panose="020B0403020203020204" pitchFamily="34" charset="0"/>
            <a:ea typeface="Intel Clear Light" panose="020B0404020203020204" pitchFamily="34" charset="0"/>
            <a:cs typeface="Intel Clear Light" panose="020B0404020203020204" pitchFamily="34" charset="0"/>
          </a:endParaRPr>
        </a:p>
      </dsp:txBody>
      <dsp:txXfrm>
        <a:off x="0" y="1132268"/>
        <a:ext cx="9831875" cy="1076400"/>
      </dsp:txXfrm>
    </dsp:sp>
    <dsp:sp modelId="{81148DBA-F58B-48E9-AFBA-5AF27F2F4EFC}">
      <dsp:nvSpPr>
        <dsp:cNvPr id="0" name=""/>
        <dsp:cNvSpPr/>
      </dsp:nvSpPr>
      <dsp:spPr>
        <a:xfrm>
          <a:off x="0" y="2208668"/>
          <a:ext cx="9831875" cy="651353"/>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latin typeface="IntelOne Text Light" panose="020B0403020203020204" pitchFamily="34" charset="0"/>
            </a:rPr>
            <a:t>Integration With Existing Systems And Workflows</a:t>
          </a:r>
          <a:endParaRPr lang="en-IN" sz="2000" kern="1200" dirty="0">
            <a:latin typeface="IntelOne Text Light" panose="020B0403020203020204" pitchFamily="34" charset="0"/>
          </a:endParaRPr>
        </a:p>
      </dsp:txBody>
      <dsp:txXfrm>
        <a:off x="31796" y="2240464"/>
        <a:ext cx="9768283" cy="587761"/>
      </dsp:txXfrm>
    </dsp:sp>
    <dsp:sp modelId="{525D731B-6ADA-47E8-8E83-2669AF5AFC4F}">
      <dsp:nvSpPr>
        <dsp:cNvPr id="0" name=""/>
        <dsp:cNvSpPr/>
      </dsp:nvSpPr>
      <dsp:spPr>
        <a:xfrm>
          <a:off x="0" y="2860021"/>
          <a:ext cx="983187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16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b="0" i="0" kern="1200" dirty="0">
              <a:latin typeface="IntelOne Text Light" panose="020B0403020203020204" pitchFamily="34" charset="0"/>
            </a:rPr>
            <a:t>Incorporating generative AI into existing industry processes and workflows can be challenging. </a:t>
          </a:r>
          <a:endParaRPr lang="en-IN" sz="2000" kern="1200" dirty="0">
            <a:latin typeface="IntelOne Text Light" panose="020B0403020203020204" pitchFamily="34" charset="0"/>
          </a:endParaRPr>
        </a:p>
      </dsp:txBody>
      <dsp:txXfrm>
        <a:off x="0" y="2860021"/>
        <a:ext cx="9831875" cy="10764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54BEF1-FA0D-407D-9AEF-63F62FF016CB}" type="datetimeFigureOut">
              <a:rPr lang="en-IN" smtClean="0"/>
              <a:t>01-09-2026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7B6FE6-6FE0-4B00-BDAF-1BF92B28B7C9}" type="slidenum">
              <a:rPr lang="en-IN" smtClean="0"/>
              <a:t>‹#›</a:t>
            </a:fld>
            <a:endParaRPr lang="en-IN"/>
          </a:p>
        </p:txBody>
      </p:sp>
    </p:spTree>
    <p:extLst>
      <p:ext uri="{BB962C8B-B14F-4D97-AF65-F5344CB8AC3E}">
        <p14:creationId xmlns:p14="http://schemas.microsoft.com/office/powerpoint/2010/main" val="188749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pagero.com/blog/digitalisation-why-digitalise-your-busines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pagero.com/blog/digitalisation-why-digitalise-your-business"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rabitse.com/blog/7-reasons-behind-business-digitization/"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www.youtube.com/watch?v=UzRZRyPReJk"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rabitse.com/blog/7-reasons-behind-business-digitization/"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enterpriseitnews.com.my/the-importance-of-digitalization/"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enterpriseitnews.com.my/the-importance-of-digitalization/"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erply.com/what-is-retail/" TargetMode="External"/><Relationship Id="rId2" Type="http://schemas.openxmlformats.org/officeDocument/2006/relationships/slide" Target="../slides/slide23.xml"/><Relationship Id="rId1" Type="http://schemas.openxmlformats.org/officeDocument/2006/relationships/notesMaster" Target="../notesMasters/notesMaster1.xml"/><Relationship Id="rId5" Type="http://schemas.openxmlformats.org/officeDocument/2006/relationships/hyperlink" Target="https://www.cnbc.com/2021/06/09/retail-sales-to-rise-10point5percent-13point5percent-to-more-than-4point44-trillion-nrf-says.html" TargetMode="External"/><Relationship Id="rId4" Type="http://schemas.openxmlformats.org/officeDocument/2006/relationships/hyperlink" Target="https://nrf.com/insights/economy/about-retail-jobs" TargetMode="Externa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etaileast.wbresearch.com/blog/five-key-challenges-for-retailers-how-to-solve-them"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linchpinseo.com/common-challenges-facing-the-retail-industry/" TargetMode="Externa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lowesinnovationlabs.com/lowebot/" TargetMode="External"/><Relationship Id="rId2" Type="http://schemas.openxmlformats.org/officeDocument/2006/relationships/slide" Target="../slides/slide25.xml"/><Relationship Id="rId1" Type="http://schemas.openxmlformats.org/officeDocument/2006/relationships/notesMaster" Target="../notesMasters/notesMaster1.xml"/><Relationship Id="rId5" Type="http://schemas.openxmlformats.org/officeDocument/2006/relationships/hyperlink" Target="https://www.youtube.com/watch?v=NrmMk1Myrxc" TargetMode="External"/><Relationship Id="rId4" Type="http://schemas.openxmlformats.org/officeDocument/2006/relationships/hyperlink" Target="https://www.youtube.com/watch?v=hP3yfGHTXFo"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ers.usda.gov/data-products/ag-and-food-statistics-charting-the-essentials/ag-and-food-sectors-and-the-economy"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www.oecd.org/agriculture/key-challenges-agriculture-how-solve/" TargetMode="External"/><Relationship Id="rId2" Type="http://schemas.openxmlformats.org/officeDocument/2006/relationships/slide" Target="../slides/slide30.xml"/><Relationship Id="rId1" Type="http://schemas.openxmlformats.org/officeDocument/2006/relationships/notesMaster" Target="../notesMasters/notesMaster1.xml"/><Relationship Id="rId4" Type="http://schemas.openxmlformats.org/officeDocument/2006/relationships/hyperlink" Target="https://www.syngenta.com/en/innovation-agriculture/challenges-modern-agriculture" TargetMode="Externa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www.intellias.com/artificial-intelligence-in-agriculture/" TargetMode="External"/><Relationship Id="rId2" Type="http://schemas.openxmlformats.org/officeDocument/2006/relationships/slide" Target="../slides/slide31.xml"/><Relationship Id="rId1" Type="http://schemas.openxmlformats.org/officeDocument/2006/relationships/notesMaster" Target="../notesMasters/notesMaster1.xml"/><Relationship Id="rId6" Type="http://schemas.openxmlformats.org/officeDocument/2006/relationships/hyperlink" Target="https://www.youtube.com/watch?v=2exMDMoI9Uk" TargetMode="External"/><Relationship Id="rId5" Type="http://schemas.openxmlformats.org/officeDocument/2006/relationships/hyperlink" Target="https://www.youtube.com/watch?v=qOGsz-rUx6E" TargetMode="External"/><Relationship Id="rId4" Type="http://schemas.openxmlformats.org/officeDocument/2006/relationships/hyperlink" Target="https://www.youtube.com/watch?v=v1DT4yvxpMw" TargetMode="Externa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www.intellias.com/artificial-intelligence-in-agriculture/" TargetMode="External"/><Relationship Id="rId2" Type="http://schemas.openxmlformats.org/officeDocument/2006/relationships/slide" Target="../slides/slide32.xml"/><Relationship Id="rId1" Type="http://schemas.openxmlformats.org/officeDocument/2006/relationships/notesMaster" Target="../notesMasters/notesMaster1.xml"/><Relationship Id="rId6" Type="http://schemas.openxmlformats.org/officeDocument/2006/relationships/hyperlink" Target="https://www.youtube.com/watch?v=2exMDMoI9Uk" TargetMode="External"/><Relationship Id="rId5" Type="http://schemas.openxmlformats.org/officeDocument/2006/relationships/hyperlink" Target="https://www.youtube.com/watch?v=qOGsz-rUx6E" TargetMode="External"/><Relationship Id="rId4" Type="http://schemas.openxmlformats.org/officeDocument/2006/relationships/hyperlink" Target="https://www.youtube.com/watch?v=v1DT4yvxpMw"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www.technofunc.com/index.php/domain-knowledge/healthcare-industry/item/sectors-of-healthcare-industry" TargetMode="External"/><Relationship Id="rId2" Type="http://schemas.openxmlformats.org/officeDocument/2006/relationships/slide" Target="../slides/slide36.xml"/><Relationship Id="rId1" Type="http://schemas.openxmlformats.org/officeDocument/2006/relationships/notesMaster" Target="../notesMasters/notesMaster1.xml"/><Relationship Id="rId5" Type="http://schemas.openxmlformats.org/officeDocument/2006/relationships/hyperlink" Target="https://www.cms.gov/Research-Statistics-Data-and-Systems/Statistics-Trends-and-Reports/NationalHealthExpendData/NationalHealthAccountsHistorical" TargetMode="External"/><Relationship Id="rId4" Type="http://schemas.openxmlformats.org/officeDocument/2006/relationships/hyperlink" Target="https://www.census.gov/library/stories/2020/10/health-care-still-largest-united-states-employer.html" TargetMode="Externa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www.managedhealthcareexecutive.com/view/biggest-issues-facing-healthcare-today" TargetMode="External"/><Relationship Id="rId2" Type="http://schemas.openxmlformats.org/officeDocument/2006/relationships/slide" Target="../slides/slide37.xml"/><Relationship Id="rId1" Type="http://schemas.openxmlformats.org/officeDocument/2006/relationships/notesMaster" Target="../notesMasters/notesMaster1.xml"/><Relationship Id="rId5" Type="http://schemas.openxmlformats.org/officeDocument/2006/relationships/hyperlink" Target="https://www.prospectivedoctor.com/5-key-challenges-for-a-doctor-serving-humanity/" TargetMode="External"/><Relationship Id="rId4" Type="http://schemas.openxmlformats.org/officeDocument/2006/relationships/hyperlink" Target="https://www.waldenu.edu/online-masters-programs/master-of-science-in-nursing/resource/five-issues-nurses-face-in-their-career" TargetMode="Externa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www.kolabtree.com/blog/5-real-world-examples-of-ai-in-healthcare/" TargetMode="External"/><Relationship Id="rId2" Type="http://schemas.openxmlformats.org/officeDocument/2006/relationships/slide" Target="../slides/slide38.xml"/><Relationship Id="rId1" Type="http://schemas.openxmlformats.org/officeDocument/2006/relationships/notesMaster" Target="../notesMasters/notesMaster1.xml"/><Relationship Id="rId5" Type="http://schemas.openxmlformats.org/officeDocument/2006/relationships/hyperlink" Target="https://www.youtube.com/watch?v=yO5VARNjuBw" TargetMode="External"/><Relationship Id="rId4" Type="http://schemas.openxmlformats.org/officeDocument/2006/relationships/hyperlink" Target="https://builtin.com/artificial-intelligence/artificial-intelligence-healthcare" TargetMode="Externa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www.youtube.com/watch?v=_HhoZhjYq-M" TargetMode="External"/><Relationship Id="rId2" Type="http://schemas.openxmlformats.org/officeDocument/2006/relationships/slide" Target="../slides/slide39.xml"/><Relationship Id="rId1" Type="http://schemas.openxmlformats.org/officeDocument/2006/relationships/notesMaster" Target="../notesMasters/notesMaster1.xml"/><Relationship Id="rId6" Type="http://schemas.openxmlformats.org/officeDocument/2006/relationships/hyperlink" Target="https://www.youtube.com/watch?v=T0O9g0exvEA" TargetMode="External"/><Relationship Id="rId5" Type="http://schemas.openxmlformats.org/officeDocument/2006/relationships/hyperlink" Target="https://www.youtube.com/watch?v=JU8Zy91jaXE" TargetMode="External"/><Relationship Id="rId4" Type="http://schemas.openxmlformats.org/officeDocument/2006/relationships/hyperlink" Target="https://www.sensely.com/" TargetMode="Externa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www.wysa.io/"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www.twi-global.com/technical-knowledge/faqs/faq-what-is-manufacturing" TargetMode="External"/><Relationship Id="rId2" Type="http://schemas.openxmlformats.org/officeDocument/2006/relationships/slide" Target="../slides/slide44.xml"/><Relationship Id="rId1" Type="http://schemas.openxmlformats.org/officeDocument/2006/relationships/notesMaster" Target="../notesMasters/notesMaster1.xml"/><Relationship Id="rId4" Type="http://schemas.openxmlformats.org/officeDocument/2006/relationships/hyperlink" Target="https://www.nam.org/state-manufacturing-data/2020-united-states-manufacturing-facts/" TargetMode="Externa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www.hashmicro.com/blog/overcoming-common-manufacturing-challenges/" TargetMode="External"/><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https://www.blacklinegrp.com/blog/issues-facing-the-manufacturing-industry-2020" TargetMode="Externa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roboticsandautomationnews.com/2018/01/03/30-industrial-robot-manufacturers-to-watch-in-2018/15542/" TargetMode="External"/><Relationship Id="rId2" Type="http://schemas.openxmlformats.org/officeDocument/2006/relationships/slide" Target="../slides/slide46.xml"/><Relationship Id="rId1" Type="http://schemas.openxmlformats.org/officeDocument/2006/relationships/notesMaster" Target="../notesMasters/notesMaster1.xml"/><Relationship Id="rId4" Type="http://schemas.openxmlformats.org/officeDocument/2006/relationships/hyperlink" Target="https://www.jungheinrich.com.sg/systems/automated-guided-vehicle-system/automated-trucks" TargetMode="Externa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www.youtube.com/watch?v=tLcYxiNd59w" TargetMode="External"/><Relationship Id="rId2" Type="http://schemas.openxmlformats.org/officeDocument/2006/relationships/slide" Target="../slides/slide47.xml"/><Relationship Id="rId1" Type="http://schemas.openxmlformats.org/officeDocument/2006/relationships/notesMaster" Target="../notesMasters/notesMaster1.xml"/><Relationship Id="rId5" Type="http://schemas.openxmlformats.org/officeDocument/2006/relationships/hyperlink" Target="https://www.youtube.com/watch?v=nV34cMDfu_0" TargetMode="External"/><Relationship Id="rId4" Type="http://schemas.openxmlformats.org/officeDocument/2006/relationships/hyperlink" Target="https://www.youtube.com/watch?v=j7bjoI_joZs" TargetMode="Externa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www.investopedia.com/terms/e/energy_sector.asp" TargetMode="External"/><Relationship Id="rId2" Type="http://schemas.openxmlformats.org/officeDocument/2006/relationships/slide" Target="../slides/slide51.xml"/><Relationship Id="rId1" Type="http://schemas.openxmlformats.org/officeDocument/2006/relationships/notesMaster" Target="../notesMasters/notesMaster1.xml"/><Relationship Id="rId4" Type="http://schemas.openxmlformats.org/officeDocument/2006/relationships/hyperlink" Target="https://www.naseo.org/issues/energy-jobs/employment-report" TargetMode="Externa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s://www.fifthring.com/articles/the-key-challenges-facing-the-energy-industry-of-the-future" TargetMode="External"/><Relationship Id="rId2" Type="http://schemas.openxmlformats.org/officeDocument/2006/relationships/slide" Target="../slides/slide52.xml"/><Relationship Id="rId1" Type="http://schemas.openxmlformats.org/officeDocument/2006/relationships/notesMaster" Target="../notesMasters/notesMaster1.xml"/><Relationship Id="rId4" Type="http://schemas.openxmlformats.org/officeDocument/2006/relationships/hyperlink" Target="https://www.bloomberg.com/news/articles/2021-06-04/hackers-breached-colonial-pipeline-using-compromised-password" TargetMode="Externa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www.ifc.org/wps/wcm/connect/bd3a196d-a88f-45af-bbc6-e0b00790fba8/EMCompass_Note_81-05-web.pdf?MOD=AJPERES&amp;CVID=n72pj5g" TargetMode="External"/><Relationship Id="rId2" Type="http://schemas.openxmlformats.org/officeDocument/2006/relationships/slide" Target="../slides/slide53.xml"/><Relationship Id="rId1" Type="http://schemas.openxmlformats.org/officeDocument/2006/relationships/notesMaster" Target="../notesMasters/notesMaster1.xml"/><Relationship Id="rId5" Type="http://schemas.openxmlformats.org/officeDocument/2006/relationships/hyperlink" Target="https://www.cnbc.com/2019/06/14/the-business-using-ai-to-change-how-we-think-about-energy-storage.html" TargetMode="External"/><Relationship Id="rId4" Type="http://schemas.openxmlformats.org/officeDocument/2006/relationships/hyperlink" Target="https://fortune.com/2019/02/27/deepmind-wind-power-predictions/" TargetMode="Externa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3" Type="http://schemas.openxmlformats.org/officeDocument/2006/relationships/hyperlink" Target="https://blog.dixonvalve.com/us-transportation-sector" TargetMode="External"/><Relationship Id="rId2" Type="http://schemas.openxmlformats.org/officeDocument/2006/relationships/slide" Target="../slides/slide57.xml"/><Relationship Id="rId1" Type="http://schemas.openxmlformats.org/officeDocument/2006/relationships/notesMaster" Target="../notesMasters/notesMaster1.xml"/><Relationship Id="rId5" Type="http://schemas.openxmlformats.org/officeDocument/2006/relationships/hyperlink" Target="https://www.bts.dot.gov/sites/bts.dot.gov/files/u796/TET%202018%20Chapter%202.pdf" TargetMode="External"/><Relationship Id="rId4" Type="http://schemas.openxmlformats.org/officeDocument/2006/relationships/hyperlink" Target="https://data.bts.gov/stories/s/Transportation-Economic-Trends-Transportation-Empl/caxh-t8jd/" TargetMode="External"/></Relationships>
</file>

<file path=ppt/notesSlides/_rels/notesSlide57.xml.rels><?xml version="1.0" encoding="UTF-8" standalone="yes"?>
<Relationships xmlns="http://schemas.openxmlformats.org/package/2006/relationships"><Relationship Id="rId3" Type="http://schemas.openxmlformats.org/officeDocument/2006/relationships/hyperlink" Target="https://injuryfacts.nsc.org/motor-vehicle/overview/preliminary-monthly-estimates" TargetMode="External"/><Relationship Id="rId2" Type="http://schemas.openxmlformats.org/officeDocument/2006/relationships/slide" Target="../slides/slide58.xml"/><Relationship Id="rId1" Type="http://schemas.openxmlformats.org/officeDocument/2006/relationships/notesMaster" Target="../notesMasters/notesMaster1.xml"/><Relationship Id="rId6" Type="http://schemas.openxmlformats.org/officeDocument/2006/relationships/hyperlink" Target="https://www.mhlnews.com/transportation-distribution/article/22039246/top-10-challenges-facing-trucking" TargetMode="External"/><Relationship Id="rId5" Type="http://schemas.openxmlformats.org/officeDocument/2006/relationships/hyperlink" Target="https://fleetroot.com/blog/top-10-challenges-facing-logistics-companies-in-2019/" TargetMode="External"/><Relationship Id="rId4" Type="http://schemas.openxmlformats.org/officeDocument/2006/relationships/hyperlink" Target="https://www.yarno.com.au/blog/top-5-issues-in-transportation/" TargetMode="External"/></Relationships>
</file>

<file path=ppt/notesSlides/_rels/notesSlide58.xml.rels><?xml version="1.0" encoding="UTF-8" standalone="yes"?>
<Relationships xmlns="http://schemas.openxmlformats.org/package/2006/relationships"><Relationship Id="rId8" Type="http://schemas.openxmlformats.org/officeDocument/2006/relationships/hyperlink" Target="https://www.washingtonpost.com/local/trafficandcommuting/grocery-delivery-robot-wins-first-federal-safety-approval-for-a-self-driving-vehicle/2020/02/06/90e97658-48f5-11ea-9164-d3154ad8a5cd_story.html" TargetMode="External"/><Relationship Id="rId3" Type="http://schemas.openxmlformats.org/officeDocument/2006/relationships/hyperlink" Target="https://hackernoon.com/examples-of-ai-implementation-in-transport-c1a451b90fb7" TargetMode="External"/><Relationship Id="rId7" Type="http://schemas.openxmlformats.org/officeDocument/2006/relationships/hyperlink" Target="https://www.youtube.com/watch?v=w9TDlJj7gn0" TargetMode="External"/><Relationship Id="rId2" Type="http://schemas.openxmlformats.org/officeDocument/2006/relationships/slide" Target="../slides/slide59.xml"/><Relationship Id="rId1" Type="http://schemas.openxmlformats.org/officeDocument/2006/relationships/notesMaster" Target="../notesMasters/notesMaster1.xml"/><Relationship Id="rId6" Type="http://schemas.openxmlformats.org/officeDocument/2006/relationships/hyperlink" Target="https://www.youtube.com/watch?v=Txtj-Xp6REE" TargetMode="External"/><Relationship Id="rId5" Type="http://schemas.openxmlformats.org/officeDocument/2006/relationships/hyperlink" Target="https://techwireasia.com/2020/01/chinas-didi-uses-ai-powered-facial-recognition-feature-to-boost-safety/" TargetMode="External"/><Relationship Id="rId4" Type="http://schemas.openxmlformats.org/officeDocument/2006/relationships/hyperlink" Target="https://www.lanner-america.com/blog/examples-artificial-intelligence-applications-transportation/" TargetMode="Externa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3" Type="http://schemas.openxmlformats.org/officeDocument/2006/relationships/hyperlink" Target="https://en.wikipedia.org/wiki/Education_in_the_United_States" TargetMode="External"/><Relationship Id="rId2" Type="http://schemas.openxmlformats.org/officeDocument/2006/relationships/slide" Target="../slides/slide63.xml"/><Relationship Id="rId1" Type="http://schemas.openxmlformats.org/officeDocument/2006/relationships/notesMaster" Target="../notesMasters/notesMaster1.xml"/><Relationship Id="rId4" Type="http://schemas.openxmlformats.org/officeDocument/2006/relationships/hyperlink" Target="https://educationdata.org/k12-enrollment-statistics" TargetMode="External"/></Relationships>
</file>

<file path=ppt/notesSlides/_rels/notesSlide63.xml.rels><?xml version="1.0" encoding="UTF-8" standalone="yes"?>
<Relationships xmlns="http://schemas.openxmlformats.org/package/2006/relationships"><Relationship Id="rId3" Type="http://schemas.openxmlformats.org/officeDocument/2006/relationships/hyperlink" Target="https://www.theedadvocate.org/10-reasons-the-u-s-education-system-is-failing/" TargetMode="External"/><Relationship Id="rId2" Type="http://schemas.openxmlformats.org/officeDocument/2006/relationships/slide" Target="../slides/slide64.xml"/><Relationship Id="rId1" Type="http://schemas.openxmlformats.org/officeDocument/2006/relationships/notesMaster" Target="../notesMasters/notesMaster1.xml"/><Relationship Id="rId4" Type="http://schemas.openxmlformats.org/officeDocument/2006/relationships/hyperlink" Target="https://www.publicschoolreview.com/blog/the-15-biggest-failures-of-the-american-public-education-system" TargetMode="External"/></Relationships>
</file>

<file path=ppt/notesSlides/_rels/notesSlide64.xml.rels><?xml version="1.0" encoding="UTF-8" standalone="yes"?>
<Relationships xmlns="http://schemas.openxmlformats.org/package/2006/relationships"><Relationship Id="rId3" Type="http://schemas.openxmlformats.org/officeDocument/2006/relationships/hyperlink" Target="https://edtechmagazine.com/higher/article/2019/10/universities-use-ai-chatbots-improve-student-services" TargetMode="External"/><Relationship Id="rId2" Type="http://schemas.openxmlformats.org/officeDocument/2006/relationships/slide" Target="../slides/slide65.xml"/><Relationship Id="rId1" Type="http://schemas.openxmlformats.org/officeDocument/2006/relationships/notesMaster" Target="../notesMasters/notesMaster1.xml"/><Relationship Id="rId5" Type="http://schemas.openxmlformats.org/officeDocument/2006/relationships/hyperlink" Target="https://www.youtube.com/watch?v=C79x_tK1mg0" TargetMode="External"/><Relationship Id="rId4" Type="http://schemas.openxmlformats.org/officeDocument/2006/relationships/hyperlink" Target="https://www.lexalytics.com/lexablog/ai-in-education-present-future-ethics" TargetMode="Externa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3" Type="http://schemas.openxmlformats.org/officeDocument/2006/relationships/hyperlink" Target="https://www.investopedia.com/ask/answers/030315/what-financial-services-sector.asp" TargetMode="External"/><Relationship Id="rId2" Type="http://schemas.openxmlformats.org/officeDocument/2006/relationships/slide" Target="../slides/slide69.xml"/><Relationship Id="rId1" Type="http://schemas.openxmlformats.org/officeDocument/2006/relationships/notesMaster" Target="../notesMasters/notesMaster1.xml"/><Relationship Id="rId4" Type="http://schemas.openxmlformats.org/officeDocument/2006/relationships/hyperlink" Target="https://www.ibisworld.com/industry-statistics/employment/commercial-banking-united-states/" TargetMode="External"/></Relationships>
</file>

<file path=ppt/notesSlides/_rels/notesSlide69.xml.rels><?xml version="1.0" encoding="UTF-8" standalone="yes"?>
<Relationships xmlns="http://schemas.openxmlformats.org/package/2006/relationships"><Relationship Id="rId3" Type="http://schemas.openxmlformats.org/officeDocument/2006/relationships/hyperlink" Target="https://global.hitachi-solutions.com/blog/top-10-challenges-banking-financial-organizations-can-overcome" TargetMode="External"/><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3" Type="http://schemas.openxmlformats.org/officeDocument/2006/relationships/hyperlink" Target="https://onlinedegrees.sandiego.edu/artificial-intelligence-finance/" TargetMode="External"/><Relationship Id="rId2" Type="http://schemas.openxmlformats.org/officeDocument/2006/relationships/slide" Target="../slides/slide71.xml"/><Relationship Id="rId1" Type="http://schemas.openxmlformats.org/officeDocument/2006/relationships/notesMaster" Target="../notesMasters/notesMaster1.xml"/><Relationship Id="rId5" Type="http://schemas.openxmlformats.org/officeDocument/2006/relationships/hyperlink" Target="https://builtin.com/artificial-intelligence/ai-finance-banking-applications-companies" TargetMode="External"/><Relationship Id="rId4" Type="http://schemas.openxmlformats.org/officeDocument/2006/relationships/hyperlink" Target="https://www.ocrolus.com/" TargetMode="Externa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srgbClr val="525252"/>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srgbClr val="525252"/>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09234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3</a:t>
            </a:fld>
            <a:endParaRPr lang="en-IN"/>
          </a:p>
        </p:txBody>
      </p:sp>
    </p:spTree>
    <p:extLst>
      <p:ext uri="{BB962C8B-B14F-4D97-AF65-F5344CB8AC3E}">
        <p14:creationId xmlns:p14="http://schemas.microsoft.com/office/powerpoint/2010/main" val="2475965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4</a:t>
            </a:fld>
            <a:endParaRPr lang="en-IN"/>
          </a:p>
        </p:txBody>
      </p:sp>
    </p:spTree>
    <p:extLst>
      <p:ext uri="{BB962C8B-B14F-4D97-AF65-F5344CB8AC3E}">
        <p14:creationId xmlns:p14="http://schemas.microsoft.com/office/powerpoint/2010/main" val="2314198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5</a:t>
            </a:fld>
            <a:endParaRPr lang="en-IN"/>
          </a:p>
        </p:txBody>
      </p:sp>
    </p:spTree>
    <p:extLst>
      <p:ext uri="{BB962C8B-B14F-4D97-AF65-F5344CB8AC3E}">
        <p14:creationId xmlns:p14="http://schemas.microsoft.com/office/powerpoint/2010/main" val="291660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6</a:t>
            </a:fld>
            <a:endParaRPr lang="en-IN"/>
          </a:p>
        </p:txBody>
      </p:sp>
    </p:spTree>
    <p:extLst>
      <p:ext uri="{BB962C8B-B14F-4D97-AF65-F5344CB8AC3E}">
        <p14:creationId xmlns:p14="http://schemas.microsoft.com/office/powerpoint/2010/main" val="3552555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definitions for Digitalization.</a:t>
            </a:r>
          </a:p>
          <a:p>
            <a:endParaRPr lang="en-US" dirty="0"/>
          </a:p>
          <a:p>
            <a:pPr marL="0" indent="0">
              <a:buFont typeface="Arial" panose="020B0604020202020204" pitchFamily="34" charset="0"/>
              <a:buNone/>
            </a:pPr>
            <a:r>
              <a:rPr lang="en-US" sz="1200" dirty="0" err="1">
                <a:latin typeface="IntelOne Text Light" panose="020B0403020203020204" pitchFamily="34" charset="0"/>
              </a:rPr>
              <a:t>Digitalisation</a:t>
            </a:r>
            <a:r>
              <a:rPr lang="en-US" sz="1200" dirty="0">
                <a:latin typeface="IntelOne Text Light" panose="020B0403020203020204" pitchFamily="34" charset="0"/>
              </a:rPr>
              <a:t>: Why you should </a:t>
            </a:r>
            <a:r>
              <a:rPr lang="en-US" sz="1200" dirty="0" err="1">
                <a:latin typeface="IntelOne Text Light" panose="020B0403020203020204" pitchFamily="34" charset="0"/>
              </a:rPr>
              <a:t>digitalise</a:t>
            </a:r>
            <a:r>
              <a:rPr lang="en-US" sz="1200" dirty="0">
                <a:latin typeface="IntelOne Text Light" panose="020B0403020203020204" pitchFamily="34" charset="0"/>
              </a:rPr>
              <a:t> your business and how to succeed. Andreas </a:t>
            </a:r>
            <a:r>
              <a:rPr lang="en-US" sz="1200" dirty="0" err="1">
                <a:latin typeface="IntelOne Text Light" panose="020B0403020203020204" pitchFamily="34" charset="0"/>
              </a:rPr>
              <a:t>Grundsell</a:t>
            </a:r>
            <a:r>
              <a:rPr lang="en-US" sz="1200" dirty="0">
                <a:latin typeface="IntelOne Text Light" panose="020B0403020203020204" pitchFamily="34" charset="0"/>
              </a:rPr>
              <a:t>. February 18, 2021. </a:t>
            </a:r>
            <a:r>
              <a:rPr lang="en-US" sz="1200" dirty="0">
                <a:latin typeface="IntelOne Text Light" panose="020B0403020203020204" pitchFamily="34" charset="0"/>
                <a:hlinkClick r:id="rId3"/>
              </a:rPr>
              <a:t>https://www.pagero.com/blog/digitalisation-why-digitalise-your-business</a:t>
            </a:r>
            <a:endParaRPr lang="en-US" sz="1200" dirty="0">
              <a:latin typeface="IntelOne Text Light" panose="020B0403020203020204" pitchFamily="34" charset="0"/>
            </a:endParaRPr>
          </a:p>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7</a:t>
            </a:fld>
            <a:endParaRPr lang="en-IN"/>
          </a:p>
        </p:txBody>
      </p:sp>
    </p:spTree>
    <p:extLst>
      <p:ext uri="{BB962C8B-B14F-4D97-AF65-F5344CB8AC3E}">
        <p14:creationId xmlns:p14="http://schemas.microsoft.com/office/powerpoint/2010/main" val="2244718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You can ask the students what could be the differences between the two words.</a:t>
            </a:r>
            <a:endParaRPr lang="en-US" dirty="0"/>
          </a:p>
        </p:txBody>
      </p:sp>
    </p:spTree>
    <p:extLst>
      <p:ext uri="{BB962C8B-B14F-4D97-AF65-F5344CB8AC3E}">
        <p14:creationId xmlns:p14="http://schemas.microsoft.com/office/powerpoint/2010/main" val="250777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err="1">
                <a:latin typeface="IntelOne Text Light" panose="020B0403020203020204" pitchFamily="34" charset="0"/>
              </a:rPr>
              <a:t>Digitalisation</a:t>
            </a:r>
            <a:r>
              <a:rPr lang="en-US" sz="1200" dirty="0">
                <a:latin typeface="IntelOne Text Light" panose="020B0403020203020204" pitchFamily="34" charset="0"/>
              </a:rPr>
              <a:t>: Why you should </a:t>
            </a:r>
            <a:r>
              <a:rPr lang="en-US" sz="1200" dirty="0" err="1">
                <a:latin typeface="IntelOne Text Light" panose="020B0403020203020204" pitchFamily="34" charset="0"/>
              </a:rPr>
              <a:t>digitalise</a:t>
            </a:r>
            <a:r>
              <a:rPr lang="en-US" sz="1200" dirty="0">
                <a:latin typeface="IntelOne Text Light" panose="020B0403020203020204" pitchFamily="34" charset="0"/>
              </a:rPr>
              <a:t> your business and how to succeed. Andreas </a:t>
            </a:r>
            <a:r>
              <a:rPr lang="en-US" sz="1200" dirty="0" err="1">
                <a:latin typeface="IntelOne Text Light" panose="020B0403020203020204" pitchFamily="34" charset="0"/>
              </a:rPr>
              <a:t>Grundsell</a:t>
            </a:r>
            <a:r>
              <a:rPr lang="en-US" sz="1200" dirty="0">
                <a:latin typeface="IntelOne Text Light" panose="020B0403020203020204" pitchFamily="34" charset="0"/>
              </a:rPr>
              <a:t>. February 18, 2021. </a:t>
            </a:r>
            <a:r>
              <a:rPr lang="en-US" sz="1200" dirty="0">
                <a:latin typeface="IntelOne Text Light" panose="020B0403020203020204" pitchFamily="34" charset="0"/>
                <a:hlinkClick r:id="rId3"/>
              </a:rPr>
              <a:t>https://www.pagero.com/blog/digitalisation-why-digitalise-your-business</a:t>
            </a:r>
            <a:endParaRPr lang="en-US" sz="1200" dirty="0">
              <a:latin typeface="IntelOne Text Light" panose="020B0403020203020204" pitchFamily="34" charset="0"/>
            </a:endParaRPr>
          </a:p>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9</a:t>
            </a:fld>
            <a:endParaRPr lang="en-IN"/>
          </a:p>
        </p:txBody>
      </p:sp>
    </p:spTree>
    <p:extLst>
      <p:ext uri="{BB962C8B-B14F-4D97-AF65-F5344CB8AC3E}">
        <p14:creationId xmlns:p14="http://schemas.microsoft.com/office/powerpoint/2010/main" val="2014062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7 Reasons Why You Need to Start Business Digitalization Right Now. </a:t>
            </a:r>
            <a:r>
              <a:rPr lang="en-US" sz="1200" dirty="0" err="1">
                <a:latin typeface="IntelOne Text Light" panose="020B0403020203020204" pitchFamily="34" charset="0"/>
              </a:rPr>
              <a:t>RabIT</a:t>
            </a:r>
            <a:r>
              <a:rPr lang="en-US" sz="1200" dirty="0">
                <a:latin typeface="IntelOne Text Light" panose="020B0403020203020204" pitchFamily="34" charset="0"/>
              </a:rPr>
              <a:t> software engineering. April 10, 2018. </a:t>
            </a:r>
            <a:r>
              <a:rPr lang="en-US" sz="1200" dirty="0">
                <a:latin typeface="IntelOne Text Light" panose="020B0403020203020204" pitchFamily="34" charset="0"/>
                <a:hlinkClick r:id="rId3"/>
              </a:rPr>
              <a:t>https://www.rabitse.com/blog/7-reasons-behind-business-digitization/</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[Video] Pizza Hut - Chaotic Moon Studios Interactive Concept Table. </a:t>
            </a:r>
            <a:r>
              <a:rPr lang="en-US" sz="1200" dirty="0" err="1">
                <a:latin typeface="IntelOne Text Light" panose="020B0403020203020204" pitchFamily="34" charset="0"/>
              </a:rPr>
              <a:t>Yourdailyfunvideos</a:t>
            </a:r>
            <a:r>
              <a:rPr lang="en-US" sz="1200" dirty="0">
                <a:latin typeface="IntelOne Text Light" panose="020B0403020203020204" pitchFamily="34" charset="0"/>
              </a:rPr>
              <a:t>. Mar 6, 2014. </a:t>
            </a:r>
            <a:r>
              <a:rPr lang="en-US" sz="1200" dirty="0">
                <a:latin typeface="IntelOne Text Light" panose="020B0403020203020204" pitchFamily="34" charset="0"/>
                <a:hlinkClick r:id="rId4"/>
              </a:rPr>
              <a:t>https://www.youtube.com/watch?v=UzRZRyPReJk</a:t>
            </a:r>
            <a:r>
              <a:rPr lang="en-US" sz="1200" dirty="0">
                <a:latin typeface="IntelOne Text Light" panose="020B0403020203020204" pitchFamily="34" charset="0"/>
              </a:rPr>
              <a:t> </a:t>
            </a:r>
          </a:p>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10</a:t>
            </a:fld>
            <a:endParaRPr lang="en-IN"/>
          </a:p>
        </p:txBody>
      </p:sp>
    </p:spTree>
    <p:extLst>
      <p:ext uri="{BB962C8B-B14F-4D97-AF65-F5344CB8AC3E}">
        <p14:creationId xmlns:p14="http://schemas.microsoft.com/office/powerpoint/2010/main" val="2166388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7 Reasons Why You Need to Start Business Digitalization Right Now. </a:t>
            </a:r>
            <a:r>
              <a:rPr lang="en-US" sz="1200" dirty="0" err="1">
                <a:latin typeface="IntelOne Text Light" panose="020B0403020203020204" pitchFamily="34" charset="0"/>
              </a:rPr>
              <a:t>RabIT</a:t>
            </a:r>
            <a:r>
              <a:rPr lang="en-US" sz="1200" dirty="0">
                <a:latin typeface="IntelOne Text Light" panose="020B0403020203020204" pitchFamily="34" charset="0"/>
              </a:rPr>
              <a:t> software engineering. April 10, 2018. </a:t>
            </a:r>
            <a:r>
              <a:rPr lang="en-US" sz="1200" dirty="0">
                <a:latin typeface="IntelOne Text Light" panose="020B0403020203020204" pitchFamily="34" charset="0"/>
                <a:hlinkClick r:id="rId3"/>
              </a:rPr>
              <a:t>https://www.rabitse.com/blog/7-reasons-behind-business-digitization/</a:t>
            </a:r>
            <a:r>
              <a:rPr lang="en-US" sz="1200" dirty="0">
                <a:latin typeface="IntelOne Text Light" panose="020B0403020203020204" pitchFamily="34" charset="0"/>
              </a:rPr>
              <a:t> </a:t>
            </a:r>
          </a:p>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11</a:t>
            </a:fld>
            <a:endParaRPr lang="en-IN"/>
          </a:p>
        </p:txBody>
      </p:sp>
    </p:spTree>
    <p:extLst>
      <p:ext uri="{BB962C8B-B14F-4D97-AF65-F5344CB8AC3E}">
        <p14:creationId xmlns:p14="http://schemas.microsoft.com/office/powerpoint/2010/main" val="1669301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The importance of digitalization. </a:t>
            </a:r>
            <a:r>
              <a:rPr lang="en-US" sz="1200" dirty="0" err="1">
                <a:latin typeface="IntelOne Text Light" panose="020B0403020203020204" pitchFamily="34" charset="0"/>
              </a:rPr>
              <a:t>Chakib</a:t>
            </a:r>
            <a:r>
              <a:rPr lang="en-US" sz="1200" dirty="0">
                <a:latin typeface="IntelOne Text Light" panose="020B0403020203020204" pitchFamily="34" charset="0"/>
              </a:rPr>
              <a:t> Abi-Saab. January 5, 2015. </a:t>
            </a:r>
            <a:r>
              <a:rPr lang="en-US" sz="1200" dirty="0">
                <a:latin typeface="IntelOne Text Light" panose="020B0403020203020204" pitchFamily="34" charset="0"/>
                <a:hlinkClick r:id="rId3"/>
              </a:rPr>
              <a:t>https://www.enterpriseitnews.com.my/the-importance-of-digitalization/</a:t>
            </a:r>
            <a:r>
              <a:rPr lang="en-US" sz="1200" dirty="0">
                <a:latin typeface="IntelOne Text Light" panose="020B0403020203020204" pitchFamily="34" charset="0"/>
              </a:rPr>
              <a:t> </a:t>
            </a:r>
          </a:p>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12</a:t>
            </a:fld>
            <a:endParaRPr lang="en-IN"/>
          </a:p>
        </p:txBody>
      </p:sp>
    </p:spTree>
    <p:extLst>
      <p:ext uri="{BB962C8B-B14F-4D97-AF65-F5344CB8AC3E}">
        <p14:creationId xmlns:p14="http://schemas.microsoft.com/office/powerpoint/2010/main" val="2718878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You can ask the students what are their thoughts on the differences.</a:t>
            </a:r>
            <a:endParaRPr lang="en-US" dirty="0"/>
          </a:p>
        </p:txBody>
      </p:sp>
    </p:spTree>
    <p:extLst>
      <p:ext uri="{BB962C8B-B14F-4D97-AF65-F5344CB8AC3E}">
        <p14:creationId xmlns:p14="http://schemas.microsoft.com/office/powerpoint/2010/main" val="48086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The importance of digitalization. </a:t>
            </a:r>
            <a:r>
              <a:rPr lang="en-US" sz="1200" dirty="0" err="1">
                <a:latin typeface="IntelOne Text Light" panose="020B0403020203020204" pitchFamily="34" charset="0"/>
              </a:rPr>
              <a:t>Chakib</a:t>
            </a:r>
            <a:r>
              <a:rPr lang="en-US" sz="1200" dirty="0">
                <a:latin typeface="IntelOne Text Light" panose="020B0403020203020204" pitchFamily="34" charset="0"/>
              </a:rPr>
              <a:t> Abi-Saab. January 5, 2015. </a:t>
            </a:r>
            <a:r>
              <a:rPr lang="en-US" sz="1200" dirty="0">
                <a:latin typeface="IntelOne Text Light" panose="020B0403020203020204" pitchFamily="34" charset="0"/>
                <a:hlinkClick r:id="rId3"/>
              </a:rPr>
              <a:t>https://www.enterpriseitnews.com.my/the-importance-of-digitalization/</a:t>
            </a:r>
            <a:r>
              <a:rPr lang="en-US" sz="1200" dirty="0">
                <a:latin typeface="IntelOne Text Light" panose="020B0403020203020204" pitchFamily="34" charset="0"/>
              </a:rPr>
              <a:t> </a:t>
            </a:r>
          </a:p>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14</a:t>
            </a:fld>
            <a:endParaRPr lang="en-IN"/>
          </a:p>
        </p:txBody>
      </p:sp>
    </p:spTree>
    <p:extLst>
      <p:ext uri="{BB962C8B-B14F-4D97-AF65-F5344CB8AC3E}">
        <p14:creationId xmlns:p14="http://schemas.microsoft.com/office/powerpoint/2010/main" val="1348352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15</a:t>
            </a:fld>
            <a:endParaRPr lang="en-IN"/>
          </a:p>
        </p:txBody>
      </p:sp>
    </p:spTree>
    <p:extLst>
      <p:ext uri="{BB962C8B-B14F-4D97-AF65-F5344CB8AC3E}">
        <p14:creationId xmlns:p14="http://schemas.microsoft.com/office/powerpoint/2010/main" val="23245881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419596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exercise on observation, on how to link everyday AI to the other industries.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3097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272637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16452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2708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69505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08185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What Is Retail? erply.com. </a:t>
            </a:r>
            <a:r>
              <a:rPr lang="en-US" sz="1200" dirty="0">
                <a:latin typeface="IntelOne Text Light" panose="020B0403020203020204" pitchFamily="34" charset="0"/>
                <a:hlinkClick r:id="rId3"/>
              </a:rPr>
              <a:t>https://erply.com/what-is-retail/</a:t>
            </a:r>
            <a:endParaRPr lang="en-US" sz="1200" dirty="0">
              <a:latin typeface="IntelOne Text Light" panose="020B0403020203020204" pitchFamily="34" charset="0"/>
            </a:endParaRPr>
          </a:p>
          <a:p>
            <a:pPr marL="0" indent="0">
              <a:buFont typeface="Arial" panose="020B0604020202020204" pitchFamily="34" charset="0"/>
              <a:buNone/>
            </a:pPr>
            <a:r>
              <a:rPr lang="en-US" sz="1200" dirty="0">
                <a:latin typeface="IntelOne Text Light" panose="020B0403020203020204" pitchFamily="34" charset="0"/>
              </a:rPr>
              <a:t>Retail Jobs. National Retail Federation. </a:t>
            </a:r>
            <a:r>
              <a:rPr lang="en-US" sz="1200" dirty="0">
                <a:latin typeface="IntelOne Text Light" panose="020B0403020203020204" pitchFamily="34" charset="0"/>
                <a:hlinkClick r:id="rId4"/>
              </a:rPr>
              <a:t>https://nrf.com/insights/economy/about-retail-jobs</a:t>
            </a:r>
            <a:endParaRPr lang="en-US" sz="1200" dirty="0">
              <a:latin typeface="IntelOne Text Light" panose="020B0403020203020204" pitchFamily="34" charset="0"/>
            </a:endParaRPr>
          </a:p>
          <a:p>
            <a:pPr marL="0" indent="0">
              <a:buFont typeface="Arial" panose="020B0604020202020204" pitchFamily="34" charset="0"/>
              <a:buNone/>
            </a:pPr>
            <a:r>
              <a:rPr lang="en-US" sz="1200" dirty="0">
                <a:latin typeface="IntelOne Text Light" panose="020B0403020203020204" pitchFamily="34" charset="0"/>
              </a:rPr>
              <a:t>National Retail Federation boosts its annual forecast, expects ‘fastest growth that we’ve seen in this country since 1984’. Melissa Repko. JUN 9 2021. </a:t>
            </a:r>
            <a:r>
              <a:rPr lang="en-US" sz="1200" dirty="0">
                <a:latin typeface="IntelOne Text Light" panose="020B0403020203020204" pitchFamily="34" charset="0"/>
                <a:hlinkClick r:id="rId5"/>
              </a:rPr>
              <a:t>https://www.cnbc.com/2021/06/09/retail-sales-to-rise-10point5percent-13point5percent-to-more-than-4point44-trillion-nrf-says.html</a:t>
            </a:r>
            <a:r>
              <a:rPr lang="en-US" sz="1200" dirty="0">
                <a:latin typeface="IntelOne Text Light" panose="020B0403020203020204" pitchFamily="34"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28538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5 Key Challenges Facing Retailers Today – And How to Solve Them. </a:t>
            </a:r>
            <a:r>
              <a:rPr lang="en-US" sz="1200" dirty="0" err="1">
                <a:latin typeface="IntelOne Text Light" panose="020B0403020203020204" pitchFamily="34" charset="0"/>
              </a:rPr>
              <a:t>eTail</a:t>
            </a:r>
            <a:r>
              <a:rPr lang="en-US" sz="1200" dirty="0">
                <a:latin typeface="IntelOne Text Light" panose="020B0403020203020204" pitchFamily="34" charset="0"/>
              </a:rPr>
              <a:t>. </a:t>
            </a:r>
            <a:r>
              <a:rPr lang="en-US" sz="1200" dirty="0">
                <a:latin typeface="IntelOne Text Light" panose="020B0403020203020204" pitchFamily="34" charset="0"/>
                <a:hlinkClick r:id="rId3"/>
              </a:rPr>
              <a:t>https://etaileast.wbresearch.com/blog/five-key-challenges-for-retailers-how-to-solve-them</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Retail Industry Challenges &amp; Opportunities In 2021. TEAM LINCHPIN. JUNE 17, 2021. </a:t>
            </a:r>
            <a:r>
              <a:rPr lang="en-US" sz="1200" dirty="0">
                <a:latin typeface="IntelOne Text Light" panose="020B0403020203020204" pitchFamily="34" charset="0"/>
                <a:hlinkClick r:id="rId4"/>
              </a:rPr>
              <a:t>https://linchpinseo.com/common-challenges-facing-the-retail-industry/</a:t>
            </a:r>
            <a:r>
              <a:rPr lang="en-US" sz="1200" dirty="0">
                <a:latin typeface="IntelOne Text Light" panose="020B0403020203020204" pitchFamily="34" charset="0"/>
              </a:rPr>
              <a:t>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61937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A Helping Hand. Lowe's </a:t>
            </a:r>
            <a:r>
              <a:rPr lang="en-US" sz="1200" dirty="0" err="1">
                <a:latin typeface="IntelOne Text Light" panose="020B0403020203020204" pitchFamily="34" charset="0"/>
              </a:rPr>
              <a:t>Innocation</a:t>
            </a:r>
            <a:r>
              <a:rPr lang="en-US" sz="1200" dirty="0">
                <a:latin typeface="IntelOne Text Light" panose="020B0403020203020204" pitchFamily="34" charset="0"/>
              </a:rPr>
              <a:t> Labs. </a:t>
            </a:r>
            <a:r>
              <a:rPr lang="en-US" sz="1200" dirty="0">
                <a:latin typeface="IntelOne Text Light" panose="020B0403020203020204" pitchFamily="34" charset="0"/>
                <a:hlinkClick r:id="rId3"/>
              </a:rPr>
              <a:t>https://www.lowesinnovationlabs.com/lowebot/</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[Video] Lowe’s Introduces </a:t>
            </a:r>
            <a:r>
              <a:rPr lang="en-US" sz="1200" dirty="0" err="1">
                <a:latin typeface="IntelOne Text Light" panose="020B0403020203020204" pitchFamily="34" charset="0"/>
              </a:rPr>
              <a:t>LoweBot</a:t>
            </a:r>
            <a:r>
              <a:rPr lang="en-US" sz="1200" dirty="0">
                <a:latin typeface="IntelOne Text Light" panose="020B0403020203020204" pitchFamily="34" charset="0"/>
              </a:rPr>
              <a:t>. Lowe's Home Improvement. Aug 30, 2016. </a:t>
            </a:r>
            <a:r>
              <a:rPr lang="en-US" sz="1200" dirty="0">
                <a:latin typeface="IntelOne Text Light" panose="020B0403020203020204" pitchFamily="34" charset="0"/>
                <a:hlinkClick r:id="rId4"/>
              </a:rPr>
              <a:t>https://www.youtube.com/watch?v=hP3yfGHTXFo</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[Video] Introducing Amazon Go and the world’s most advanced shopping technology. amazon. Dec 5, 2016. </a:t>
            </a:r>
            <a:r>
              <a:rPr lang="en-US" sz="1200" dirty="0">
                <a:latin typeface="IntelOne Text Light" panose="020B0403020203020204" pitchFamily="34" charset="0"/>
                <a:hlinkClick r:id="rId5"/>
              </a:rPr>
              <a:t>https://www.youtube.com/watch?v=NrmMk1Myrxc</a:t>
            </a:r>
            <a:r>
              <a:rPr lang="en-US" sz="1200" dirty="0">
                <a:latin typeface="IntelOne Text Light" panose="020B0403020203020204" pitchFamily="34"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65669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possible answers, there are no right or wrong answers:</a:t>
            </a:r>
          </a:p>
          <a:p>
            <a:r>
              <a:rPr lang="en-US" dirty="0"/>
              <a:t>Some other AI solutions include chatbot to facilitate the customers’ purchase, computer vision to recognize customer and offer customized user experience, and automated purchase based on the remaining food in their fridge.</a:t>
            </a:r>
          </a:p>
          <a:p>
            <a:r>
              <a:rPr lang="en-US" dirty="0"/>
              <a:t>Possible ethical problem include lack of privacy and the reasons for unemployment. To reduce the risk, we should develop AI technologies that can work together with our workers, and not as a replacement.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5866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544423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34847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Ag and Food Sectors and the Economy. Economic Research Service U.S. DEPARTMENT OF AGRICULTURE. </a:t>
            </a:r>
            <a:r>
              <a:rPr lang="en-US" sz="1200" dirty="0">
                <a:latin typeface="IntelOne Text Light" panose="020B0403020203020204" pitchFamily="34" charset="0"/>
                <a:hlinkClick r:id="rId3"/>
              </a:rPr>
              <a:t>https://www.ers.usda.gov/data-products/ag-and-food-statistics-charting-the-essentials/ag-and-food-sectors-and-the-economy</a:t>
            </a:r>
            <a:r>
              <a:rPr lang="en-US" sz="1200" dirty="0">
                <a:latin typeface="IntelOne Text Light" panose="020B0403020203020204" pitchFamily="34" charset="0"/>
              </a:rPr>
              <a:t>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98738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Three key challenges facing agriculture and how to start solving them. Jonathan Brooks, Koen </a:t>
            </a:r>
            <a:r>
              <a:rPr lang="en-US" sz="1200" dirty="0" err="1">
                <a:latin typeface="IntelOne Text Light" panose="020B0403020203020204" pitchFamily="34" charset="0"/>
              </a:rPr>
              <a:t>Deconinck</a:t>
            </a:r>
            <a:r>
              <a:rPr lang="en-US" sz="1200" dirty="0">
                <a:latin typeface="IntelOne Text Light" panose="020B0403020203020204" pitchFamily="34" charset="0"/>
              </a:rPr>
              <a:t> and Céline </a:t>
            </a:r>
            <a:r>
              <a:rPr lang="en-US" sz="1200" dirty="0" err="1">
                <a:latin typeface="IntelOne Text Light" panose="020B0403020203020204" pitchFamily="34" charset="0"/>
              </a:rPr>
              <a:t>Giner</a:t>
            </a:r>
            <a:r>
              <a:rPr lang="en-US" sz="1200" dirty="0">
                <a:latin typeface="IntelOne Text Light" panose="020B0403020203020204" pitchFamily="34" charset="0"/>
              </a:rPr>
              <a:t>. 6 June 2019. </a:t>
            </a:r>
            <a:r>
              <a:rPr lang="en-US" sz="1200" dirty="0">
                <a:latin typeface="IntelOne Text Light" panose="020B0403020203020204" pitchFamily="34" charset="0"/>
                <a:hlinkClick r:id="rId3"/>
              </a:rPr>
              <a:t>https://www.oecd.org/agriculture/key-challenges-agriculture-how-solve/</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Modern agriculture has many complex challenges. </a:t>
            </a:r>
            <a:r>
              <a:rPr lang="en-US" sz="1200" dirty="0" err="1">
                <a:latin typeface="IntelOne Text Light" panose="020B0403020203020204" pitchFamily="34" charset="0"/>
              </a:rPr>
              <a:t>syngenta</a:t>
            </a:r>
            <a:r>
              <a:rPr lang="en-US" sz="1200" dirty="0">
                <a:latin typeface="IntelOne Text Light" panose="020B0403020203020204" pitchFamily="34" charset="0"/>
              </a:rPr>
              <a:t>. </a:t>
            </a:r>
            <a:r>
              <a:rPr lang="en-US" sz="1200" dirty="0">
                <a:latin typeface="IntelOne Text Light" panose="020B0403020203020204" pitchFamily="34" charset="0"/>
                <a:hlinkClick r:id="rId4"/>
              </a:rPr>
              <a:t>https://www.syngenta.com/en/innovation-agriculture/challenges-modern-agriculture</a:t>
            </a: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64983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Artificial Intelligence in Agriculture: Rooting Out the Seed of Doubt. Dmytro </a:t>
            </a:r>
            <a:r>
              <a:rPr lang="en-US" sz="1200" dirty="0" err="1">
                <a:latin typeface="IntelOne Text Light" panose="020B0403020203020204" pitchFamily="34" charset="0"/>
              </a:rPr>
              <a:t>Lenniy</a:t>
            </a:r>
            <a:r>
              <a:rPr lang="en-US" sz="1200" dirty="0">
                <a:latin typeface="IntelOne Text Light" panose="020B0403020203020204" pitchFamily="34" charset="0"/>
              </a:rPr>
              <a:t>. February 18, 2021. </a:t>
            </a:r>
            <a:r>
              <a:rPr lang="en-US" sz="1200" dirty="0">
                <a:latin typeface="IntelOne Text Light" panose="020B0403020203020204" pitchFamily="34" charset="0"/>
                <a:hlinkClick r:id="rId3"/>
              </a:rPr>
              <a:t>https://www.intellias.com/artificial-intelligence-in-agriculture/</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[Video] 7 Israeli Agriculture Technologies. Israel. Jan 21, 2019. </a:t>
            </a:r>
            <a:r>
              <a:rPr lang="en-US" sz="1200" dirty="0">
                <a:latin typeface="IntelOne Text Light" panose="020B0403020203020204" pitchFamily="34" charset="0"/>
                <a:hlinkClick r:id="rId4"/>
              </a:rPr>
              <a:t>https://www.youtube.com/watch?v=v1DT4yvxpMw</a:t>
            </a:r>
            <a:endParaRPr lang="en-US" sz="1200" dirty="0">
              <a:latin typeface="IntelOne Text Light" panose="020B0403020203020204" pitchFamily="34" charset="0"/>
            </a:endParaRPr>
          </a:p>
          <a:p>
            <a:pPr marL="0" indent="0">
              <a:buFont typeface="Arial" panose="020B0604020202020204" pitchFamily="34" charset="0"/>
              <a:buNone/>
            </a:pPr>
            <a:r>
              <a:rPr lang="en-US" sz="1200" dirty="0">
                <a:latin typeface="IntelOne Text Light" panose="020B0403020203020204" pitchFamily="34" charset="0"/>
              </a:rPr>
              <a:t>[Video] How Singapore Farms Use Artificial Intelligence. CNA Insider. Mar 10, 2020. </a:t>
            </a:r>
            <a:r>
              <a:rPr lang="en-US" sz="1200" dirty="0">
                <a:latin typeface="IntelOne Text Light" panose="020B0403020203020204" pitchFamily="34" charset="0"/>
                <a:hlinkClick r:id="rId5"/>
              </a:rPr>
              <a:t>https://www.youtube.com/watch?v=qOGsz-rUx6E</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[Video] Reducing the need for pesticides in agriculture. </a:t>
            </a:r>
            <a:r>
              <a:rPr lang="en-US" sz="1200" dirty="0" err="1">
                <a:latin typeface="IntelOne Text Light" panose="020B0403020203020204" pitchFamily="34" charset="0"/>
              </a:rPr>
              <a:t>Robovision</a:t>
            </a:r>
            <a:r>
              <a:rPr lang="en-US" sz="1200" dirty="0">
                <a:latin typeface="IntelOne Text Light" panose="020B0403020203020204" pitchFamily="34" charset="0"/>
              </a:rPr>
              <a:t>. Aug 23, 2021. </a:t>
            </a:r>
            <a:r>
              <a:rPr lang="en-US" sz="1200" dirty="0">
                <a:latin typeface="IntelOne Text Light" panose="020B0403020203020204" pitchFamily="34" charset="0"/>
                <a:hlinkClick r:id="rId6"/>
              </a:rPr>
              <a:t>https://www.youtube.com/watch?v=2exMDMoI9Uk</a:t>
            </a:r>
            <a:r>
              <a:rPr lang="en-US" sz="1200" dirty="0">
                <a:latin typeface="IntelOne Text Light" panose="020B0403020203020204" pitchFamily="34" charset="0"/>
              </a:rPr>
              <a:t>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75286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Artificial Intelligence in Agriculture: Rooting Out the Seed of Doubt. Dmytro </a:t>
            </a:r>
            <a:r>
              <a:rPr lang="en-US" sz="1200" dirty="0" err="1">
                <a:latin typeface="IntelOne Text Light" panose="020B0403020203020204" pitchFamily="34" charset="0"/>
              </a:rPr>
              <a:t>Lenniy</a:t>
            </a:r>
            <a:r>
              <a:rPr lang="en-US" sz="1200" dirty="0">
                <a:latin typeface="IntelOne Text Light" panose="020B0403020203020204" pitchFamily="34" charset="0"/>
              </a:rPr>
              <a:t>. February 18, 2021. </a:t>
            </a:r>
            <a:r>
              <a:rPr lang="en-US" sz="1200" dirty="0">
                <a:latin typeface="IntelOne Text Light" panose="020B0403020203020204" pitchFamily="34" charset="0"/>
                <a:hlinkClick r:id="rId3"/>
              </a:rPr>
              <a:t>https://www.intellias.com/artificial-intelligence-in-agriculture/</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[Video] 7 Israeli Agriculture Technologies. Israel. Jan 21, 2019. </a:t>
            </a:r>
            <a:r>
              <a:rPr lang="en-US" sz="1200" dirty="0">
                <a:latin typeface="IntelOne Text Light" panose="020B0403020203020204" pitchFamily="34" charset="0"/>
                <a:hlinkClick r:id="rId4"/>
              </a:rPr>
              <a:t>https://www.youtube.com/watch?v=v1DT4yvxpMw</a:t>
            </a:r>
            <a:endParaRPr lang="en-US" sz="1200" dirty="0">
              <a:latin typeface="IntelOne Text Light" panose="020B0403020203020204" pitchFamily="34" charset="0"/>
            </a:endParaRPr>
          </a:p>
          <a:p>
            <a:pPr marL="0" indent="0">
              <a:buFont typeface="Arial" panose="020B0604020202020204" pitchFamily="34" charset="0"/>
              <a:buNone/>
            </a:pPr>
            <a:r>
              <a:rPr lang="en-US" sz="1200" dirty="0">
                <a:latin typeface="IntelOne Text Light" panose="020B0403020203020204" pitchFamily="34" charset="0"/>
              </a:rPr>
              <a:t>[Video] How Singapore Farms Use Artificial Intelligence. CNA Insider. Mar 10, 2020. </a:t>
            </a:r>
            <a:r>
              <a:rPr lang="en-US" sz="1200" dirty="0">
                <a:latin typeface="IntelOne Text Light" panose="020B0403020203020204" pitchFamily="34" charset="0"/>
                <a:hlinkClick r:id="rId5"/>
              </a:rPr>
              <a:t>https://www.youtube.com/watch?v=qOGsz-rUx6E</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[Video] Reducing the need for pesticides in agriculture. </a:t>
            </a:r>
            <a:r>
              <a:rPr lang="en-US" sz="1200" dirty="0" err="1">
                <a:latin typeface="IntelOne Text Light" panose="020B0403020203020204" pitchFamily="34" charset="0"/>
              </a:rPr>
              <a:t>Robovision</a:t>
            </a:r>
            <a:r>
              <a:rPr lang="en-US" sz="1200" dirty="0">
                <a:latin typeface="IntelOne Text Light" panose="020B0403020203020204" pitchFamily="34" charset="0"/>
              </a:rPr>
              <a:t>. Aug 23, 2021. </a:t>
            </a:r>
            <a:r>
              <a:rPr lang="en-US" sz="1200" dirty="0">
                <a:latin typeface="IntelOne Text Light" panose="020B0403020203020204" pitchFamily="34" charset="0"/>
                <a:hlinkClick r:id="rId6"/>
              </a:rPr>
              <a:t>https://www.youtube.com/watch?v=2exMDMoI9Uk</a:t>
            </a:r>
            <a:r>
              <a:rPr lang="en-US" sz="1200" dirty="0">
                <a:latin typeface="IntelOne Text Light" panose="020B0403020203020204" pitchFamily="34" charset="0"/>
              </a:rPr>
              <a:t>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46239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possible answers, there are no right or wrong answers:</a:t>
            </a:r>
          </a:p>
          <a:p>
            <a:r>
              <a:rPr lang="en-US" dirty="0"/>
              <a:t>Some other AI solutions include autonomous tractor that can work on its own according to schedule.</a:t>
            </a:r>
          </a:p>
          <a:p>
            <a:r>
              <a:rPr lang="en-US" dirty="0"/>
              <a:t>Possible ethical problem include reasons for unemployment. To reduce the risk, we should develop AI technologies that can work together with our workers, and not as a replacement.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25979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727880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61915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Sectors of Healthcare Industry. </a:t>
            </a:r>
            <a:r>
              <a:rPr lang="en-US" sz="1200" dirty="0" err="1">
                <a:latin typeface="IntelOne Text Light" panose="020B0403020203020204" pitchFamily="34" charset="0"/>
              </a:rPr>
              <a:t>technofunc</a:t>
            </a:r>
            <a:r>
              <a:rPr lang="en-US" sz="1200" dirty="0">
                <a:latin typeface="IntelOne Text Light" panose="020B0403020203020204" pitchFamily="34" charset="0"/>
              </a:rPr>
              <a:t>. </a:t>
            </a:r>
            <a:r>
              <a:rPr lang="en-US" sz="1200" dirty="0">
                <a:latin typeface="IntelOne Text Light" panose="020B0403020203020204" pitchFamily="34" charset="0"/>
                <a:hlinkClick r:id="rId3"/>
              </a:rPr>
              <a:t>https://www.technofunc.com/index.php/domain-knowledge/healthcare-industry/item/sectors-of-healthcare-industry</a:t>
            </a:r>
            <a:endParaRPr lang="en-US" sz="1200" dirty="0">
              <a:latin typeface="IntelOne Text Light" panose="020B0403020203020204" pitchFamily="34" charset="0"/>
            </a:endParaRPr>
          </a:p>
          <a:p>
            <a:pPr marL="0" indent="0">
              <a:buFont typeface="Arial" panose="020B0604020202020204" pitchFamily="34" charset="0"/>
              <a:buNone/>
            </a:pPr>
            <a:r>
              <a:rPr lang="en-US" sz="1200" dirty="0">
                <a:latin typeface="IntelOne Text Light" panose="020B0403020203020204" pitchFamily="34" charset="0"/>
              </a:rPr>
              <a:t>Census Bureau’s 2018 County Business Patterns Provides Data on Over 1,200 Industries. EARLENE K.P. DOWELL. OCTOBER 14, 2020. </a:t>
            </a:r>
            <a:r>
              <a:rPr lang="en-US" sz="1200" dirty="0">
                <a:latin typeface="IntelOne Text Light" panose="020B0403020203020204" pitchFamily="34" charset="0"/>
                <a:hlinkClick r:id="rId4"/>
              </a:rPr>
              <a:t>https://www.census.gov/library/stories/2020/10/health-care-still-largest-united-states-employer.html</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Historical. cms.gov. </a:t>
            </a:r>
            <a:r>
              <a:rPr lang="en-US" sz="1200" dirty="0">
                <a:latin typeface="IntelOne Text Light" panose="020B0403020203020204" pitchFamily="34" charset="0"/>
                <a:hlinkClick r:id="rId5"/>
              </a:rPr>
              <a:t>https://www.cms.gov/Research-Statistics-Data-and-Systems/Statistics-Trends-and-Reports/NationalHealthExpendData/NationalHealthAccountsHistorical</a:t>
            </a: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46498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The Biggest Issues Facing Healthcare Today. MHE Staff. September 27, 2019. </a:t>
            </a:r>
            <a:r>
              <a:rPr lang="en-US" sz="1200" dirty="0">
                <a:latin typeface="IntelOne Text Light" panose="020B0403020203020204" pitchFamily="34" charset="0"/>
                <a:hlinkClick r:id="rId3"/>
              </a:rPr>
              <a:t>https://www.managedhealthcareexecutive.com/view/biggest-issues-facing-healthcare-today</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5 Issues Nurses Face in Their Career. Walden University. </a:t>
            </a:r>
            <a:r>
              <a:rPr lang="en-US" sz="1200" dirty="0">
                <a:latin typeface="IntelOne Text Light" panose="020B0403020203020204" pitchFamily="34" charset="0"/>
                <a:hlinkClick r:id="rId4"/>
              </a:rPr>
              <a:t>https://www.waldenu.edu/online-masters-programs/master-of-science-in-nursing/resource/five-issues-nurses-face-in-their-career</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5 Key Challenges for a Doctor Serving Humanity. Sarah Brooks. </a:t>
            </a:r>
            <a:r>
              <a:rPr lang="en-US" sz="1200" dirty="0">
                <a:latin typeface="IntelOne Text Light" panose="020B0403020203020204" pitchFamily="34" charset="0"/>
                <a:hlinkClick r:id="rId5"/>
              </a:rPr>
              <a:t>https://www.prospectivedoctor.com/5-key-challenges-for-a-doctor-serving-humanity/</a:t>
            </a: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94395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5 Real-World Examples of AI in Healthcare. MAYA RAGHUNANDAN. SEPTEMBER 25, 2018. </a:t>
            </a:r>
            <a:r>
              <a:rPr lang="en-US" sz="1200" dirty="0">
                <a:latin typeface="IntelOne Text Light" panose="020B0403020203020204" pitchFamily="34" charset="0"/>
                <a:hlinkClick r:id="rId3"/>
              </a:rPr>
              <a:t>https://www.kolabtree.com/blog/5-real-world-examples-of-ai-in-healthcare/</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37 Examples of AI in Healthcare That Will Make You Feel Better About the Future. Sam Daley. August 12, 2021. </a:t>
            </a:r>
            <a:r>
              <a:rPr lang="en-US" sz="1200" dirty="0">
                <a:latin typeface="IntelOne Text Light" panose="020B0403020203020204" pitchFamily="34" charset="0"/>
                <a:hlinkClick r:id="rId4"/>
              </a:rPr>
              <a:t>https://builtin.com/artificial-intelligence/artificial-intelligence-healthcare</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[Video] Babylon Health - apps, patients and sustainable healthcare | Dr Keith Grimes. </a:t>
            </a:r>
            <a:r>
              <a:rPr lang="en-US" sz="1200" dirty="0" err="1">
                <a:latin typeface="IntelOne Text Light" panose="020B0403020203020204" pitchFamily="34" charset="0"/>
              </a:rPr>
              <a:t>acmedsci</a:t>
            </a:r>
            <a:r>
              <a:rPr lang="en-US" sz="1200" dirty="0">
                <a:latin typeface="IntelOne Text Light" panose="020B0403020203020204" pitchFamily="34" charset="0"/>
              </a:rPr>
              <a:t>. Jan 7, 2021. </a:t>
            </a:r>
            <a:r>
              <a:rPr lang="en-US" sz="1200" dirty="0">
                <a:latin typeface="IntelOne Text Light" panose="020B0403020203020204" pitchFamily="34" charset="0"/>
                <a:hlinkClick r:id="rId5"/>
              </a:rPr>
              <a:t>https://www.youtube.com/watch?v=yO5VARNjuBw</a:t>
            </a:r>
            <a:r>
              <a:rPr lang="en-US" sz="1200" dirty="0">
                <a:latin typeface="IntelOne Text Light" panose="020B0403020203020204" pitchFamily="34" charset="0"/>
              </a:rPr>
              <a:t>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23024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[Video] ARMIS AND CRURA. Arm Chain. Aug 18, 2021. </a:t>
            </a:r>
            <a:r>
              <a:rPr lang="en-US" sz="1200" dirty="0">
                <a:latin typeface="IntelOne Text Light" panose="020B0403020203020204" pitchFamily="34" charset="0"/>
                <a:hlinkClick r:id="rId3"/>
              </a:rPr>
              <a:t>https://www.youtube.com/watch?v=_HhoZhjYq-M</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Increasing Access. Lowering Costs. Improving Health. </a:t>
            </a:r>
            <a:r>
              <a:rPr lang="en-US" sz="1200" dirty="0" err="1">
                <a:latin typeface="IntelOne Text Light" panose="020B0403020203020204" pitchFamily="34" charset="0"/>
              </a:rPr>
              <a:t>sensely</a:t>
            </a:r>
            <a:r>
              <a:rPr lang="en-US" sz="1200" dirty="0">
                <a:latin typeface="IntelOne Text Light" panose="020B0403020203020204" pitchFamily="34" charset="0"/>
              </a:rPr>
              <a:t>. </a:t>
            </a:r>
            <a:r>
              <a:rPr lang="en-US" sz="1200" dirty="0">
                <a:latin typeface="IntelOne Text Light" panose="020B0403020203020204" pitchFamily="34" charset="0"/>
                <a:hlinkClick r:id="rId4"/>
              </a:rPr>
              <a:t>https://www.sensely.com/</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[Video] Game-changer in disinfection - HERO21 autonomous UV-C mobile robot solution for hospitals. Omron Industrial Automation EMEA. Jun 10, 2021. </a:t>
            </a:r>
            <a:r>
              <a:rPr lang="en-US" sz="1200" dirty="0">
                <a:latin typeface="IntelOne Text Light" panose="020B0403020203020204" pitchFamily="34" charset="0"/>
                <a:hlinkClick r:id="rId5"/>
              </a:rPr>
              <a:t>https://www.youtube.com/watch?v=JU8Zy91jaXE</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[Video] Physio-Control LUCAS 3 - CPR in Motion - Prehospital. MFI Medical Equipment, Inc. Sep 22, 2018. </a:t>
            </a:r>
            <a:r>
              <a:rPr lang="en-US" sz="1200" dirty="0">
                <a:latin typeface="IntelOne Text Light" panose="020B0403020203020204" pitchFamily="34" charset="0"/>
                <a:hlinkClick r:id="rId6"/>
              </a:rPr>
              <a:t>https://www.youtube.com/watch?v=T0O9g0exvEA</a:t>
            </a: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69161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[Image of Wysa]. Retrieved on September 12, 2021, from </a:t>
            </a:r>
            <a:r>
              <a:rPr lang="en-US" sz="1200" dirty="0">
                <a:latin typeface="IntelOne Text Light" panose="020B0403020203020204" pitchFamily="34" charset="0"/>
                <a:hlinkClick r:id="rId3"/>
              </a:rPr>
              <a:t>https://www.wysa.io/</a:t>
            </a: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7686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possible answers, there are no right or wrong answers:</a:t>
            </a:r>
          </a:p>
          <a:p>
            <a:r>
              <a:rPr lang="en-US" dirty="0"/>
              <a:t>Some other AI solutions include automatic prediction for other illness using computer vision. Faster analysis of blood test to determine critical illness.</a:t>
            </a:r>
          </a:p>
          <a:p>
            <a:r>
              <a:rPr lang="en-US" dirty="0"/>
              <a:t>Possible ethical problem include lack of privacy. To reduce the risk, we should anonymize the data whenever possible, and to restrict access only to the people who need it to carry out their work.</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98049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686853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02386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WHAT IS MANUFACTURING? (DEFINITION, TYPES AND EXAMPLES). </a:t>
            </a:r>
            <a:r>
              <a:rPr lang="en-US" sz="1200" dirty="0" err="1">
                <a:latin typeface="IntelOne Text Light" panose="020B0403020203020204" pitchFamily="34" charset="0"/>
              </a:rPr>
              <a:t>twi</a:t>
            </a:r>
            <a:r>
              <a:rPr lang="en-US" sz="1200" dirty="0">
                <a:latin typeface="IntelOne Text Light" panose="020B0403020203020204" pitchFamily="34" charset="0"/>
              </a:rPr>
              <a:t>-global. </a:t>
            </a:r>
            <a:r>
              <a:rPr lang="en-US" sz="1200" dirty="0">
                <a:latin typeface="IntelOne Text Light" panose="020B0403020203020204" pitchFamily="34" charset="0"/>
                <a:hlinkClick r:id="rId3"/>
              </a:rPr>
              <a:t>https://www.twi-global.com/technical-knowledge/faqs/faq-what-is-manufacturing</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2020 United States Manufacturing Facts. nam.org.  </a:t>
            </a:r>
            <a:r>
              <a:rPr lang="en-US" sz="1200" dirty="0">
                <a:latin typeface="IntelOne Text Light" panose="020B0403020203020204" pitchFamily="34" charset="0"/>
                <a:hlinkClick r:id="rId4"/>
              </a:rPr>
              <a:t>https://www.nam.org/state-manufacturing-data/2020-united-states-manufacturing-facts/</a:t>
            </a:r>
            <a:r>
              <a:rPr lang="en-US" sz="1200" dirty="0">
                <a:latin typeface="IntelOne Text Light" panose="020B0403020203020204" pitchFamily="34"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86614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7 Common Manufacturing Challenges &amp; How to Overcome Them. Kanya. November 13, 2018. </a:t>
            </a:r>
            <a:r>
              <a:rPr lang="en-US" sz="1200" dirty="0">
                <a:latin typeface="IntelOne Text Light" panose="020B0403020203020204" pitchFamily="34" charset="0"/>
                <a:hlinkClick r:id="rId3"/>
              </a:rPr>
              <a:t>https://www.hashmicro.com/blog/overcoming-common-manufacturing-challenges/</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Top 10 Issues Facing the Manufacturing Industry in 2020. Black Line Group Team. Jul 26, 2020. </a:t>
            </a:r>
            <a:r>
              <a:rPr lang="en-US" sz="1200" dirty="0">
                <a:latin typeface="IntelOne Text Light" panose="020B0403020203020204" pitchFamily="34" charset="0"/>
                <a:hlinkClick r:id="rId4"/>
              </a:rPr>
              <a:t>https://www.blacklinegrp.com/blog/issues-facing-the-manufacturing-industry-2020</a:t>
            </a:r>
            <a:r>
              <a:rPr lang="en-US" sz="1200" dirty="0">
                <a:latin typeface="IntelOne Text Light" panose="020B0403020203020204" pitchFamily="34"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5031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[Image of robot arm]. Retrieved October 9, 2020, from </a:t>
            </a:r>
            <a:r>
              <a:rPr lang="en-US" sz="1200" dirty="0">
                <a:latin typeface="IntelOne Text Light" panose="020B0403020203020204" pitchFamily="34" charset="0"/>
                <a:hlinkClick r:id="rId3"/>
              </a:rPr>
              <a:t>https://roboticsandautomationnews.com/2018/01/03/30-industrial-robot-manufacturers-to-watch-in-2018/15542/</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[Image of automated pallet truck]. Retrieved October 9, 2020, from </a:t>
            </a:r>
            <a:r>
              <a:rPr lang="en-US" sz="1200" dirty="0">
                <a:latin typeface="IntelOne Text Light" panose="020B0403020203020204" pitchFamily="34" charset="0"/>
                <a:hlinkClick r:id="rId4"/>
              </a:rPr>
              <a:t>https://www.jungheinrich.com.sg/systems/automated-guided-vehicle-system/automated-trucks</a:t>
            </a:r>
            <a:r>
              <a:rPr lang="en-US" sz="1200" dirty="0">
                <a:latin typeface="IntelOne Text Light" panose="020B0403020203020204" pitchFamily="34"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62071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[Video] Construction site safety with Ability AI cameras. Ability </a:t>
            </a:r>
            <a:r>
              <a:rPr lang="en-US" sz="1200" dirty="0" err="1">
                <a:latin typeface="IntelOne Text Light" panose="020B0403020203020204" pitchFamily="34" charset="0"/>
              </a:rPr>
              <a:t>EdgeCamera</a:t>
            </a:r>
            <a:r>
              <a:rPr lang="en-US" sz="1200" dirty="0">
                <a:latin typeface="IntelOne Text Light" panose="020B0403020203020204" pitchFamily="34" charset="0"/>
              </a:rPr>
              <a:t>. Apr 17, 2020. </a:t>
            </a:r>
            <a:r>
              <a:rPr lang="en-US" sz="1200" dirty="0">
                <a:latin typeface="IntelOne Text Light" panose="020B0403020203020204" pitchFamily="34" charset="0"/>
                <a:hlinkClick r:id="rId3"/>
              </a:rPr>
              <a:t>https://www.youtube.com/watch?v=tLcYxiNd59w</a:t>
            </a:r>
            <a:endParaRPr lang="en-US" sz="1200" dirty="0">
              <a:latin typeface="IntelOne Text Light" panose="020B0403020203020204" pitchFamily="34" charset="0"/>
            </a:endParaRPr>
          </a:p>
          <a:p>
            <a:pPr marL="0" indent="0">
              <a:buFont typeface="Arial" panose="020B0604020202020204" pitchFamily="34" charset="0"/>
              <a:buNone/>
            </a:pPr>
            <a:r>
              <a:rPr lang="en-US" sz="1200" dirty="0">
                <a:latin typeface="IntelOne Text Light" panose="020B0403020203020204" pitchFamily="34" charset="0"/>
              </a:rPr>
              <a:t>[Video] AI and Machine Learning for Visual Inspection of Welds. Clear Technologies. Feb 5, 2020. </a:t>
            </a:r>
            <a:r>
              <a:rPr lang="en-US" sz="1200" dirty="0">
                <a:latin typeface="IntelOne Text Light" panose="020B0403020203020204" pitchFamily="34" charset="0"/>
                <a:hlinkClick r:id="rId4"/>
              </a:rPr>
              <a:t>https://www.youtube.com/watch?v=j7bjoI_joZs</a:t>
            </a:r>
            <a:endParaRPr lang="en-US" sz="1200" dirty="0">
              <a:latin typeface="IntelOne Text Light" panose="020B0403020203020204" pitchFamily="34" charset="0"/>
            </a:endParaRPr>
          </a:p>
          <a:p>
            <a:pPr marL="0" indent="0">
              <a:buFont typeface="Arial" panose="020B0604020202020204" pitchFamily="34" charset="0"/>
              <a:buNone/>
            </a:pPr>
            <a:r>
              <a:rPr lang="en-US" sz="1200" dirty="0">
                <a:latin typeface="IntelOne Text Light" panose="020B0403020203020204" pitchFamily="34" charset="0"/>
              </a:rPr>
              <a:t>[Video] Automating cycle counting with warehouse drones at CEVA Logistics | Ware. Ware. Apr 1, 2020. </a:t>
            </a:r>
            <a:r>
              <a:rPr lang="en-US" sz="1200" dirty="0">
                <a:latin typeface="IntelOne Text Light" panose="020B0403020203020204" pitchFamily="34" charset="0"/>
                <a:hlinkClick r:id="rId5"/>
              </a:rPr>
              <a:t>https://www.youtube.com/watch?v=nV34cMDfu_0</a:t>
            </a: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59604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possible answers, there are no right or wrong answers:</a:t>
            </a:r>
          </a:p>
          <a:p>
            <a:r>
              <a:rPr lang="en-US" dirty="0"/>
              <a:t>The AI solutions are as effective as per the trained model and data that is used.</a:t>
            </a:r>
          </a:p>
          <a:p>
            <a:r>
              <a:rPr lang="en-US" dirty="0"/>
              <a:t>It is effective if the person can be detected correctly.</a:t>
            </a:r>
          </a:p>
          <a:p>
            <a:r>
              <a:rPr lang="en-US" dirty="0"/>
              <a:t>As with any other camera system, it is dependent on the brightness of the environment (it cannot see in the dark).</a:t>
            </a:r>
          </a:p>
          <a:p>
            <a:r>
              <a:rPr lang="en-US" dirty="0"/>
              <a:t>Possible ethical problem include lack of privacy and the reasons for unemployment. To reduce the risk, we should develop AI technologies that can work together with our workers, and not as a replacement.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81594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893042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04979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Energy Sector.  JAMES CHEN. February 04, 2021. </a:t>
            </a:r>
            <a:r>
              <a:rPr lang="en-US" sz="1200" dirty="0">
                <a:latin typeface="IntelOne Text Light" panose="020B0403020203020204" pitchFamily="34" charset="0"/>
                <a:hlinkClick r:id="rId3"/>
              </a:rPr>
              <a:t>https://www.investopedia.com/terms/e/energy_sector.asp</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U.S. Energy and Employment Report. NASEO. </a:t>
            </a:r>
            <a:r>
              <a:rPr lang="en-US" sz="1200" dirty="0">
                <a:latin typeface="IntelOne Text Light" panose="020B0403020203020204" pitchFamily="34" charset="0"/>
                <a:hlinkClick r:id="rId4"/>
              </a:rPr>
              <a:t>https://www.naseo.org/issues/energy-jobs/employment-report</a:t>
            </a:r>
            <a:r>
              <a:rPr lang="en-US" sz="1200" dirty="0">
                <a:latin typeface="IntelOne Text Light" panose="020B0403020203020204" pitchFamily="34"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64832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The key challenges facing the energy industry of the future. Andrew Bradshaw.  Jan 22, 2019. </a:t>
            </a:r>
            <a:r>
              <a:rPr lang="en-US" sz="1200" dirty="0">
                <a:latin typeface="IntelOne Text Light" panose="020B0403020203020204" pitchFamily="34" charset="0"/>
                <a:hlinkClick r:id="rId3"/>
              </a:rPr>
              <a:t>https://www.fifthring.com/articles/the-key-challenges-facing-the-energy-industry-of-the-future</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[Image of cybersecurity hacking] Retrieved on September 12, 2021, from </a:t>
            </a:r>
            <a:r>
              <a:rPr lang="en-US" sz="1200" dirty="0">
                <a:latin typeface="IntelOne Text Light" panose="020B0403020203020204" pitchFamily="34" charset="0"/>
                <a:hlinkClick r:id="rId4"/>
              </a:rPr>
              <a:t>https://www.bloomberg.com/news/articles/2021-06-04/hackers-breached-colonial-pipeline-using-compromised-password</a:t>
            </a:r>
            <a:r>
              <a:rPr lang="en-US" sz="1200" dirty="0">
                <a:latin typeface="IntelOne Text Light" panose="020B0403020203020204" pitchFamily="34"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64291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Artificial Intelligence in the Power Sector. </a:t>
            </a:r>
            <a:r>
              <a:rPr lang="en-US" sz="1200" dirty="0" err="1">
                <a:latin typeface="IntelOne Text Light" panose="020B0403020203020204" pitchFamily="34" charset="0"/>
              </a:rPr>
              <a:t>Baloko</a:t>
            </a:r>
            <a:r>
              <a:rPr lang="en-US" sz="1200" dirty="0">
                <a:latin typeface="IntelOne Text Light" panose="020B0403020203020204" pitchFamily="34" charset="0"/>
              </a:rPr>
              <a:t> Makala and </a:t>
            </a:r>
            <a:r>
              <a:rPr lang="en-US" sz="1200" dirty="0" err="1">
                <a:latin typeface="IntelOne Text Light" panose="020B0403020203020204" pitchFamily="34" charset="0"/>
              </a:rPr>
              <a:t>Tonci</a:t>
            </a:r>
            <a:r>
              <a:rPr lang="en-US" sz="1200" dirty="0">
                <a:latin typeface="IntelOne Text Light" panose="020B0403020203020204" pitchFamily="34" charset="0"/>
              </a:rPr>
              <a:t> </a:t>
            </a:r>
            <a:r>
              <a:rPr lang="en-US" sz="1200" dirty="0" err="1">
                <a:latin typeface="IntelOne Text Light" panose="020B0403020203020204" pitchFamily="34" charset="0"/>
              </a:rPr>
              <a:t>Bakovic</a:t>
            </a:r>
            <a:r>
              <a:rPr lang="en-US" sz="1200" dirty="0">
                <a:latin typeface="IntelOne Text Light" panose="020B0403020203020204" pitchFamily="34" charset="0"/>
              </a:rPr>
              <a:t>. April 2020. </a:t>
            </a:r>
            <a:r>
              <a:rPr lang="en-US" sz="1200" dirty="0">
                <a:latin typeface="IntelOne Text Light" panose="020B0403020203020204" pitchFamily="34" charset="0"/>
                <a:hlinkClick r:id="rId3"/>
              </a:rPr>
              <a:t>https://www.ifc.org/wps/wcm/connect/bd3a196d-a88f-45af-bbc6-e0b00790fba8/EMCompass_Note_81-05-web.pdf?MOD=AJPERES&amp;CVID=n72pj5g</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Google’s DeepMind AI Can Predict Wind Farm Energy Output 36 Hours in Advance. RENAE REINTS. February 28, 2019. </a:t>
            </a:r>
            <a:r>
              <a:rPr lang="en-US" sz="1200" dirty="0">
                <a:latin typeface="IntelOne Text Light" panose="020B0403020203020204" pitchFamily="34" charset="0"/>
                <a:hlinkClick r:id="rId4"/>
              </a:rPr>
              <a:t>https://fortune.com/2019/02/27/deepmind-wind-power-predictions/</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[Image of AI on energy storage] Retrieved on September 12, 2021, from </a:t>
            </a:r>
            <a:r>
              <a:rPr lang="en-US" sz="1200" dirty="0">
                <a:latin typeface="IntelOne Text Light" panose="020B0403020203020204" pitchFamily="34" charset="0"/>
                <a:hlinkClick r:id="rId5"/>
              </a:rPr>
              <a:t>https://www.cnbc.com/2019/06/14/the-business-using-ai-to-change-how-we-think-about-energy-storage.html</a:t>
            </a:r>
            <a:r>
              <a:rPr lang="en-US" sz="1200" dirty="0">
                <a:latin typeface="IntelOne Text Light" panose="020B0403020203020204" pitchFamily="34"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01962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possible answers, there are no right or wrong answers (this encourages creativity from the students):</a:t>
            </a:r>
          </a:p>
          <a:p>
            <a:r>
              <a:rPr lang="en-US" dirty="0"/>
              <a:t>The AI solutions include determining how much energy is required at a city a few days ahead, using AI to design efficient solar panel.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89456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378905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939303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What is the U.S. Transportation Sector? Amy </a:t>
            </a:r>
            <a:r>
              <a:rPr lang="en-US" sz="1200" dirty="0" err="1">
                <a:latin typeface="IntelOne Text Light" panose="020B0403020203020204" pitchFamily="34" charset="0"/>
              </a:rPr>
              <a:t>Huckaba</a:t>
            </a:r>
            <a:r>
              <a:rPr lang="en-US" sz="1200" dirty="0">
                <a:latin typeface="IntelOne Text Light" panose="020B0403020203020204" pitchFamily="34" charset="0"/>
              </a:rPr>
              <a:t>. Jun 10, 2020. </a:t>
            </a:r>
            <a:r>
              <a:rPr lang="en-US" sz="1200" dirty="0">
                <a:latin typeface="IntelOne Text Light" panose="020B0403020203020204" pitchFamily="34" charset="0"/>
                <a:hlinkClick r:id="rId3"/>
              </a:rPr>
              <a:t>https://blog.dixonvalve.com/us-transportation-sector</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Employment in Transportation: Employment in Transportation and Related Industries. Bureau of Transportation Statistics. </a:t>
            </a:r>
            <a:r>
              <a:rPr lang="en-US" sz="1200" dirty="0">
                <a:latin typeface="IntelOne Text Light" panose="020B0403020203020204" pitchFamily="34" charset="0"/>
                <a:hlinkClick r:id="rId4"/>
              </a:rPr>
              <a:t>https://data.bts.gov/stories/s/Transportation-Economic-Trends-Transportation-Empl/caxh-t8jd/</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Transportation’s Contribution to the Economy. Bureau of Transportation Statistics. </a:t>
            </a:r>
            <a:r>
              <a:rPr lang="en-US" sz="1200" dirty="0">
                <a:latin typeface="IntelOne Text Light" panose="020B0403020203020204" pitchFamily="34" charset="0"/>
                <a:hlinkClick r:id="rId5"/>
              </a:rPr>
              <a:t>https://www.bts.dot.gov/sites/bts.dot.gov/files/u796/TET%202018%20Chapter%202.pdf</a:t>
            </a: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82470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Preliminary Monthly Estimates. NSC. </a:t>
            </a:r>
            <a:r>
              <a:rPr lang="en-US" sz="1200" dirty="0">
                <a:latin typeface="IntelOne Text Light" panose="020B0403020203020204" pitchFamily="34" charset="0"/>
                <a:hlinkClick r:id="rId3"/>
              </a:rPr>
              <a:t>https://injuryfacts.nsc.org/motor-vehicle/overview/preliminary-monthly-estimates</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The top 5 issues in the transportation industry. Tess Lynch. </a:t>
            </a:r>
            <a:r>
              <a:rPr lang="en-US" sz="1200" dirty="0">
                <a:latin typeface="IntelOne Text Light" panose="020B0403020203020204" pitchFamily="34" charset="0"/>
                <a:hlinkClick r:id="rId4"/>
              </a:rPr>
              <a:t>https://www.yarno.com.au/blog/top-5-issues-in-transportation/</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Top 10 Challenges Logistics Companies Are Facing In 2019. </a:t>
            </a:r>
            <a:r>
              <a:rPr lang="en-US" sz="1200" dirty="0" err="1">
                <a:latin typeface="IntelOne Text Light" panose="020B0403020203020204" pitchFamily="34" charset="0"/>
              </a:rPr>
              <a:t>Keshavdas</a:t>
            </a:r>
            <a:r>
              <a:rPr lang="en-US" sz="1200" dirty="0">
                <a:latin typeface="IntelOne Text Light" panose="020B0403020203020204" pitchFamily="34" charset="0"/>
              </a:rPr>
              <a:t> M. January 14, 2021. </a:t>
            </a:r>
            <a:r>
              <a:rPr lang="en-US" sz="1200" dirty="0">
                <a:latin typeface="IntelOne Text Light" panose="020B0403020203020204" pitchFamily="34" charset="0"/>
                <a:hlinkClick r:id="rId5"/>
              </a:rPr>
              <a:t>https://fleetroot.com/blog/top-10-challenges-facing-logistics-companies-in-2019/</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Top 10 Challenges Facing Trucking. MH&amp;L. OCT 08, 2008. </a:t>
            </a:r>
            <a:r>
              <a:rPr lang="en-US" sz="1200" dirty="0">
                <a:latin typeface="IntelOne Text Light" panose="020B0403020203020204" pitchFamily="34" charset="0"/>
                <a:hlinkClick r:id="rId6"/>
              </a:rPr>
              <a:t>https://www.mhlnews.com/transportation-distribution/article/22039246/top-10-challenges-facing-trucking</a:t>
            </a:r>
            <a:r>
              <a:rPr lang="en-US" sz="1200" dirty="0">
                <a:latin typeface="IntelOne Text Light" panose="020B0403020203020204" pitchFamily="34"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46145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Examples of AI Implementation in Transport. Varun Choudhary. June 27, 2019. </a:t>
            </a:r>
            <a:r>
              <a:rPr lang="en-US" sz="1200" dirty="0">
                <a:latin typeface="IntelOne Text Light" panose="020B0403020203020204" pitchFamily="34" charset="0"/>
                <a:hlinkClick r:id="rId3"/>
              </a:rPr>
              <a:t>https://hackernoon.com/examples-of-ai-implementation-in-transport-c1a451b90fb7</a:t>
            </a:r>
            <a:endParaRPr lang="en-US" sz="1200" dirty="0">
              <a:latin typeface="IntelOne Text Light" panose="020B0403020203020204" pitchFamily="34" charset="0"/>
            </a:endParaRPr>
          </a:p>
          <a:p>
            <a:pPr marL="0" indent="0">
              <a:buFont typeface="Arial" panose="020B0604020202020204" pitchFamily="34" charset="0"/>
              <a:buNone/>
            </a:pPr>
            <a:r>
              <a:rPr lang="en-US" sz="1200" dirty="0">
                <a:latin typeface="IntelOne Text Light" panose="020B0403020203020204" pitchFamily="34" charset="0"/>
              </a:rPr>
              <a:t>Examples of Artificial Intelligence Applications in Transportation. Lanner. November 6, 2019. </a:t>
            </a:r>
            <a:r>
              <a:rPr lang="en-US" sz="1200" dirty="0">
                <a:latin typeface="IntelOne Text Light" panose="020B0403020203020204" pitchFamily="34" charset="0"/>
                <a:hlinkClick r:id="rId4"/>
              </a:rPr>
              <a:t>https://www.lanner-america.com/blog/examples-artificial-intelligence-applications-transportation/</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China’s Didi uses AI-powered facial recognition feature to boost safety. </a:t>
            </a:r>
            <a:r>
              <a:rPr lang="en-US" sz="1200" dirty="0" err="1">
                <a:latin typeface="IntelOne Text Light" panose="020B0403020203020204" pitchFamily="34" charset="0"/>
              </a:rPr>
              <a:t>Soumik</a:t>
            </a:r>
            <a:r>
              <a:rPr lang="en-US" sz="1200" dirty="0">
                <a:latin typeface="IntelOne Text Light" panose="020B0403020203020204" pitchFamily="34" charset="0"/>
              </a:rPr>
              <a:t> Roy. 14 January, 2020. </a:t>
            </a:r>
            <a:r>
              <a:rPr lang="en-US" sz="1200" dirty="0">
                <a:latin typeface="IntelOne Text Light" panose="020B0403020203020204" pitchFamily="34" charset="0"/>
                <a:hlinkClick r:id="rId5"/>
              </a:rPr>
              <a:t>https://techwireasia.com/2020/01/chinas-didi-uses-ai-powered-facial-recognition-feature-to-boost-safety/</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[Video] The Future of Transportation. Cisco. Oct 24, 2019. </a:t>
            </a:r>
            <a:r>
              <a:rPr lang="en-US" sz="1200" dirty="0">
                <a:latin typeface="IntelOne Text Light" panose="020B0403020203020204" pitchFamily="34" charset="0"/>
                <a:hlinkClick r:id="rId6"/>
              </a:rPr>
              <a:t>https://www.youtube.com/watch?v=Txtj-Xp6REE</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[Video] The best Electric Balance Bike in Australia. Wired Bikes. Nov 30, 2020. </a:t>
            </a:r>
            <a:r>
              <a:rPr lang="en-US" sz="1200" dirty="0">
                <a:latin typeface="IntelOne Text Light" panose="020B0403020203020204" pitchFamily="34" charset="0"/>
                <a:hlinkClick r:id="rId7"/>
              </a:rPr>
              <a:t>https://www.youtube.com/watch?v=w9TDlJj7gn0</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Self-driving car company Nuro wins federal safety approval for grocery delivery robot. Ian Duncan. February 8, 2020. </a:t>
            </a:r>
            <a:r>
              <a:rPr lang="en-US" sz="1200" dirty="0">
                <a:latin typeface="IntelOne Text Light" panose="020B0403020203020204" pitchFamily="34" charset="0"/>
                <a:hlinkClick r:id="rId8"/>
              </a:rPr>
              <a:t>https://www.washingtonpost.com/local/trafficandcommuting/grocery-delivery-robot-wins-first-federal-safety-approval-for-a-self-driving-vehicle/2020/02/06/90e97658-48f5-11ea-9164-d3154ad8a5cd_story.html</a:t>
            </a:r>
            <a:r>
              <a:rPr lang="en-US" sz="1200" dirty="0">
                <a:latin typeface="IntelOne Text Light" panose="020B0403020203020204" pitchFamily="34"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735544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possible answers, there are no right or wrong answers:</a:t>
            </a:r>
          </a:p>
          <a:p>
            <a:r>
              <a:rPr lang="en-US" dirty="0"/>
              <a:t>Some other AI solutions include autonomous taxi and dynamic charging of taxi fares depending on traffic.</a:t>
            </a:r>
          </a:p>
          <a:p>
            <a:r>
              <a:rPr lang="en-US" dirty="0"/>
              <a:t>Possible ethical problem include lack of privacy and the reasons for unemployment and bias (charging higher for the minorities or to the ladies, for example). To reduce the risk, we should develop AI technologies that can work together with our workers, and not as a replacement.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26229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267670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19842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Education in the United States. Wikipedia. </a:t>
            </a:r>
            <a:r>
              <a:rPr lang="en-US" sz="1200" dirty="0">
                <a:latin typeface="IntelOne Text Light" panose="020B0403020203020204" pitchFamily="34" charset="0"/>
                <a:hlinkClick r:id="rId3"/>
              </a:rPr>
              <a:t>https://en.wikipedia.org/wiki/Education_in_the_United_States</a:t>
            </a:r>
            <a:r>
              <a:rPr lang="en-US" sz="1200" dirty="0">
                <a:latin typeface="IntelOne Text Light" panose="020B0403020203020204" pitchFamily="34" charset="0"/>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IntelOne Text Light" panose="020B0403020203020204" pitchFamily="34" charset="0"/>
              </a:rPr>
              <a:t>K-12 School Enrollment &amp; Student Population Statistics. Melanie Hanson. July 30, 2021. </a:t>
            </a:r>
            <a:r>
              <a:rPr lang="en-US" sz="1200" dirty="0">
                <a:latin typeface="IntelOne Text Light" panose="020B0403020203020204" pitchFamily="34" charset="0"/>
                <a:hlinkClick r:id="rId4"/>
              </a:rPr>
              <a:t>https://educationdata.org/k12-enrollment-statistics</a:t>
            </a:r>
            <a:endParaRPr lang="en-US" sz="1200" dirty="0">
              <a:latin typeface="IntelOne Text Light" panose="020B0403020203020204" pitchFamily="34" charset="0"/>
            </a:endParaRPr>
          </a:p>
          <a:p>
            <a:pPr marL="0" indent="0">
              <a:buFont typeface="Arial" panose="020B0604020202020204" pitchFamily="34" charset="0"/>
              <a:buNone/>
            </a:pP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724359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18 REASONS THE U.S. EDUCATION SYSTEM IS FAILING. MATTHEW LYNCH. APRIL 3, 2017. </a:t>
            </a:r>
            <a:r>
              <a:rPr lang="en-US" sz="1200" dirty="0">
                <a:latin typeface="IntelOne Text Light" panose="020B0403020203020204" pitchFamily="34" charset="0"/>
                <a:hlinkClick r:id="rId3"/>
              </a:rPr>
              <a:t>https://www.theedadvocate.org/10-reasons-the-u-s-education-system-is-failing/</a:t>
            </a:r>
            <a:endParaRPr lang="en-US" sz="1200" dirty="0">
              <a:latin typeface="IntelOne Text Light" panose="020B0403020203020204" pitchFamily="34" charset="0"/>
            </a:endParaRPr>
          </a:p>
          <a:p>
            <a:pPr marL="0" indent="0">
              <a:buFont typeface="Arial" panose="020B0604020202020204" pitchFamily="34" charset="0"/>
              <a:buNone/>
            </a:pPr>
            <a:r>
              <a:rPr lang="en-US" sz="1200" dirty="0">
                <a:latin typeface="IntelOne Text Light" panose="020B0403020203020204" pitchFamily="34" charset="0"/>
              </a:rPr>
              <a:t>The 15 Biggest Failures of the American Public Education System. Kate Barrington. May 28, 2019. </a:t>
            </a:r>
            <a:r>
              <a:rPr lang="en-US" sz="1200" dirty="0">
                <a:latin typeface="IntelOne Text Light" panose="020B0403020203020204" pitchFamily="34" charset="0"/>
                <a:hlinkClick r:id="rId4"/>
              </a:rPr>
              <a:t>https://www.publicschoolreview.com/blog/the-15-biggest-failures-of-the-american-public-education-system</a:t>
            </a:r>
            <a:r>
              <a:rPr lang="en-US" sz="1200" dirty="0">
                <a:latin typeface="IntelOne Text Light" panose="020B0403020203020204" pitchFamily="34"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575196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Universities Use AI Chatbots to Improve Student Services. Erin Brereton. Oct 25, 2019. </a:t>
            </a:r>
            <a:r>
              <a:rPr lang="en-US" sz="1200" dirty="0">
                <a:latin typeface="IntelOne Text Light" panose="020B0403020203020204" pitchFamily="34" charset="0"/>
                <a:hlinkClick r:id="rId3"/>
              </a:rPr>
              <a:t>https://edtechmagazine.com/higher/article/2019/10/universities-use-ai-chatbots-improve-student-services</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AI in Education: Where is It Now and What is the Future? Andrea Kulkarni. September 6, 2019. </a:t>
            </a:r>
            <a:r>
              <a:rPr lang="en-US" sz="1200" dirty="0">
                <a:latin typeface="IntelOne Text Light" panose="020B0403020203020204" pitchFamily="34" charset="0"/>
                <a:hlinkClick r:id="rId4"/>
              </a:rPr>
              <a:t>https://www.lexalytics.com/lexablog/ai-in-education-present-future-ethics</a:t>
            </a:r>
            <a:r>
              <a:rPr lang="en-US" sz="1200" dirty="0">
                <a:latin typeface="IntelOne Text Light" panose="020B0403020203020204" pitchFamily="34" charset="0"/>
              </a:rPr>
              <a:t> </a:t>
            </a:r>
          </a:p>
          <a:p>
            <a:pPr marL="0" indent="0">
              <a:buFont typeface="Arial" panose="020B0604020202020204" pitchFamily="34" charset="0"/>
              <a:buNone/>
            </a:pPr>
            <a:r>
              <a:rPr lang="en-US" sz="1200" dirty="0">
                <a:latin typeface="IntelOne Text Light" panose="020B0403020203020204" pitchFamily="34" charset="0"/>
              </a:rPr>
              <a:t>[Video] Unleashing the Power of Learning through Jill Watson. Georgia Tech College of Computing. Jan 25, 2020. </a:t>
            </a:r>
            <a:r>
              <a:rPr lang="en-US" sz="1200" dirty="0">
                <a:latin typeface="IntelOne Text Light" panose="020B0403020203020204" pitchFamily="34" charset="0"/>
                <a:hlinkClick r:id="rId5"/>
              </a:rPr>
              <a:t>https://www.youtube.com/watch?v=C79x_tK1mg0</a:t>
            </a: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536818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possible answers, there are no right or wrong answers (this encourages creativity of the students):</a:t>
            </a:r>
          </a:p>
          <a:p>
            <a:r>
              <a:rPr lang="en-US" dirty="0"/>
              <a:t>The AI solutions include automatic exam paper marking, attendance taking, cheat-prevention in examination.</a:t>
            </a:r>
          </a:p>
          <a:p>
            <a:r>
              <a:rPr lang="en-US" dirty="0"/>
              <a:t>Potential ethical issues include differentiated treatment for the rich, where only rich people can afford the latest AI technologies. To reduce the risk, we can open-source the AI technologies so that everyone can benefit from it.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728085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0637212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279872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Financial Services Sector. THE INVESTOPEDIA TEAM. February 23, 2021. </a:t>
            </a:r>
            <a:r>
              <a:rPr lang="en-US" sz="1200" dirty="0">
                <a:latin typeface="IntelOne Text Light" panose="020B0403020203020204" pitchFamily="34" charset="0"/>
                <a:hlinkClick r:id="rId3"/>
              </a:rPr>
              <a:t>https://www.investopedia.com/ask/answers/030315/what-financial-services-sector.asp</a:t>
            </a:r>
            <a:endParaRPr lang="en-US" sz="1200" dirty="0">
              <a:latin typeface="IntelOne Text Light" panose="020B0403020203020204" pitchFamily="34" charset="0"/>
            </a:endParaRPr>
          </a:p>
          <a:p>
            <a:pPr marL="0" indent="0">
              <a:buFont typeface="Arial" panose="020B0604020202020204" pitchFamily="34" charset="0"/>
              <a:buNone/>
            </a:pPr>
            <a:r>
              <a:rPr lang="en-US" sz="1200" dirty="0">
                <a:latin typeface="IntelOne Text Light" panose="020B0403020203020204" pitchFamily="34" charset="0"/>
              </a:rPr>
              <a:t>Commercial Banking in the US - Employment Statistics 2002–2027. IBISWorld. May 19, 2021. </a:t>
            </a:r>
            <a:r>
              <a:rPr lang="en-US" sz="1200" dirty="0">
                <a:latin typeface="IntelOne Text Light" panose="020B0403020203020204" pitchFamily="34" charset="0"/>
                <a:hlinkClick r:id="rId4"/>
              </a:rPr>
              <a:t>https://www.ibisworld.com/industry-statistics/employment/commercial-banking-united-states/</a:t>
            </a:r>
            <a:r>
              <a:rPr lang="en-US" sz="1200" dirty="0">
                <a:latin typeface="IntelOne Text Light" panose="020B0403020203020204" pitchFamily="34"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971133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Top 10 Banking Industry Challenges — And How You Can Overcome Them. Landy Wingard. </a:t>
            </a:r>
            <a:r>
              <a:rPr lang="en-US" sz="1200" dirty="0">
                <a:latin typeface="IntelOne Text Light" panose="020B0403020203020204" pitchFamily="34" charset="0"/>
                <a:hlinkClick r:id="rId3"/>
              </a:rPr>
              <a:t>https://global.hitachi-solutions.com/blog/top-10-challenges-banking-financial-organizations-can-overcome</a:t>
            </a:r>
            <a:r>
              <a:rPr lang="en-US" sz="1200" dirty="0">
                <a:latin typeface="IntelOne Text Light" panose="020B0403020203020204" pitchFamily="34"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818960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Artificial Intelligence in Finance [15 Examples]. University of San Diego. </a:t>
            </a:r>
            <a:r>
              <a:rPr lang="en-US" sz="1200" dirty="0">
                <a:latin typeface="IntelOne Text Light" panose="020B0403020203020204" pitchFamily="34" charset="0"/>
                <a:hlinkClick r:id="rId3"/>
              </a:rPr>
              <a:t>https://onlinedegrees.sandiego.edu/artificial-intelligence-finance/</a:t>
            </a:r>
            <a:endParaRPr lang="en-US" sz="1200" dirty="0">
              <a:latin typeface="IntelOne Text Light" panose="020B0403020203020204" pitchFamily="34" charset="0"/>
            </a:endParaRPr>
          </a:p>
          <a:p>
            <a:pPr marL="0" indent="0">
              <a:buFont typeface="Arial" panose="020B0604020202020204" pitchFamily="34" charset="0"/>
              <a:buNone/>
            </a:pPr>
            <a:r>
              <a:rPr lang="en-US" sz="1200" dirty="0">
                <a:latin typeface="IntelOne Text Light" panose="020B0403020203020204" pitchFamily="34" charset="0"/>
              </a:rPr>
              <a:t>Intelligent Automation: Faster, More Accurate Lending Decisions. Ocrolus. </a:t>
            </a:r>
            <a:r>
              <a:rPr lang="en-US" sz="1200" dirty="0">
                <a:latin typeface="IntelOne Text Light" panose="020B0403020203020204" pitchFamily="34" charset="0"/>
                <a:hlinkClick r:id="rId4"/>
              </a:rPr>
              <a:t>https://www.ocrolus.com/</a:t>
            </a:r>
            <a:endParaRPr lang="en-US" sz="1200" dirty="0">
              <a:latin typeface="IntelOne Text Light" panose="020B0403020203020204" pitchFamily="34" charset="0"/>
            </a:endParaRPr>
          </a:p>
          <a:p>
            <a:pPr marL="0" indent="0">
              <a:buFont typeface="Arial" panose="020B0604020202020204" pitchFamily="34" charset="0"/>
              <a:buNone/>
            </a:pPr>
            <a:r>
              <a:rPr lang="en-US" sz="1200" dirty="0">
                <a:latin typeface="IntelOne Text Light" panose="020B0403020203020204" pitchFamily="34" charset="0"/>
              </a:rPr>
              <a:t>AI and the Bottom Line: 20 Examples of Artificial Intelligence in Finance. Alyssa </a:t>
            </a:r>
            <a:r>
              <a:rPr lang="en-US" sz="1200" dirty="0" err="1">
                <a:latin typeface="IntelOne Text Light" panose="020B0403020203020204" pitchFamily="34" charset="0"/>
              </a:rPr>
              <a:t>Schroer</a:t>
            </a:r>
            <a:r>
              <a:rPr lang="en-US" sz="1200" dirty="0">
                <a:latin typeface="IntelOne Text Light" panose="020B0403020203020204" pitchFamily="34" charset="0"/>
              </a:rPr>
              <a:t>.  July 30, 2021. </a:t>
            </a:r>
            <a:r>
              <a:rPr lang="en-US" sz="1200" dirty="0">
                <a:latin typeface="IntelOne Text Light" panose="020B0403020203020204" pitchFamily="34" charset="0"/>
                <a:hlinkClick r:id="rId5"/>
              </a:rPr>
              <a:t>https://builtin.com/artificial-intelligence/ai-finance-banking-applications-companies</a:t>
            </a:r>
            <a:r>
              <a:rPr lang="en-US" sz="1200" dirty="0">
                <a:latin typeface="IntelOne Text Light" panose="020B0403020203020204" pitchFamily="34"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507647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possible answers, there are no right or wrong answers:</a:t>
            </a:r>
          </a:p>
          <a:p>
            <a:r>
              <a:rPr lang="en-US" dirty="0"/>
              <a:t>The AI solutions include robot-trading, identifying potential financial plans suitable for the customer, customizing the credit cards benefits to the customer.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274545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9422867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580232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68297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444566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915632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93247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549554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592730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334048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12136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4778384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Refer the case study at: https://nvidianews.nvidia.com/news/worlds-leading-electronics-manufacturers-adopt-nvidia-generative-ai-and-omniverse-to-digitalize-state-of-the-art-factories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875212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IntelOne Text Light" panose="020B0403020203020204" pitchFamily="34" charset="0"/>
              </a:rPr>
              <a:t>Refer the case study at: https://nvidianews.nvidia.com/news/worlds-leading-electronics-manufacturers-adopt-nvidia-generative-ai-and-omniverse-to-digitalize-state-of-the-art-factories</a:t>
            </a:r>
          </a:p>
          <a:p>
            <a:pPr marL="0" indent="0">
              <a:buFont typeface="Arial" panose="020B0604020202020204" pitchFamily="34" charset="0"/>
              <a:buNone/>
            </a:pP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716024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Refer the case study at: https://www.modernhealthcare.com/digital-health/chatgpt-healthcare-everything-to-know-generative-ai-artificial-intelligence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880657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latin typeface="IntelOne Text Light" panose="020B0403020203020204" pitchFamily="34" charset="0"/>
              </a:rPr>
              <a:t>Refer the case study at: https://www.smart-energy.com/features-analysis/how-generative-ai-is-coming-to-the-energy-sector/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528302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2347833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496604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877805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latin typeface="IntelOne Text Light" panose="020B0403020203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855117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Please open the [Assignment] Week 3.pptx for the instructions on assignment.</a:t>
            </a:r>
            <a:endParaRPr lang="en-US" dirty="0"/>
          </a:p>
        </p:txBody>
      </p:sp>
    </p:spTree>
    <p:extLst>
      <p:ext uri="{BB962C8B-B14F-4D97-AF65-F5344CB8AC3E}">
        <p14:creationId xmlns:p14="http://schemas.microsoft.com/office/powerpoint/2010/main" val="195234726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602330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151055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95</a:t>
            </a:fld>
            <a:endParaRPr lang="en-IN"/>
          </a:p>
        </p:txBody>
      </p:sp>
    </p:spTree>
    <p:extLst>
      <p:ext uri="{BB962C8B-B14F-4D97-AF65-F5344CB8AC3E}">
        <p14:creationId xmlns:p14="http://schemas.microsoft.com/office/powerpoint/2010/main" val="300631274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96</a:t>
            </a:fld>
            <a:endParaRPr lang="en-IN"/>
          </a:p>
        </p:txBody>
      </p:sp>
    </p:spTree>
    <p:extLst>
      <p:ext uri="{BB962C8B-B14F-4D97-AF65-F5344CB8AC3E}">
        <p14:creationId xmlns:p14="http://schemas.microsoft.com/office/powerpoint/2010/main" val="299751156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97</a:t>
            </a:fld>
            <a:endParaRPr lang="en-IN"/>
          </a:p>
        </p:txBody>
      </p:sp>
    </p:spTree>
    <p:extLst>
      <p:ext uri="{BB962C8B-B14F-4D97-AF65-F5344CB8AC3E}">
        <p14:creationId xmlns:p14="http://schemas.microsoft.com/office/powerpoint/2010/main" val="181836895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98</a:t>
            </a:fld>
            <a:endParaRPr lang="en-IN"/>
          </a:p>
        </p:txBody>
      </p:sp>
    </p:spTree>
    <p:extLst>
      <p:ext uri="{BB962C8B-B14F-4D97-AF65-F5344CB8AC3E}">
        <p14:creationId xmlns:p14="http://schemas.microsoft.com/office/powerpoint/2010/main" val="65619694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99</a:t>
            </a:fld>
            <a:endParaRPr lang="en-IN"/>
          </a:p>
        </p:txBody>
      </p:sp>
    </p:spTree>
    <p:extLst>
      <p:ext uri="{BB962C8B-B14F-4D97-AF65-F5344CB8AC3E}">
        <p14:creationId xmlns:p14="http://schemas.microsoft.com/office/powerpoint/2010/main" val="281325783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100</a:t>
            </a:fld>
            <a:endParaRPr lang="en-IN"/>
          </a:p>
        </p:txBody>
      </p:sp>
    </p:spTree>
    <p:extLst>
      <p:ext uri="{BB962C8B-B14F-4D97-AF65-F5344CB8AC3E}">
        <p14:creationId xmlns:p14="http://schemas.microsoft.com/office/powerpoint/2010/main" val="422995169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101</a:t>
            </a:fld>
            <a:endParaRPr lang="en-IN"/>
          </a:p>
        </p:txBody>
      </p:sp>
    </p:spTree>
    <p:extLst>
      <p:ext uri="{BB962C8B-B14F-4D97-AF65-F5344CB8AC3E}">
        <p14:creationId xmlns:p14="http://schemas.microsoft.com/office/powerpoint/2010/main" val="424236139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7B6FE6-6FE0-4B00-BDAF-1BF92B28B7C9}" type="slidenum">
              <a:rPr lang="en-IN" smtClean="0"/>
              <a:t>102</a:t>
            </a:fld>
            <a:endParaRPr lang="en-IN"/>
          </a:p>
        </p:txBody>
      </p:sp>
    </p:spTree>
    <p:extLst>
      <p:ext uri="{BB962C8B-B14F-4D97-AF65-F5344CB8AC3E}">
        <p14:creationId xmlns:p14="http://schemas.microsoft.com/office/powerpoint/2010/main" val="2783513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1.emf"/><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4.emf"/><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7.emf"/><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Master" Target="../slideMasters/slideMaster2.xml"/><Relationship Id="rId4" Type="http://schemas.openxmlformats.org/officeDocument/2006/relationships/image" Target="../media/image24.emf"/></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3.emf"/><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5.emf"/><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7.emf"/><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3.emf"/><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6.emf"/><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9.emf"/><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6.emf"/><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1.emf"/><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6.emf"/><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4.emf"/><Relationship Id="rId1" Type="http://schemas.openxmlformats.org/officeDocument/2006/relationships/slideMaster" Target="../slideMasters/slideMaster6.xml"/><Relationship Id="rId4" Type="http://schemas.openxmlformats.org/officeDocument/2006/relationships/image" Target="../media/image12.png"/></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6.emf"/><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7.emf"/><Relationship Id="rId1" Type="http://schemas.openxmlformats.org/officeDocument/2006/relationships/slideMaster" Target="../slideMasters/slideMaster6.xml"/><Relationship Id="rId4" Type="http://schemas.openxmlformats.org/officeDocument/2006/relationships/image" Target="../media/image12.png"/></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8.emf"/><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Master" Target="../slideMasters/slideMaster6.xml"/><Relationship Id="rId4" Type="http://schemas.openxmlformats.org/officeDocument/2006/relationships/image" Target="../media/image24.emf"/></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5.emf"/><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8.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3.emf"/><Relationship Id="rId1" Type="http://schemas.openxmlformats.org/officeDocument/2006/relationships/slideMaster" Target="../slideMasters/slideMaster8.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8.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5.emf"/><Relationship Id="rId1" Type="http://schemas.openxmlformats.org/officeDocument/2006/relationships/slideMaster" Target="../slideMasters/slideMaster8.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8.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7.emf"/><Relationship Id="rId1" Type="http://schemas.openxmlformats.org/officeDocument/2006/relationships/slideMaster" Target="../slideMasters/slideMaster8.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3.emf"/><Relationship Id="rId1" Type="http://schemas.openxmlformats.org/officeDocument/2006/relationships/slideMaster" Target="../slideMasters/slideMaster8.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6.emf"/><Relationship Id="rId1" Type="http://schemas.openxmlformats.org/officeDocument/2006/relationships/slideMaster" Target="../slideMasters/slideMaster8.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9.emf"/><Relationship Id="rId1" Type="http://schemas.openxmlformats.org/officeDocument/2006/relationships/slideMaster" Target="../slideMasters/slideMaster8.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8.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6.emf"/><Relationship Id="rId1" Type="http://schemas.openxmlformats.org/officeDocument/2006/relationships/slideMaster" Target="../slideMasters/slideMaster8.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1.emf"/><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2.png"/><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6.emf"/><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6.emf"/><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7.emf"/><Relationship Id="rId1" Type="http://schemas.openxmlformats.org/officeDocument/2006/relationships/slideMaster" Target="../slideMasters/slideMaster8.xml"/><Relationship Id="rId4" Type="http://schemas.openxmlformats.org/officeDocument/2006/relationships/image" Target="../media/image12.png"/></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8.emf"/><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Master" Target="../slideMasters/slideMaster8.xml"/><Relationship Id="rId4" Type="http://schemas.openxmlformats.org/officeDocument/2006/relationships/image" Target="../media/image24.emf"/></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5.emf"/><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Master" Target="../slideMasters/slideMaster8.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6443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24B4991-1563-CD48-A701-9F919CD703A7}"/>
              </a:ext>
            </a:extLst>
          </p:cNvPr>
          <p:cNvSpPr>
            <a:spLocks noGrp="1"/>
          </p:cNvSpPr>
          <p:nvPr>
            <p:ph type="pic" sz="quarter" idx="10"/>
          </p:nvPr>
        </p:nvSpPr>
        <p:spPr>
          <a:xfrm>
            <a:off x="0" y="0"/>
            <a:ext cx="12192000" cy="6858000"/>
          </a:xfrm>
        </p:spPr>
        <p:txBody>
          <a:bodyPr/>
          <a:lstStyle/>
          <a:p>
            <a:endParaRPr lang="en-US"/>
          </a:p>
        </p:txBody>
      </p:sp>
      <p:pic>
        <p:nvPicPr>
          <p:cNvPr id="13" name="Picture 12">
            <a:extLst>
              <a:ext uri="{FF2B5EF4-FFF2-40B4-BE49-F238E27FC236}">
                <a16:creationId xmlns:a16="http://schemas.microsoft.com/office/drawing/2014/main" id="{5285161C-9BA7-5E4E-B54D-8D68B1F07DD7}"/>
              </a:ext>
            </a:extLst>
          </p:cNvPr>
          <p:cNvPicPr>
            <a:picLocks noChangeAspect="1"/>
          </p:cNvPicPr>
          <p:nvPr userDrawn="1"/>
        </p:nvPicPr>
        <p:blipFill>
          <a:blip r:embed="rId2">
            <a:duotone>
              <a:schemeClr val="accent6">
                <a:shade val="45000"/>
                <a:satMod val="135000"/>
              </a:schemeClr>
              <a:prstClr val="white"/>
            </a:duotone>
            <a:alphaModFix/>
          </a:blip>
          <a:stretch>
            <a:fillRect/>
          </a:stretch>
        </p:blipFill>
        <p:spPr>
          <a:xfrm>
            <a:off x="0" y="0"/>
            <a:ext cx="7638757" cy="7638757"/>
          </a:xfrm>
          <a:prstGeom prst="rect">
            <a:avLst/>
          </a:prstGeom>
        </p:spPr>
      </p:pic>
      <p:pic>
        <p:nvPicPr>
          <p:cNvPr id="6" name="Picture 5">
            <a:extLst>
              <a:ext uri="{FF2B5EF4-FFF2-40B4-BE49-F238E27FC236}">
                <a16:creationId xmlns:a16="http://schemas.microsoft.com/office/drawing/2014/main" id="{9DECACAC-C286-974A-BC1A-9A17E3E92C84}"/>
              </a:ext>
            </a:extLst>
          </p:cNvPr>
          <p:cNvPicPr>
            <a:picLocks noChangeAspect="1"/>
          </p:cNvPicPr>
          <p:nvPr userDrawn="1"/>
        </p:nvPicPr>
        <p:blipFill>
          <a:blip r:embed="rId3"/>
          <a:stretch>
            <a:fillRect/>
          </a:stretch>
        </p:blipFill>
        <p:spPr>
          <a:xfrm>
            <a:off x="1379122" y="1392116"/>
            <a:ext cx="1358900" cy="838200"/>
          </a:xfrm>
          <a:prstGeom prst="rect">
            <a:avLst/>
          </a:prstGeom>
        </p:spPr>
      </p:pic>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264245" y="2920341"/>
            <a:ext cx="4566715" cy="1874852"/>
          </a:xfrm>
        </p:spPr>
        <p:txBody>
          <a:bodyPr anchor="b"/>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939959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90008" y="1554148"/>
            <a:ext cx="3598410" cy="1874852"/>
          </a:xfrm>
        </p:spPr>
        <p:txBody>
          <a:bodyPr anchor="b">
            <a:normAutofit/>
          </a:bodyPr>
          <a:lstStyle>
            <a:lvl1pPr algn="l">
              <a:defRPr sz="45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90008" y="3521075"/>
            <a:ext cx="3598410"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8DB3934E-9463-F742-BC92-1AA4EE518C24}"/>
              </a:ext>
            </a:extLst>
          </p:cNvPr>
          <p:cNvPicPr>
            <a:picLocks noChangeAspect="1"/>
          </p:cNvPicPr>
          <p:nvPr userDrawn="1"/>
        </p:nvPicPr>
        <p:blipFill>
          <a:blip r:embed="rId2"/>
          <a:stretch>
            <a:fillRect/>
          </a:stretch>
        </p:blipFill>
        <p:spPr>
          <a:xfrm>
            <a:off x="-1" y="5983357"/>
            <a:ext cx="874643" cy="874643"/>
          </a:xfrm>
          <a:prstGeom prst="rect">
            <a:avLst/>
          </a:prstGeom>
        </p:spPr>
      </p:pic>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Tree>
    <p:extLst>
      <p:ext uri="{BB962C8B-B14F-4D97-AF65-F5344CB8AC3E}">
        <p14:creationId xmlns:p14="http://schemas.microsoft.com/office/powerpoint/2010/main" val="2543034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7118003" y="2330005"/>
            <a:ext cx="4351373" cy="1874852"/>
          </a:xfrm>
        </p:spPr>
        <p:txBody>
          <a:bodyPr anchor="b">
            <a:noAutofit/>
          </a:bodyPr>
          <a:lstStyle>
            <a:lvl1pPr algn="l">
              <a:defRPr sz="50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7118003" y="4296932"/>
            <a:ext cx="4351373" cy="1301497"/>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8DB3934E-9463-F742-BC92-1AA4EE518C24}"/>
              </a:ext>
            </a:extLst>
          </p:cNvPr>
          <p:cNvPicPr>
            <a:picLocks noChangeAspect="1"/>
          </p:cNvPicPr>
          <p:nvPr userDrawn="1"/>
        </p:nvPicPr>
        <p:blipFill>
          <a:blip r:embed="rId2"/>
          <a:stretch>
            <a:fillRect/>
          </a:stretch>
        </p:blipFill>
        <p:spPr>
          <a:xfrm>
            <a:off x="-1" y="0"/>
            <a:ext cx="722625" cy="722625"/>
          </a:xfrm>
          <a:prstGeom prst="rect">
            <a:avLst/>
          </a:prstGeom>
        </p:spPr>
      </p:pic>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722624" y="724112"/>
            <a:ext cx="5517866" cy="5517866"/>
          </a:xfrm>
          <a:prstGeom prst="flowChartDelay">
            <a:avLst/>
          </a:prstGeom>
        </p:spPr>
        <p:txBody>
          <a:bodyPr/>
          <a:lstStyle/>
          <a:p>
            <a:endParaRPr lang="en-US"/>
          </a:p>
        </p:txBody>
      </p:sp>
      <p:pic>
        <p:nvPicPr>
          <p:cNvPr id="6" name="Picture 5">
            <a:extLst>
              <a:ext uri="{FF2B5EF4-FFF2-40B4-BE49-F238E27FC236}">
                <a16:creationId xmlns:a16="http://schemas.microsoft.com/office/drawing/2014/main" id="{E3FF7966-7827-A648-B36F-C52A3D73CAE5}"/>
              </a:ext>
            </a:extLst>
          </p:cNvPr>
          <p:cNvPicPr>
            <a:picLocks noChangeAspect="1"/>
          </p:cNvPicPr>
          <p:nvPr userDrawn="1"/>
        </p:nvPicPr>
        <p:blipFill>
          <a:blip r:embed="rId3"/>
          <a:stretch>
            <a:fillRect/>
          </a:stretch>
        </p:blipFill>
        <p:spPr>
          <a:xfrm>
            <a:off x="6462165" y="995711"/>
            <a:ext cx="2281959" cy="604907"/>
          </a:xfrm>
          <a:prstGeom prst="rect">
            <a:avLst/>
          </a:prstGeom>
        </p:spPr>
      </p:pic>
    </p:spTree>
    <p:extLst>
      <p:ext uri="{BB962C8B-B14F-4D97-AF65-F5344CB8AC3E}">
        <p14:creationId xmlns:p14="http://schemas.microsoft.com/office/powerpoint/2010/main" val="2399998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24B4991-1563-CD48-A701-9F919CD703A7}"/>
              </a:ext>
            </a:extLst>
          </p:cNvPr>
          <p:cNvSpPr>
            <a:spLocks noGrp="1"/>
          </p:cNvSpPr>
          <p:nvPr>
            <p:ph type="pic" sz="quarter" idx="10"/>
          </p:nvPr>
        </p:nvSpPr>
        <p:spPr>
          <a:xfrm>
            <a:off x="0" y="0"/>
            <a:ext cx="12192000" cy="6858000"/>
          </a:xfrm>
        </p:spPr>
        <p:txBody>
          <a:bodyPr/>
          <a:lstStyle/>
          <a:p>
            <a:endParaRPr lang="en-US"/>
          </a:p>
        </p:txBody>
      </p:sp>
      <p:pic>
        <p:nvPicPr>
          <p:cNvPr id="18" name="Picture 17">
            <a:extLst>
              <a:ext uri="{FF2B5EF4-FFF2-40B4-BE49-F238E27FC236}">
                <a16:creationId xmlns:a16="http://schemas.microsoft.com/office/drawing/2014/main" id="{5B4888C3-FC13-6F44-A597-157602F9D15D}"/>
              </a:ext>
            </a:extLst>
          </p:cNvPr>
          <p:cNvPicPr>
            <a:picLocks noChangeAspect="1"/>
          </p:cNvPicPr>
          <p:nvPr userDrawn="1"/>
        </p:nvPicPr>
        <p:blipFill>
          <a:blip r:embed="rId2"/>
          <a:stretch>
            <a:fillRect/>
          </a:stretch>
        </p:blipFill>
        <p:spPr>
          <a:xfrm>
            <a:off x="-1" y="-3491246"/>
            <a:ext cx="10358214" cy="10358214"/>
          </a:xfrm>
          <a:prstGeom prst="rect">
            <a:avLst/>
          </a:prstGeom>
        </p:spPr>
      </p:pic>
      <p:sp>
        <p:nvSpPr>
          <p:cNvPr id="12" name="Picture Placeholder 2">
            <a:extLst>
              <a:ext uri="{FF2B5EF4-FFF2-40B4-BE49-F238E27FC236}">
                <a16:creationId xmlns:a16="http://schemas.microsoft.com/office/drawing/2014/main" id="{CCE1F23C-0D98-364F-92DB-0F350F9D1C3A}"/>
              </a:ext>
            </a:extLst>
          </p:cNvPr>
          <p:cNvSpPr>
            <a:spLocks noGrp="1"/>
          </p:cNvSpPr>
          <p:nvPr>
            <p:ph type="pic" sz="quarter" idx="11"/>
          </p:nvPr>
        </p:nvSpPr>
        <p:spPr>
          <a:xfrm>
            <a:off x="0" y="0"/>
            <a:ext cx="12192000" cy="6858000"/>
          </a:xfrm>
        </p:spPr>
        <p:txBody>
          <a:bodyPr/>
          <a:lstStyle/>
          <a:p>
            <a:endParaRPr lang="en-US"/>
          </a:p>
        </p:txBody>
      </p:sp>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786741"/>
            <a:ext cx="5921680" cy="1874852"/>
          </a:xfrm>
        </p:spPr>
        <p:txBody>
          <a:bodyPr anchor="b"/>
          <a:lstStyle>
            <a:lvl1pPr algn="l">
              <a:defRPr sz="6000">
                <a:solidFill>
                  <a:schemeClr val="bg1"/>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2753669"/>
            <a:ext cx="5921680" cy="694666"/>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695135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ivid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285161C-9BA7-5E4E-B54D-8D68B1F07DD7}"/>
              </a:ext>
            </a:extLst>
          </p:cNvPr>
          <p:cNvPicPr>
            <a:picLocks noChangeAspect="1"/>
          </p:cNvPicPr>
          <p:nvPr userDrawn="1"/>
        </p:nvPicPr>
        <p:blipFill>
          <a:blip r:embed="rId2"/>
          <a:stretch>
            <a:fillRect/>
          </a:stretch>
        </p:blipFill>
        <p:spPr>
          <a:xfrm>
            <a:off x="0" y="0"/>
            <a:ext cx="8518358" cy="8518358"/>
          </a:xfrm>
          <a:prstGeom prst="rect">
            <a:avLst/>
          </a:prstGeom>
        </p:spPr>
      </p:pic>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3"/>
          <a:stretch>
            <a:fillRect/>
          </a:stretch>
        </p:blipFill>
        <p:spPr>
          <a:xfrm>
            <a:off x="1352549" y="288758"/>
            <a:ext cx="1352277" cy="356414"/>
          </a:xfrm>
          <a:prstGeom prst="rect">
            <a:avLst/>
          </a:prstGeom>
        </p:spPr>
      </p:pic>
    </p:spTree>
    <p:extLst>
      <p:ext uri="{BB962C8B-B14F-4D97-AF65-F5344CB8AC3E}">
        <p14:creationId xmlns:p14="http://schemas.microsoft.com/office/powerpoint/2010/main" val="4266197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divi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842DAB-0471-7F4F-9BD2-B3643D8F550C}"/>
              </a:ext>
            </a:extLst>
          </p:cNvPr>
          <p:cNvPicPr>
            <a:picLocks noChangeAspect="1"/>
          </p:cNvPicPr>
          <p:nvPr userDrawn="1"/>
        </p:nvPicPr>
        <p:blipFill>
          <a:blip r:embed="rId2"/>
          <a:stretch>
            <a:fillRect/>
          </a:stretch>
        </p:blipFill>
        <p:spPr>
          <a:xfrm>
            <a:off x="-18007" y="-2896617"/>
            <a:ext cx="9763585" cy="9763585"/>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810749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divid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8DB3934E-9463-F742-BC92-1AA4EE518C24}"/>
              </a:ext>
            </a:extLst>
          </p:cNvPr>
          <p:cNvPicPr>
            <a:picLocks noChangeAspect="1"/>
          </p:cNvPicPr>
          <p:nvPr userDrawn="1"/>
        </p:nvPicPr>
        <p:blipFill>
          <a:blip r:embed="rId2"/>
          <a:stretch>
            <a:fillRect/>
          </a:stretch>
        </p:blipFill>
        <p:spPr>
          <a:xfrm>
            <a:off x="-1" y="5983357"/>
            <a:ext cx="874643" cy="874643"/>
          </a:xfrm>
          <a:prstGeom prst="rect">
            <a:avLst/>
          </a:prstGeom>
        </p:spPr>
      </p:pic>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pic>
        <p:nvPicPr>
          <p:cNvPr id="12" name="Picture 11">
            <a:extLst>
              <a:ext uri="{FF2B5EF4-FFF2-40B4-BE49-F238E27FC236}">
                <a16:creationId xmlns:a16="http://schemas.microsoft.com/office/drawing/2014/main" id="{ED5B0CAE-5B88-4445-8ECF-3B795699265F}"/>
              </a:ext>
            </a:extLst>
          </p:cNvPr>
          <p:cNvPicPr>
            <a:picLocks noChangeAspect="1"/>
          </p:cNvPicPr>
          <p:nvPr userDrawn="1"/>
        </p:nvPicPr>
        <p:blipFill>
          <a:blip r:embed="rId3"/>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2706692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divid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2"/>
          <a:stretch>
            <a:fillRect/>
          </a:stretch>
        </p:blipFill>
        <p:spPr>
          <a:xfrm>
            <a:off x="1352549" y="288758"/>
            <a:ext cx="1352277" cy="356414"/>
          </a:xfrm>
          <a:prstGeom prst="rect">
            <a:avLst/>
          </a:prstGeom>
        </p:spPr>
      </p:pic>
      <p:pic>
        <p:nvPicPr>
          <p:cNvPr id="8" name="Picture 7">
            <a:extLst>
              <a:ext uri="{FF2B5EF4-FFF2-40B4-BE49-F238E27FC236}">
                <a16:creationId xmlns:a16="http://schemas.microsoft.com/office/drawing/2014/main" id="{F364929F-F499-474C-A04F-FD8C0F5E8B2F}"/>
              </a:ext>
            </a:extLst>
          </p:cNvPr>
          <p:cNvPicPr>
            <a:picLocks noChangeAspect="1"/>
          </p:cNvPicPr>
          <p:nvPr userDrawn="1"/>
        </p:nvPicPr>
        <p:blipFill>
          <a:blip r:embed="rId3"/>
          <a:stretch>
            <a:fillRect/>
          </a:stretch>
        </p:blipFill>
        <p:spPr>
          <a:xfrm>
            <a:off x="-1" y="-1"/>
            <a:ext cx="8518357" cy="8518357"/>
          </a:xfrm>
          <a:prstGeom prst="rect">
            <a:avLst/>
          </a:prstGeom>
        </p:spPr>
      </p:pic>
    </p:spTree>
    <p:extLst>
      <p:ext uri="{BB962C8B-B14F-4D97-AF65-F5344CB8AC3E}">
        <p14:creationId xmlns:p14="http://schemas.microsoft.com/office/powerpoint/2010/main" val="1513198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divid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50E24A5-9FB3-7040-8456-A21981F9830F}"/>
              </a:ext>
            </a:extLst>
          </p:cNvPr>
          <p:cNvPicPr>
            <a:picLocks noChangeAspect="1"/>
          </p:cNvPicPr>
          <p:nvPr userDrawn="1"/>
        </p:nvPicPr>
        <p:blipFill>
          <a:blip r:embed="rId2"/>
          <a:stretch>
            <a:fillRect/>
          </a:stretch>
        </p:blipFill>
        <p:spPr>
          <a:xfrm>
            <a:off x="-18008" y="-2891071"/>
            <a:ext cx="9763585" cy="9763585"/>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703451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divid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a:solidFill>
            <a:srgbClr val="FF858A"/>
          </a:solidFill>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a:solidFill>
            <a:srgbClr val="FF858A"/>
          </a:solidFill>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FFB6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E9CA1B1D-CE54-164F-B6CF-75F6855A7876}"/>
              </a:ext>
            </a:extLst>
          </p:cNvPr>
          <p:cNvPicPr>
            <a:picLocks noChangeAspect="1"/>
          </p:cNvPicPr>
          <p:nvPr userDrawn="1"/>
        </p:nvPicPr>
        <p:blipFill>
          <a:blip r:embed="rId2"/>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38405246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divid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2"/>
          <a:stretch>
            <a:fillRect/>
          </a:stretch>
        </p:blipFill>
        <p:spPr>
          <a:xfrm>
            <a:off x="1352549" y="288758"/>
            <a:ext cx="1352277" cy="356414"/>
          </a:xfrm>
          <a:prstGeom prst="rect">
            <a:avLst/>
          </a:prstGeom>
        </p:spPr>
      </p:pic>
      <p:pic>
        <p:nvPicPr>
          <p:cNvPr id="9" name="Picture 8">
            <a:extLst>
              <a:ext uri="{FF2B5EF4-FFF2-40B4-BE49-F238E27FC236}">
                <a16:creationId xmlns:a16="http://schemas.microsoft.com/office/drawing/2014/main" id="{7854E2B1-463E-7246-A916-5D0E97EC4708}"/>
              </a:ext>
            </a:extLst>
          </p:cNvPr>
          <p:cNvPicPr>
            <a:picLocks noChangeAspect="1"/>
          </p:cNvPicPr>
          <p:nvPr userDrawn="1"/>
        </p:nvPicPr>
        <p:blipFill>
          <a:blip r:embed="rId3"/>
          <a:stretch>
            <a:fillRect/>
          </a:stretch>
        </p:blipFill>
        <p:spPr>
          <a:xfrm>
            <a:off x="0" y="-1"/>
            <a:ext cx="8518356" cy="8518356"/>
          </a:xfrm>
          <a:prstGeom prst="rect">
            <a:avLst/>
          </a:prstGeom>
        </p:spPr>
      </p:pic>
    </p:spTree>
    <p:extLst>
      <p:ext uri="{BB962C8B-B14F-4D97-AF65-F5344CB8AC3E}">
        <p14:creationId xmlns:p14="http://schemas.microsoft.com/office/powerpoint/2010/main" val="25423585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divi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FE8491-95A9-B249-9C43-FCE3E713D408}"/>
              </a:ext>
            </a:extLst>
          </p:cNvPr>
          <p:cNvPicPr>
            <a:picLocks noChangeAspect="1"/>
          </p:cNvPicPr>
          <p:nvPr userDrawn="1"/>
        </p:nvPicPr>
        <p:blipFill>
          <a:blip r:embed="rId2"/>
          <a:stretch>
            <a:fillRect/>
          </a:stretch>
        </p:blipFill>
        <p:spPr>
          <a:xfrm>
            <a:off x="-14515" y="-2893472"/>
            <a:ext cx="9760092" cy="9760092"/>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49931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9_divid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02C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5355E62-8248-1943-AD86-B7FAC72B910D}"/>
              </a:ext>
            </a:extLst>
          </p:cNvPr>
          <p:cNvPicPr>
            <a:picLocks noChangeAspect="1"/>
          </p:cNvPicPr>
          <p:nvPr userDrawn="1"/>
        </p:nvPicPr>
        <p:blipFill>
          <a:blip r:embed="rId2"/>
          <a:stretch>
            <a:fillRect/>
          </a:stretch>
        </p:blipFill>
        <p:spPr>
          <a:xfrm>
            <a:off x="1919978" y="7168467"/>
            <a:ext cx="8268750" cy="6858000"/>
          </a:xfrm>
          <a:prstGeom prst="rect">
            <a:avLst/>
          </a:prstGeom>
        </p:spPr>
      </p:pic>
      <p:pic>
        <p:nvPicPr>
          <p:cNvPr id="9" name="Picture 8">
            <a:extLst>
              <a:ext uri="{FF2B5EF4-FFF2-40B4-BE49-F238E27FC236}">
                <a16:creationId xmlns:a16="http://schemas.microsoft.com/office/drawing/2014/main" id="{6B619A79-937E-5346-A232-75D959C58F59}"/>
              </a:ext>
            </a:extLst>
          </p:cNvPr>
          <p:cNvPicPr>
            <a:picLocks noChangeAspect="1"/>
          </p:cNvPicPr>
          <p:nvPr userDrawn="1"/>
        </p:nvPicPr>
        <p:blipFill>
          <a:blip r:embed="rId3"/>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12749675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divid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2"/>
          <a:stretch>
            <a:fillRect/>
          </a:stretch>
        </p:blipFill>
        <p:spPr>
          <a:xfrm>
            <a:off x="1352549" y="288758"/>
            <a:ext cx="1352277" cy="356414"/>
          </a:xfrm>
          <a:prstGeom prst="rect">
            <a:avLst/>
          </a:prstGeom>
        </p:spPr>
      </p:pic>
      <p:pic>
        <p:nvPicPr>
          <p:cNvPr id="8" name="Picture 7">
            <a:extLst>
              <a:ext uri="{FF2B5EF4-FFF2-40B4-BE49-F238E27FC236}">
                <a16:creationId xmlns:a16="http://schemas.microsoft.com/office/drawing/2014/main" id="{AB4F79F6-7126-F24D-8204-8208DE04B9F4}"/>
              </a:ext>
            </a:extLst>
          </p:cNvPr>
          <p:cNvPicPr>
            <a:picLocks noChangeAspect="1"/>
          </p:cNvPicPr>
          <p:nvPr userDrawn="1"/>
        </p:nvPicPr>
        <p:blipFill>
          <a:blip r:embed="rId3"/>
          <a:stretch>
            <a:fillRect/>
          </a:stretch>
        </p:blipFill>
        <p:spPr>
          <a:xfrm>
            <a:off x="0" y="0"/>
            <a:ext cx="8518356" cy="8518356"/>
          </a:xfrm>
          <a:prstGeom prst="rect">
            <a:avLst/>
          </a:prstGeom>
        </p:spPr>
      </p:pic>
    </p:spTree>
    <p:extLst>
      <p:ext uri="{BB962C8B-B14F-4D97-AF65-F5344CB8AC3E}">
        <p14:creationId xmlns:p14="http://schemas.microsoft.com/office/powerpoint/2010/main" val="2458204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divid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0EF56D7-2183-C34F-B771-2D93161BCCBA}"/>
              </a:ext>
            </a:extLst>
          </p:cNvPr>
          <p:cNvPicPr>
            <a:picLocks noChangeAspect="1"/>
          </p:cNvPicPr>
          <p:nvPr userDrawn="1"/>
        </p:nvPicPr>
        <p:blipFill>
          <a:blip r:embed="rId2"/>
          <a:stretch>
            <a:fillRect/>
          </a:stretch>
        </p:blipFill>
        <p:spPr>
          <a:xfrm>
            <a:off x="-14516" y="-2893471"/>
            <a:ext cx="9760091" cy="9760091"/>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6" name="Picture 5">
            <a:extLst>
              <a:ext uri="{FF2B5EF4-FFF2-40B4-BE49-F238E27FC236}">
                <a16:creationId xmlns:a16="http://schemas.microsoft.com/office/drawing/2014/main" id="{25F1D60F-38CF-524A-A8CB-833245F60A86}"/>
              </a:ext>
            </a:extLst>
          </p:cNvPr>
          <p:cNvPicPr>
            <a:picLocks noChangeAspect="1"/>
          </p:cNvPicPr>
          <p:nvPr userDrawn="1"/>
        </p:nvPicPr>
        <p:blipFill>
          <a:blip r:embed="rId3"/>
          <a:stretch>
            <a:fillRect/>
          </a:stretch>
        </p:blipFill>
        <p:spPr>
          <a:xfrm>
            <a:off x="1919978" y="7168467"/>
            <a:ext cx="8268750" cy="6858000"/>
          </a:xfrm>
          <a:prstGeom prst="rect">
            <a:avLst/>
          </a:prstGeom>
        </p:spPr>
      </p:pic>
    </p:spTree>
    <p:extLst>
      <p:ext uri="{BB962C8B-B14F-4D97-AF65-F5344CB8AC3E}">
        <p14:creationId xmlns:p14="http://schemas.microsoft.com/office/powerpoint/2010/main" val="37416091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_divid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EE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CDC93839-0AF4-9641-A56E-902F9122E1AD}"/>
              </a:ext>
            </a:extLst>
          </p:cNvPr>
          <p:cNvPicPr>
            <a:picLocks noChangeAspect="1"/>
          </p:cNvPicPr>
          <p:nvPr userDrawn="1"/>
        </p:nvPicPr>
        <p:blipFill>
          <a:blip r:embed="rId2"/>
          <a:stretch>
            <a:fillRect/>
          </a:stretch>
        </p:blipFill>
        <p:spPr>
          <a:xfrm>
            <a:off x="1352747" y="6253214"/>
            <a:ext cx="1352277" cy="356414"/>
          </a:xfrm>
          <a:prstGeom prst="rect">
            <a:avLst/>
          </a:prstGeom>
        </p:spPr>
      </p:pic>
    </p:spTree>
    <p:extLst>
      <p:ext uri="{BB962C8B-B14F-4D97-AF65-F5344CB8AC3E}">
        <p14:creationId xmlns:p14="http://schemas.microsoft.com/office/powerpoint/2010/main" val="24002115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3_divid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2"/>
          <a:stretch>
            <a:fillRect/>
          </a:stretch>
        </p:blipFill>
        <p:spPr>
          <a:xfrm>
            <a:off x="1352549" y="288758"/>
            <a:ext cx="1352277" cy="356414"/>
          </a:xfrm>
          <a:prstGeom prst="rect">
            <a:avLst/>
          </a:prstGeom>
        </p:spPr>
      </p:pic>
      <p:pic>
        <p:nvPicPr>
          <p:cNvPr id="9" name="Picture 8">
            <a:extLst>
              <a:ext uri="{FF2B5EF4-FFF2-40B4-BE49-F238E27FC236}">
                <a16:creationId xmlns:a16="http://schemas.microsoft.com/office/drawing/2014/main" id="{C17D3AC9-A100-9E4A-B282-7D8FFC555BD7}"/>
              </a:ext>
            </a:extLst>
          </p:cNvPr>
          <p:cNvPicPr>
            <a:picLocks noChangeAspect="1"/>
          </p:cNvPicPr>
          <p:nvPr userDrawn="1"/>
        </p:nvPicPr>
        <p:blipFill>
          <a:blip r:embed="rId3"/>
          <a:stretch>
            <a:fillRect/>
          </a:stretch>
        </p:blipFill>
        <p:spPr>
          <a:xfrm>
            <a:off x="3406" y="-1"/>
            <a:ext cx="8529463" cy="8529463"/>
          </a:xfrm>
          <a:prstGeom prst="rect">
            <a:avLst/>
          </a:prstGeom>
        </p:spPr>
      </p:pic>
    </p:spTree>
    <p:extLst>
      <p:ext uri="{BB962C8B-B14F-4D97-AF65-F5344CB8AC3E}">
        <p14:creationId xmlns:p14="http://schemas.microsoft.com/office/powerpoint/2010/main" val="2973619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4_divi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1793224-44E2-CF4F-A264-12C56110B6BD}"/>
              </a:ext>
            </a:extLst>
          </p:cNvPr>
          <p:cNvPicPr>
            <a:picLocks noChangeAspect="1"/>
          </p:cNvPicPr>
          <p:nvPr userDrawn="1"/>
        </p:nvPicPr>
        <p:blipFill>
          <a:blip r:embed="rId2"/>
          <a:stretch>
            <a:fillRect/>
          </a:stretch>
        </p:blipFill>
        <p:spPr>
          <a:xfrm>
            <a:off x="-14515" y="-2878954"/>
            <a:ext cx="9745574" cy="9745574"/>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6" name="Picture 5">
            <a:extLst>
              <a:ext uri="{FF2B5EF4-FFF2-40B4-BE49-F238E27FC236}">
                <a16:creationId xmlns:a16="http://schemas.microsoft.com/office/drawing/2014/main" id="{25F1D60F-38CF-524A-A8CB-833245F60A86}"/>
              </a:ext>
            </a:extLst>
          </p:cNvPr>
          <p:cNvPicPr>
            <a:picLocks noChangeAspect="1"/>
          </p:cNvPicPr>
          <p:nvPr userDrawn="1"/>
        </p:nvPicPr>
        <p:blipFill>
          <a:blip r:embed="rId3"/>
          <a:stretch>
            <a:fillRect/>
          </a:stretch>
        </p:blipFill>
        <p:spPr>
          <a:xfrm>
            <a:off x="1919978" y="7168467"/>
            <a:ext cx="8268750" cy="6858000"/>
          </a:xfrm>
          <a:prstGeom prst="rect">
            <a:avLst/>
          </a:prstGeom>
        </p:spPr>
      </p:pic>
    </p:spTree>
    <p:extLst>
      <p:ext uri="{BB962C8B-B14F-4D97-AF65-F5344CB8AC3E}">
        <p14:creationId xmlns:p14="http://schemas.microsoft.com/office/powerpoint/2010/main" val="24132123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5_divid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8BAE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94761A6-3E4C-D946-8DC7-1CA62B83A06F}"/>
              </a:ext>
            </a:extLst>
          </p:cNvPr>
          <p:cNvPicPr>
            <a:picLocks noChangeAspect="1"/>
          </p:cNvPicPr>
          <p:nvPr userDrawn="1"/>
        </p:nvPicPr>
        <p:blipFill>
          <a:blip r:embed="rId2"/>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35342305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6_divi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4FA227F-93DE-644B-80A3-8F38CFD11BA4}"/>
              </a:ext>
            </a:extLst>
          </p:cNvPr>
          <p:cNvPicPr>
            <a:picLocks noChangeAspect="1"/>
          </p:cNvPicPr>
          <p:nvPr userDrawn="1"/>
        </p:nvPicPr>
        <p:blipFill>
          <a:blip r:embed="rId2"/>
          <a:stretch>
            <a:fillRect/>
          </a:stretch>
        </p:blipFill>
        <p:spPr>
          <a:xfrm>
            <a:off x="-1" y="-1"/>
            <a:ext cx="8529463" cy="8529463"/>
          </a:xfrm>
          <a:prstGeom prst="rect">
            <a:avLst/>
          </a:prstGeom>
        </p:spPr>
      </p:pic>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3"/>
          <a:stretch>
            <a:fillRect/>
          </a:stretch>
        </p:blipFill>
        <p:spPr>
          <a:xfrm>
            <a:off x="1352549" y="288758"/>
            <a:ext cx="1352277" cy="356414"/>
          </a:xfrm>
          <a:prstGeom prst="rect">
            <a:avLst/>
          </a:prstGeom>
        </p:spPr>
      </p:pic>
    </p:spTree>
    <p:extLst>
      <p:ext uri="{BB962C8B-B14F-4D97-AF65-F5344CB8AC3E}">
        <p14:creationId xmlns:p14="http://schemas.microsoft.com/office/powerpoint/2010/main" val="15717056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7_divi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B17C03-A0CD-2F43-A972-812BE1F49440}"/>
              </a:ext>
            </a:extLst>
          </p:cNvPr>
          <p:cNvPicPr>
            <a:picLocks noChangeAspect="1"/>
          </p:cNvPicPr>
          <p:nvPr userDrawn="1"/>
        </p:nvPicPr>
        <p:blipFill>
          <a:blip r:embed="rId2"/>
          <a:stretch>
            <a:fillRect/>
          </a:stretch>
        </p:blipFill>
        <p:spPr>
          <a:xfrm>
            <a:off x="-14516" y="-2887573"/>
            <a:ext cx="9745573" cy="9745573"/>
          </a:xfrm>
          <a:prstGeom prst="rect">
            <a:avLst/>
          </a:prstGeom>
        </p:spPr>
      </p:pic>
      <p:pic>
        <p:nvPicPr>
          <p:cNvPr id="2" name="Picture 1">
            <a:extLst>
              <a:ext uri="{FF2B5EF4-FFF2-40B4-BE49-F238E27FC236}">
                <a16:creationId xmlns:a16="http://schemas.microsoft.com/office/drawing/2014/main" id="{5A631794-58EE-7C4C-BAE6-9F861582B13F}"/>
              </a:ext>
            </a:extLst>
          </p:cNvPr>
          <p:cNvPicPr>
            <a:picLocks noChangeAspect="1"/>
          </p:cNvPicPr>
          <p:nvPr userDrawn="1"/>
        </p:nvPicPr>
        <p:blipFill>
          <a:blip r:embed="rId3"/>
          <a:stretch>
            <a:fillRect/>
          </a:stretch>
        </p:blipFill>
        <p:spPr>
          <a:xfrm>
            <a:off x="-14515" y="-2878954"/>
            <a:ext cx="9745574" cy="9745574"/>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5406720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8_divid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AEA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D1102DC-4A08-8240-A4D0-517D989AE08D}"/>
              </a:ext>
            </a:extLst>
          </p:cNvPr>
          <p:cNvPicPr>
            <a:picLocks noChangeAspect="1"/>
          </p:cNvPicPr>
          <p:nvPr userDrawn="1"/>
        </p:nvPicPr>
        <p:blipFill>
          <a:blip r:embed="rId2"/>
          <a:stretch>
            <a:fillRect/>
          </a:stretch>
        </p:blipFill>
        <p:spPr>
          <a:xfrm>
            <a:off x="1352747" y="6253214"/>
            <a:ext cx="1352277" cy="356414"/>
          </a:xfrm>
          <a:prstGeom prst="rect">
            <a:avLst/>
          </a:prstGeom>
        </p:spPr>
      </p:pic>
    </p:spTree>
    <p:extLst>
      <p:ext uri="{BB962C8B-B14F-4D97-AF65-F5344CB8AC3E}">
        <p14:creationId xmlns:p14="http://schemas.microsoft.com/office/powerpoint/2010/main" val="27874957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9_divid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24B4991-1563-CD48-A701-9F919CD703A7}"/>
              </a:ext>
            </a:extLst>
          </p:cNvPr>
          <p:cNvSpPr>
            <a:spLocks noGrp="1"/>
          </p:cNvSpPr>
          <p:nvPr>
            <p:ph type="pic" sz="quarter" idx="10"/>
          </p:nvPr>
        </p:nvSpPr>
        <p:spPr>
          <a:xfrm>
            <a:off x="0" y="0"/>
            <a:ext cx="12192000" cy="6858000"/>
          </a:xfrm>
        </p:spPr>
        <p:txBody>
          <a:bodyPr/>
          <a:lstStyle/>
          <a:p>
            <a:endParaRPr lang="en-US"/>
          </a:p>
        </p:txBody>
      </p:sp>
      <p:pic>
        <p:nvPicPr>
          <p:cNvPr id="13" name="Picture 12">
            <a:extLst>
              <a:ext uri="{FF2B5EF4-FFF2-40B4-BE49-F238E27FC236}">
                <a16:creationId xmlns:a16="http://schemas.microsoft.com/office/drawing/2014/main" id="{5285161C-9BA7-5E4E-B54D-8D68B1F07DD7}"/>
              </a:ext>
            </a:extLst>
          </p:cNvPr>
          <p:cNvPicPr>
            <a:picLocks noChangeAspect="1"/>
          </p:cNvPicPr>
          <p:nvPr userDrawn="1"/>
        </p:nvPicPr>
        <p:blipFill>
          <a:blip r:embed="rId2"/>
          <a:stretch>
            <a:fillRect/>
          </a:stretch>
        </p:blipFill>
        <p:spPr>
          <a:xfrm>
            <a:off x="0" y="0"/>
            <a:ext cx="7638757" cy="7638757"/>
          </a:xfrm>
          <a:prstGeom prst="rect">
            <a:avLst/>
          </a:prstGeom>
        </p:spPr>
      </p:pic>
      <p:pic>
        <p:nvPicPr>
          <p:cNvPr id="6" name="Picture 5">
            <a:extLst>
              <a:ext uri="{FF2B5EF4-FFF2-40B4-BE49-F238E27FC236}">
                <a16:creationId xmlns:a16="http://schemas.microsoft.com/office/drawing/2014/main" id="{9DECACAC-C286-974A-BC1A-9A17E3E92C84}"/>
              </a:ext>
            </a:extLst>
          </p:cNvPr>
          <p:cNvPicPr>
            <a:picLocks noChangeAspect="1"/>
          </p:cNvPicPr>
          <p:nvPr userDrawn="1"/>
        </p:nvPicPr>
        <p:blipFill>
          <a:blip r:embed="rId3"/>
          <a:stretch>
            <a:fillRect/>
          </a:stretch>
        </p:blipFill>
        <p:spPr>
          <a:xfrm>
            <a:off x="1379122" y="1392116"/>
            <a:ext cx="1358900" cy="838200"/>
          </a:xfrm>
          <a:prstGeom prst="rect">
            <a:avLst/>
          </a:prstGeom>
        </p:spPr>
      </p:pic>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264245" y="2920341"/>
            <a:ext cx="4566715" cy="1874852"/>
          </a:xfrm>
        </p:spPr>
        <p:txBody>
          <a:bodyPr anchor="b"/>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947843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0_divi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DECACAC-C286-974A-BC1A-9A17E3E92C84}"/>
              </a:ext>
            </a:extLst>
          </p:cNvPr>
          <p:cNvPicPr>
            <a:picLocks noChangeAspect="1"/>
          </p:cNvPicPr>
          <p:nvPr userDrawn="1"/>
        </p:nvPicPr>
        <p:blipFill>
          <a:blip r:embed="rId2"/>
          <a:stretch>
            <a:fillRect/>
          </a:stretch>
        </p:blipFill>
        <p:spPr>
          <a:xfrm>
            <a:off x="1379122" y="1392116"/>
            <a:ext cx="1358900" cy="838200"/>
          </a:xfrm>
          <a:prstGeom prst="rect">
            <a:avLst/>
          </a:prstGeom>
        </p:spPr>
      </p:pic>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264245" y="2920341"/>
            <a:ext cx="4566715" cy="1874852"/>
          </a:xfrm>
        </p:spPr>
        <p:txBody>
          <a:bodyPr anchor="b"/>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0D92EAC3-0CD2-1A47-ACFF-54D45C4AE7B9}"/>
              </a:ext>
            </a:extLst>
          </p:cNvPr>
          <p:cNvSpPr>
            <a:spLocks noGrp="1"/>
          </p:cNvSpPr>
          <p:nvPr>
            <p:ph type="pic" sz="quarter" idx="10"/>
          </p:nvPr>
        </p:nvSpPr>
        <p:spPr>
          <a:xfrm>
            <a:off x="1637956" y="669235"/>
            <a:ext cx="5094287" cy="5094287"/>
          </a:xfrm>
          <a:prstGeom prst="flowChartDelay">
            <a:avLst/>
          </a:prstGeom>
        </p:spPr>
        <p:txBody>
          <a:bodyPr/>
          <a:lstStyle/>
          <a:p>
            <a:endParaRPr lang="en-US"/>
          </a:p>
        </p:txBody>
      </p:sp>
    </p:spTree>
    <p:extLst>
      <p:ext uri="{BB962C8B-B14F-4D97-AF65-F5344CB8AC3E}">
        <p14:creationId xmlns:p14="http://schemas.microsoft.com/office/powerpoint/2010/main" val="9063769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1_divid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24B4991-1563-CD48-A701-9F919CD703A7}"/>
              </a:ext>
            </a:extLst>
          </p:cNvPr>
          <p:cNvSpPr>
            <a:spLocks noGrp="1"/>
          </p:cNvSpPr>
          <p:nvPr>
            <p:ph type="pic" sz="quarter" idx="10"/>
          </p:nvPr>
        </p:nvSpPr>
        <p:spPr>
          <a:xfrm>
            <a:off x="0" y="0"/>
            <a:ext cx="12192000" cy="6858000"/>
          </a:xfrm>
        </p:spPr>
        <p:txBody>
          <a:bodyPr/>
          <a:lstStyle/>
          <a:p>
            <a:endParaRPr lang="en-US"/>
          </a:p>
        </p:txBody>
      </p:sp>
      <p:pic>
        <p:nvPicPr>
          <p:cNvPr id="18" name="Picture 17">
            <a:extLst>
              <a:ext uri="{FF2B5EF4-FFF2-40B4-BE49-F238E27FC236}">
                <a16:creationId xmlns:a16="http://schemas.microsoft.com/office/drawing/2014/main" id="{5B4888C3-FC13-6F44-A597-157602F9D15D}"/>
              </a:ext>
            </a:extLst>
          </p:cNvPr>
          <p:cNvPicPr>
            <a:picLocks noChangeAspect="1"/>
          </p:cNvPicPr>
          <p:nvPr userDrawn="1"/>
        </p:nvPicPr>
        <p:blipFill>
          <a:blip r:embed="rId2"/>
          <a:stretch>
            <a:fillRect/>
          </a:stretch>
        </p:blipFill>
        <p:spPr>
          <a:xfrm>
            <a:off x="-1" y="-3491246"/>
            <a:ext cx="10358214" cy="10358214"/>
          </a:xfrm>
          <a:prstGeom prst="rect">
            <a:avLst/>
          </a:prstGeom>
        </p:spPr>
      </p:pic>
      <p:sp>
        <p:nvSpPr>
          <p:cNvPr id="12" name="Picture Placeholder 2">
            <a:extLst>
              <a:ext uri="{FF2B5EF4-FFF2-40B4-BE49-F238E27FC236}">
                <a16:creationId xmlns:a16="http://schemas.microsoft.com/office/drawing/2014/main" id="{CCE1F23C-0D98-364F-92DB-0F350F9D1C3A}"/>
              </a:ext>
            </a:extLst>
          </p:cNvPr>
          <p:cNvSpPr>
            <a:spLocks noGrp="1"/>
          </p:cNvSpPr>
          <p:nvPr>
            <p:ph type="pic" sz="quarter" idx="11"/>
          </p:nvPr>
        </p:nvSpPr>
        <p:spPr>
          <a:xfrm>
            <a:off x="0" y="0"/>
            <a:ext cx="12192000" cy="6858000"/>
          </a:xfrm>
        </p:spPr>
        <p:txBody>
          <a:bodyPr/>
          <a:lstStyle/>
          <a:p>
            <a:endParaRPr lang="en-US"/>
          </a:p>
        </p:txBody>
      </p:sp>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786741"/>
            <a:ext cx="5921680" cy="1874852"/>
          </a:xfrm>
        </p:spPr>
        <p:txBody>
          <a:bodyPr anchor="b"/>
          <a:lstStyle>
            <a:lvl1pPr algn="l">
              <a:defRPr sz="6000">
                <a:solidFill>
                  <a:schemeClr val="bg1"/>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2753669"/>
            <a:ext cx="5921680" cy="694666"/>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3718642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with Frame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5A302-45A3-481F-BFAB-9A074C3F7794}"/>
              </a:ext>
              <a:ext uri="{C183D7F6-B498-43B3-948B-1728B52AA6E4}">
                <adec:decorative xmlns:adec="http://schemas.microsoft.com/office/drawing/2017/decorative" val="1"/>
              </a:ext>
            </a:extLst>
          </p:cNvPr>
          <p:cNvSpPr/>
          <p:nvPr userDrawn="1"/>
        </p:nvSpPr>
        <p:spPr>
          <a:xfrm>
            <a:off x="457200" y="464127"/>
            <a:ext cx="11286348" cy="594483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8DFA79AD-8981-4F51-8CC1-43C885681348}"/>
              </a:ext>
            </a:extLst>
          </p:cNvPr>
          <p:cNvSpPr>
            <a:spLocks noGrp="1"/>
          </p:cNvSpPr>
          <p:nvPr>
            <p:ph type="title"/>
          </p:nvPr>
        </p:nvSpPr>
        <p:spPr>
          <a:xfrm>
            <a:off x="806922" y="1828800"/>
            <a:ext cx="10557387" cy="3200400"/>
          </a:xfrm>
        </p:spPr>
        <p:txBody>
          <a:bodyPr>
            <a:normAutofit/>
          </a:bodyPr>
          <a:lstStyle>
            <a:lvl1pPr algn="ctr">
              <a:defRPr sz="4800">
                <a:solidFill>
                  <a:schemeClr val="accent1"/>
                </a:solidFill>
              </a:defRPr>
            </a:lvl1pPr>
          </a:lstStyle>
          <a:p>
            <a:r>
              <a:rPr lang="en-US" dirty="0"/>
              <a:t>Click to edit Master title style</a:t>
            </a:r>
          </a:p>
        </p:txBody>
      </p:sp>
      <p:sp>
        <p:nvSpPr>
          <p:cNvPr id="4" name="Rectangle 3">
            <a:extLst>
              <a:ext uri="{FF2B5EF4-FFF2-40B4-BE49-F238E27FC236}">
                <a16:creationId xmlns:a16="http://schemas.microsoft.com/office/drawing/2014/main" id="{56A6F6B2-1DD0-42F2-9039-5327CC0EF19D}"/>
              </a:ext>
              <a:ext uri="{C183D7F6-B498-43B3-948B-1728B52AA6E4}">
                <adec:decorative xmlns:adec="http://schemas.microsoft.com/office/drawing/2017/decorative" val="1"/>
              </a:ext>
            </a:extLst>
          </p:cNvPr>
          <p:cNvSpPr/>
          <p:nvPr userDrawn="1"/>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5" name="TextBox 4">
            <a:extLst>
              <a:ext uri="{FF2B5EF4-FFF2-40B4-BE49-F238E27FC236}">
                <a16:creationId xmlns:a16="http://schemas.microsoft.com/office/drawing/2014/main" id="{7DB3A20D-927D-4DD1-8E5E-A3AC6EDE3968}"/>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31764337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Slide Blue A">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77538DC6-5A10-44DE-BF8C-5185BC4F6B42}"/>
              </a:ext>
              <a:ext uri="{C183D7F6-B498-43B3-948B-1728B52AA6E4}">
                <adec:decorative xmlns:adec="http://schemas.microsoft.com/office/drawing/2017/decorative" val="1"/>
              </a:ext>
            </a:extLst>
          </p:cNvPr>
          <p:cNvGrpSpPr/>
          <p:nvPr userDrawn="1"/>
        </p:nvGrpSpPr>
        <p:grpSpPr>
          <a:xfrm>
            <a:off x="573803" y="0"/>
            <a:ext cx="4325371" cy="6392520"/>
            <a:chOff x="573803" y="0"/>
            <a:chExt cx="4325371" cy="6392520"/>
          </a:xfrm>
        </p:grpSpPr>
        <p:sp>
          <p:nvSpPr>
            <p:cNvPr id="4" name="Rectangle 3">
              <a:extLst>
                <a:ext uri="{FF2B5EF4-FFF2-40B4-BE49-F238E27FC236}">
                  <a16:creationId xmlns:a16="http://schemas.microsoft.com/office/drawing/2014/main" id="{1BE35751-F391-41AA-9B05-1647E37D235B}"/>
                </a:ext>
              </a:extLst>
            </p:cNvPr>
            <p:cNvSpPr/>
            <p:nvPr userDrawn="1"/>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5" name="Rectangle 4">
              <a:extLst>
                <a:ext uri="{FF2B5EF4-FFF2-40B4-BE49-F238E27FC236}">
                  <a16:creationId xmlns:a16="http://schemas.microsoft.com/office/drawing/2014/main" id="{1CF1866E-6300-47C1-B36B-E4F93E357EE1}"/>
                </a:ext>
              </a:extLst>
            </p:cNvPr>
            <p:cNvSpPr/>
            <p:nvPr userDrawn="1"/>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6" name="Rectangle 5">
              <a:extLst>
                <a:ext uri="{FF2B5EF4-FFF2-40B4-BE49-F238E27FC236}">
                  <a16:creationId xmlns:a16="http://schemas.microsoft.com/office/drawing/2014/main" id="{54266AC4-1BB0-4DCC-B988-F338CCC87BB0}"/>
                </a:ext>
              </a:extLst>
            </p:cNvPr>
            <p:cNvSpPr/>
            <p:nvPr userDrawn="1"/>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EF200040-B841-47B7-8555-E0299CDC24FA}"/>
                </a:ext>
              </a:extLst>
            </p:cNvPr>
            <p:cNvSpPr/>
            <p:nvPr userDrawn="1"/>
          </p:nvSpPr>
          <p:spPr>
            <a:xfrm>
              <a:off x="1468406" y="0"/>
              <a:ext cx="3430768" cy="539087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nvGrpSpPr>
            <p:cNvPr id="8" name="Group 7">
              <a:extLst>
                <a:ext uri="{FF2B5EF4-FFF2-40B4-BE49-F238E27FC236}">
                  <a16:creationId xmlns:a16="http://schemas.microsoft.com/office/drawing/2014/main" id="{3AD8DF60-7E0A-43C5-81B6-9B3522A7A826}"/>
                </a:ext>
              </a:extLst>
            </p:cNvPr>
            <p:cNvGrpSpPr/>
            <p:nvPr userDrawn="1"/>
          </p:nvGrpSpPr>
          <p:grpSpPr>
            <a:xfrm>
              <a:off x="1468406" y="5995719"/>
              <a:ext cx="1059754" cy="396801"/>
              <a:chOff x="1314450" y="6391094"/>
              <a:chExt cx="1123377" cy="420623"/>
            </a:xfrm>
          </p:grpSpPr>
          <p:sp>
            <p:nvSpPr>
              <p:cNvPr id="9" name="Freeform: Shape 8">
                <a:extLst>
                  <a:ext uri="{FF2B5EF4-FFF2-40B4-BE49-F238E27FC236}">
                    <a16:creationId xmlns:a16="http://schemas.microsoft.com/office/drawing/2014/main" id="{0AC5EDAF-1FA5-4CEA-99CA-7D0E1F5DDF81}"/>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sp>
            <p:nvSpPr>
              <p:cNvPr id="10" name="Freeform: Shape 9">
                <a:extLst>
                  <a:ext uri="{FF2B5EF4-FFF2-40B4-BE49-F238E27FC236}">
                    <a16:creationId xmlns:a16="http://schemas.microsoft.com/office/drawing/2014/main" id="{5731A324-874D-4D3D-95F1-8AE3303E2272}"/>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sp>
            <p:nvSpPr>
              <p:cNvPr id="11" name="Freeform: Shape 10">
                <a:extLst>
                  <a:ext uri="{FF2B5EF4-FFF2-40B4-BE49-F238E27FC236}">
                    <a16:creationId xmlns:a16="http://schemas.microsoft.com/office/drawing/2014/main" id="{934E3A93-BFC9-49AD-8CF7-7EDF2A13157E}"/>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sp>
            <p:nvSpPr>
              <p:cNvPr id="12" name="Freeform: Shape 11">
                <a:extLst>
                  <a:ext uri="{FF2B5EF4-FFF2-40B4-BE49-F238E27FC236}">
                    <a16:creationId xmlns:a16="http://schemas.microsoft.com/office/drawing/2014/main" id="{839DD8F2-C56B-454C-9A84-A663F83DB6CE}"/>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grpSp>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1543438" y="944163"/>
            <a:ext cx="9810362" cy="627700"/>
          </a:xfrm>
        </p:spPr>
        <p:txBody>
          <a:bodyPr anchor="b" anchorCtr="0">
            <a:normAutofit/>
          </a:bodyPr>
          <a:lstStyle>
            <a:lvl1pPr marL="0" indent="0">
              <a:buFontTx/>
              <a:buNone/>
              <a:defRPr sz="1600">
                <a:solidFill>
                  <a:schemeClr val="accent2"/>
                </a:solidFill>
                <a:latin typeface="IntelOne Text" panose="020B0503020203020204" pitchFamily="34" charset="77"/>
              </a:defRPr>
            </a:lvl1pPr>
          </a:lstStyle>
          <a:p>
            <a:pPr lvl="0"/>
            <a:r>
              <a:rPr lang="en-US" dirty="0"/>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6" y="1635111"/>
            <a:ext cx="9789007" cy="1874852"/>
          </a:xfrm>
        </p:spPr>
        <p:txBody>
          <a:bodyPr anchor="b"/>
          <a:lstStyle>
            <a:lvl1pPr algn="l">
              <a:defRPr sz="6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6" y="3602038"/>
            <a:ext cx="9789007"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3681229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Slide Blue B">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3AA05A6-FEDA-41DC-B943-5B1F42A56F08}"/>
              </a:ext>
              <a:ext uri="{C183D7F6-B498-43B3-948B-1728B52AA6E4}">
                <adec:decorative xmlns:adec="http://schemas.microsoft.com/office/drawing/2017/decorative" val="1"/>
              </a:ext>
            </a:extLst>
          </p:cNvPr>
          <p:cNvGrpSpPr/>
          <p:nvPr userDrawn="1"/>
        </p:nvGrpSpPr>
        <p:grpSpPr>
          <a:xfrm>
            <a:off x="573803" y="0"/>
            <a:ext cx="4325371" cy="6392520"/>
            <a:chOff x="573803" y="0"/>
            <a:chExt cx="4325371" cy="6392520"/>
          </a:xfrm>
        </p:grpSpPr>
        <p:sp>
          <p:nvSpPr>
            <p:cNvPr id="7" name="Rectangle 6">
              <a:extLst>
                <a:ext uri="{FF2B5EF4-FFF2-40B4-BE49-F238E27FC236}">
                  <a16:creationId xmlns:a16="http://schemas.microsoft.com/office/drawing/2014/main" id="{EF200040-B841-47B7-8555-E0299CDC24FA}"/>
                </a:ext>
              </a:extLst>
            </p:cNvPr>
            <p:cNvSpPr/>
            <p:nvPr userDrawn="1"/>
          </p:nvSpPr>
          <p:spPr>
            <a:xfrm>
              <a:off x="1468406" y="0"/>
              <a:ext cx="3430768" cy="539087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nvGrpSpPr>
            <p:cNvPr id="8" name="Group 7">
              <a:extLst>
                <a:ext uri="{FF2B5EF4-FFF2-40B4-BE49-F238E27FC236}">
                  <a16:creationId xmlns:a16="http://schemas.microsoft.com/office/drawing/2014/main" id="{3AD8DF60-7E0A-43C5-81B6-9B3522A7A826}"/>
                </a:ext>
              </a:extLst>
            </p:cNvPr>
            <p:cNvGrpSpPr/>
            <p:nvPr userDrawn="1"/>
          </p:nvGrpSpPr>
          <p:grpSpPr>
            <a:xfrm>
              <a:off x="1468406" y="5995719"/>
              <a:ext cx="1059754" cy="396801"/>
              <a:chOff x="1314450" y="6391094"/>
              <a:chExt cx="1123377" cy="420623"/>
            </a:xfrm>
          </p:grpSpPr>
          <p:sp>
            <p:nvSpPr>
              <p:cNvPr id="9" name="Freeform: Shape 8">
                <a:extLst>
                  <a:ext uri="{FF2B5EF4-FFF2-40B4-BE49-F238E27FC236}">
                    <a16:creationId xmlns:a16="http://schemas.microsoft.com/office/drawing/2014/main" id="{0AC5EDAF-1FA5-4CEA-99CA-7D0E1F5DDF81}"/>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sp>
            <p:nvSpPr>
              <p:cNvPr id="10" name="Freeform: Shape 9">
                <a:extLst>
                  <a:ext uri="{FF2B5EF4-FFF2-40B4-BE49-F238E27FC236}">
                    <a16:creationId xmlns:a16="http://schemas.microsoft.com/office/drawing/2014/main" id="{5731A324-874D-4D3D-95F1-8AE3303E2272}"/>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sp>
            <p:nvSpPr>
              <p:cNvPr id="11" name="Freeform: Shape 10">
                <a:extLst>
                  <a:ext uri="{FF2B5EF4-FFF2-40B4-BE49-F238E27FC236}">
                    <a16:creationId xmlns:a16="http://schemas.microsoft.com/office/drawing/2014/main" id="{934E3A93-BFC9-49AD-8CF7-7EDF2A13157E}"/>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sp>
            <p:nvSpPr>
              <p:cNvPr id="12" name="Freeform: Shape 11">
                <a:extLst>
                  <a:ext uri="{FF2B5EF4-FFF2-40B4-BE49-F238E27FC236}">
                    <a16:creationId xmlns:a16="http://schemas.microsoft.com/office/drawing/2014/main" id="{839DD8F2-C56B-454C-9A84-A663F83DB6CE}"/>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grpSp>
        <p:sp>
          <p:nvSpPr>
            <p:cNvPr id="15" name="Rectangle 14">
              <a:extLst>
                <a:ext uri="{FF2B5EF4-FFF2-40B4-BE49-F238E27FC236}">
                  <a16:creationId xmlns:a16="http://schemas.microsoft.com/office/drawing/2014/main" id="{EC1BCBB2-B699-44A9-B291-3CCD0D0E00F2}"/>
                </a:ext>
              </a:extLst>
            </p:cNvPr>
            <p:cNvSpPr/>
            <p:nvPr userDrawn="1"/>
          </p:nvSpPr>
          <p:spPr>
            <a:xfrm>
              <a:off x="860457" y="4951823"/>
              <a:ext cx="158111" cy="158111"/>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6" name="Rectangle 15">
              <a:extLst>
                <a:ext uri="{FF2B5EF4-FFF2-40B4-BE49-F238E27FC236}">
                  <a16:creationId xmlns:a16="http://schemas.microsoft.com/office/drawing/2014/main" id="{73D17A91-F49E-45DE-835E-543E5DCD8458}"/>
                </a:ext>
              </a:extLst>
            </p:cNvPr>
            <p:cNvSpPr/>
            <p:nvPr userDrawn="1"/>
          </p:nvSpPr>
          <p:spPr>
            <a:xfrm>
              <a:off x="573803" y="5104242"/>
              <a:ext cx="286654" cy="286654"/>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7" name="Rectangle 16">
              <a:extLst>
                <a:ext uri="{FF2B5EF4-FFF2-40B4-BE49-F238E27FC236}">
                  <a16:creationId xmlns:a16="http://schemas.microsoft.com/office/drawing/2014/main" id="{77E01F40-8D2A-43E6-B578-00B92049883B}"/>
                </a:ext>
              </a:extLst>
            </p:cNvPr>
            <p:cNvSpPr/>
            <p:nvPr userDrawn="1"/>
          </p:nvSpPr>
          <p:spPr>
            <a:xfrm>
              <a:off x="861107" y="5390896"/>
              <a:ext cx="610214" cy="610214"/>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1543438" y="944163"/>
            <a:ext cx="9810362" cy="627700"/>
          </a:xfrm>
        </p:spPr>
        <p:txBody>
          <a:bodyPr anchor="b" anchorCtr="0">
            <a:normAutofit/>
          </a:bodyPr>
          <a:lstStyle>
            <a:lvl1pPr marL="0" indent="0">
              <a:buFontTx/>
              <a:buNone/>
              <a:defRPr sz="1600">
                <a:solidFill>
                  <a:schemeClr val="accent2"/>
                </a:solidFill>
                <a:latin typeface="IntelOne Text" panose="020B0503020203020204" pitchFamily="34" charset="77"/>
              </a:defRPr>
            </a:lvl1pPr>
          </a:lstStyle>
          <a:p>
            <a:pPr lvl="0"/>
            <a:r>
              <a:rPr lang="en-US" dirty="0"/>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6" y="1635111"/>
            <a:ext cx="9789007" cy="1874852"/>
          </a:xfrm>
        </p:spPr>
        <p:txBody>
          <a:bodyPr anchor="b"/>
          <a:lstStyle>
            <a:lvl1pPr algn="l">
              <a:defRPr sz="6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6" y="3602038"/>
            <a:ext cx="9789007"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4047557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Slide Whit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6D8E5A8-9477-47F6-9CA7-9A7DC46705CE}"/>
              </a:ext>
              <a:ext uri="{C183D7F6-B498-43B3-948B-1728B52AA6E4}">
                <adec:decorative xmlns:adec="http://schemas.microsoft.com/office/drawing/2017/decorative" val="1"/>
              </a:ext>
            </a:extLst>
          </p:cNvPr>
          <p:cNvGrpSpPr/>
          <p:nvPr userDrawn="1"/>
        </p:nvGrpSpPr>
        <p:grpSpPr>
          <a:xfrm>
            <a:off x="573803" y="0"/>
            <a:ext cx="4325371" cy="6377476"/>
            <a:chOff x="573803" y="0"/>
            <a:chExt cx="4325371" cy="6377476"/>
          </a:xfrm>
        </p:grpSpPr>
        <p:sp>
          <p:nvSpPr>
            <p:cNvPr id="7" name="Rectangle 6">
              <a:extLst>
                <a:ext uri="{FF2B5EF4-FFF2-40B4-BE49-F238E27FC236}">
                  <a16:creationId xmlns:a16="http://schemas.microsoft.com/office/drawing/2014/main" id="{EF200040-B841-47B7-8555-E0299CDC24FA}"/>
                </a:ext>
              </a:extLst>
            </p:cNvPr>
            <p:cNvSpPr/>
            <p:nvPr userDrawn="1"/>
          </p:nvSpPr>
          <p:spPr>
            <a:xfrm>
              <a:off x="1468406" y="0"/>
              <a:ext cx="3430768" cy="539087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8" name="Rectangle 17">
              <a:extLst>
                <a:ext uri="{FF2B5EF4-FFF2-40B4-BE49-F238E27FC236}">
                  <a16:creationId xmlns:a16="http://schemas.microsoft.com/office/drawing/2014/main" id="{A24C56C1-BF0A-4234-81F8-D2B769834C58}"/>
                </a:ext>
              </a:extLst>
            </p:cNvPr>
            <p:cNvSpPr/>
            <p:nvPr userDrawn="1"/>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9" name="Rectangle 18">
              <a:extLst>
                <a:ext uri="{FF2B5EF4-FFF2-40B4-BE49-F238E27FC236}">
                  <a16:creationId xmlns:a16="http://schemas.microsoft.com/office/drawing/2014/main" id="{657C8AC4-A26E-48AF-9B2F-93A0F02E758D}"/>
                </a:ext>
              </a:extLst>
            </p:cNvPr>
            <p:cNvSpPr/>
            <p:nvPr userDrawn="1"/>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0" name="Rectangle 19">
              <a:extLst>
                <a:ext uri="{FF2B5EF4-FFF2-40B4-BE49-F238E27FC236}">
                  <a16:creationId xmlns:a16="http://schemas.microsoft.com/office/drawing/2014/main" id="{6D5060BD-E2D2-44BB-ADFB-2B20CEB8775D}"/>
                </a:ext>
              </a:extLst>
            </p:cNvPr>
            <p:cNvSpPr/>
            <p:nvPr userDrawn="1"/>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pic>
          <p:nvPicPr>
            <p:cNvPr id="21" name="Graphic 20">
              <a:extLst>
                <a:ext uri="{FF2B5EF4-FFF2-40B4-BE49-F238E27FC236}">
                  <a16:creationId xmlns:a16="http://schemas.microsoft.com/office/drawing/2014/main" id="{5A184651-D34A-4937-8369-48ADD8E89C0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6513" y="5992753"/>
              <a:ext cx="1031758" cy="384723"/>
            </a:xfrm>
            <a:prstGeom prst="rect">
              <a:avLst/>
            </a:prstGeom>
          </p:spPr>
        </p:pic>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1543438" y="944163"/>
            <a:ext cx="9810362" cy="627700"/>
          </a:xfrm>
        </p:spPr>
        <p:txBody>
          <a:bodyPr anchor="b" anchorCtr="0">
            <a:normAutofit/>
          </a:bodyPr>
          <a:lstStyle>
            <a:lvl1pPr marL="0" indent="0">
              <a:buFontTx/>
              <a:buNone/>
              <a:defRPr sz="1600">
                <a:solidFill>
                  <a:schemeClr val="accent1"/>
                </a:solidFill>
                <a:latin typeface="IntelOne Text" panose="020B0503020203020204" pitchFamily="34" charset="77"/>
              </a:defRPr>
            </a:lvl1pPr>
          </a:lstStyle>
          <a:p>
            <a:pPr lvl="0"/>
            <a:r>
              <a:rPr lang="en-US" dirty="0"/>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6" y="1635111"/>
            <a:ext cx="9789007" cy="1874852"/>
          </a:xfrm>
        </p:spPr>
        <p:txBody>
          <a:bodyPr anchor="b"/>
          <a:lstStyle>
            <a:lvl1pPr algn="l">
              <a:defRPr sz="60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6" y="3602038"/>
            <a:ext cx="9789007" cy="1655762"/>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4050104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221694"/>
            <a:ext cx="10972800" cy="1199822"/>
          </a:xfrm>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p:nvPr>
        </p:nvSpPr>
        <p:spPr>
          <a:xfrm>
            <a:off x="381000" y="1487056"/>
            <a:ext cx="10972800" cy="46899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2731659"/>
      </p:ext>
    </p:extLst>
  </p:cSld>
  <p:clrMapOvr>
    <a:masterClrMapping/>
  </p:clrMapOvr>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Sub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221694"/>
            <a:ext cx="10972800" cy="1199822"/>
          </a:xfrm>
        </p:spPr>
        <p:txBody>
          <a:bodyPr>
            <a:normAutofit/>
          </a:bodyPr>
          <a:lstStyle>
            <a:lvl1pPr>
              <a:defRPr sz="3600"/>
            </a:lvl1pPr>
          </a:lstStyle>
          <a:p>
            <a:r>
              <a:rPr lang="en-US" dirty="0"/>
              <a:t>Click to edit Master title style</a:t>
            </a:r>
          </a:p>
        </p:txBody>
      </p:sp>
      <p:sp>
        <p:nvSpPr>
          <p:cNvPr id="5" name="Text Placeholder 4">
            <a:extLst>
              <a:ext uri="{FF2B5EF4-FFF2-40B4-BE49-F238E27FC236}">
                <a16:creationId xmlns:a16="http://schemas.microsoft.com/office/drawing/2014/main" id="{22C827E3-834F-40BA-9518-B0648BD536F2}"/>
              </a:ext>
            </a:extLst>
          </p:cNvPr>
          <p:cNvSpPr>
            <a:spLocks noGrp="1"/>
          </p:cNvSpPr>
          <p:nvPr>
            <p:ph type="body" sz="quarter" idx="10"/>
          </p:nvPr>
        </p:nvSpPr>
        <p:spPr>
          <a:xfrm>
            <a:off x="381000" y="1494289"/>
            <a:ext cx="10972800" cy="525462"/>
          </a:xfrm>
        </p:spPr>
        <p:txBody>
          <a:bodyPr>
            <a:noAutofit/>
          </a:bodyPr>
          <a:lstStyle>
            <a:lvl1pPr marL="0" indent="0">
              <a:buFontTx/>
              <a:buNone/>
              <a:defRPr sz="3200" b="0" i="0">
                <a:solidFill>
                  <a:schemeClr val="accent1"/>
                </a:solidFill>
                <a:latin typeface="IntelOne Text" panose="020B0503020203020204" pitchFamily="34" charset="77"/>
              </a:defRPr>
            </a:lvl1pPr>
          </a:lstStyle>
          <a:p>
            <a:pPr lvl="0"/>
            <a:r>
              <a:rPr lang="en-US" dirty="0"/>
              <a:t>Click to edit Master text styles</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p:nvPr>
        </p:nvSpPr>
        <p:spPr>
          <a:xfrm>
            <a:off x="381000" y="2110067"/>
            <a:ext cx="10972800" cy="408425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21479953"/>
      </p:ext>
    </p:extLst>
  </p:cSld>
  <p:clrMapOvr>
    <a:masterClrMapping/>
  </p:clrMapOvr>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Sub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p:txBody>
          <a:bodyPr/>
          <a:lstStyle/>
          <a:p>
            <a:r>
              <a:rPr lang="en-US" dirty="0"/>
              <a:t>Click to edit Master title style</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p:nvPr>
        </p:nvSpPr>
        <p:spPr>
          <a:xfrm>
            <a:off x="381000" y="1495361"/>
            <a:ext cx="10972800" cy="530454"/>
          </a:xfrm>
        </p:spPr>
        <p:txBody>
          <a:bodyPr>
            <a:noAutofit/>
          </a:bodyPr>
          <a:lstStyle>
            <a:lvl1pPr marL="0" indent="0">
              <a:buNone/>
              <a:defRPr sz="3200" b="0" i="0">
                <a:solidFill>
                  <a:schemeClr val="accent1"/>
                </a:solidFill>
                <a:latin typeface="IntelOne Text" panose="020B0503020203020204" pitchFamily="34" charset="77"/>
              </a:defRPr>
            </a:lvl1pPr>
            <a:lvl2pPr marL="457200" indent="0">
              <a:buNone/>
              <a:defRPr/>
            </a:lvl2pPr>
          </a:lstStyle>
          <a:p>
            <a:pPr lvl="0"/>
            <a:r>
              <a:rPr lang="en-US" dirty="0"/>
              <a:t>Click to edit Master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2105680"/>
            <a:ext cx="5429865" cy="40957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p:nvPr>
        </p:nvSpPr>
        <p:spPr>
          <a:xfrm>
            <a:off x="5923935" y="2105680"/>
            <a:ext cx="5429865" cy="40957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10655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1496292"/>
            <a:ext cx="5429865" cy="46866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p:nvPr>
        </p:nvSpPr>
        <p:spPr>
          <a:xfrm>
            <a:off x="5923935" y="1496292"/>
            <a:ext cx="5429865" cy="46866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405938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Sub, Content &amp; 2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a:xfrm>
            <a:off x="381000" y="221694"/>
            <a:ext cx="5429864" cy="1199822"/>
          </a:xfrm>
        </p:spPr>
        <p:txBody>
          <a:bodyPr/>
          <a:lstStyle/>
          <a:p>
            <a:r>
              <a:rPr lang="en-US" dirty="0"/>
              <a:t>Click to edit Master title style</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p:nvPr>
        </p:nvSpPr>
        <p:spPr>
          <a:xfrm>
            <a:off x="381000" y="1495361"/>
            <a:ext cx="5429864" cy="530454"/>
          </a:xfrm>
        </p:spPr>
        <p:txBody>
          <a:bodyPr>
            <a:noAutofit/>
          </a:bodyPr>
          <a:lstStyle>
            <a:lvl1pPr marL="0" indent="0">
              <a:buNone/>
              <a:defRPr sz="2800">
                <a:solidFill>
                  <a:schemeClr val="accent1"/>
                </a:solidFill>
                <a:latin typeface="IntelOne Text" panose="020B0503020203020204" pitchFamily="34" charset="77"/>
              </a:defRPr>
            </a:lvl1pPr>
            <a:lvl2pPr marL="457200" indent="0">
              <a:buNone/>
              <a:defRPr/>
            </a:lvl2pPr>
          </a:lstStyle>
          <a:p>
            <a:pPr lvl="0"/>
            <a:r>
              <a:rPr lang="en-US" dirty="0"/>
              <a:t>Click to edit Master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2105680"/>
            <a:ext cx="5429865" cy="40957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5926394" y="230287"/>
            <a:ext cx="5429250" cy="2410686"/>
          </a:xfrm>
        </p:spPr>
        <p:txBody>
          <a:bodyPr/>
          <a:lstStyle>
            <a:lvl1pPr marL="0" indent="0">
              <a:buNone/>
              <a:defRPr/>
            </a:lvl1pPr>
          </a:lstStyle>
          <a:p>
            <a:endParaRPr lang="en-US" dirty="0"/>
          </a:p>
        </p:txBody>
      </p:sp>
      <p:sp>
        <p:nvSpPr>
          <p:cNvPr id="9" name="Text Placeholder 8">
            <a:extLst>
              <a:ext uri="{FF2B5EF4-FFF2-40B4-BE49-F238E27FC236}">
                <a16:creationId xmlns:a16="http://schemas.microsoft.com/office/drawing/2014/main" id="{49775C37-EE38-450C-8269-79E50F8E88A0}"/>
              </a:ext>
            </a:extLst>
          </p:cNvPr>
          <p:cNvSpPr>
            <a:spLocks noGrp="1"/>
          </p:cNvSpPr>
          <p:nvPr>
            <p:ph type="body" sz="quarter" idx="12"/>
          </p:nvPr>
        </p:nvSpPr>
        <p:spPr>
          <a:xfrm>
            <a:off x="5926138" y="2655075"/>
            <a:ext cx="5429250" cy="470063"/>
          </a:xfrm>
        </p:spPr>
        <p:txBody>
          <a:bodyPr>
            <a:normAutofit/>
          </a:bodyPr>
          <a:lstStyle>
            <a:lvl1pPr marL="0" indent="0">
              <a:buNone/>
              <a:defRPr sz="1600">
                <a:solidFill>
                  <a:schemeClr val="tx1"/>
                </a:solidFill>
              </a:defRPr>
            </a:lvl1pPr>
            <a:lvl2pPr marL="457200" indent="0">
              <a:buNone/>
              <a:defRPr/>
            </a:lvl2pPr>
          </a:lstStyle>
          <a:p>
            <a:pPr lvl="0"/>
            <a:r>
              <a:rPr lang="en-US" dirty="0"/>
              <a:t>Click to edit Master text styles</a:t>
            </a:r>
          </a:p>
        </p:txBody>
      </p:sp>
      <p:sp>
        <p:nvSpPr>
          <p:cNvPr id="10" name="Picture Placeholder 6">
            <a:extLst>
              <a:ext uri="{FF2B5EF4-FFF2-40B4-BE49-F238E27FC236}">
                <a16:creationId xmlns:a16="http://schemas.microsoft.com/office/drawing/2014/main" id="{7DC24117-8044-4F60-A59D-9F61002D6C8C}"/>
              </a:ext>
            </a:extLst>
          </p:cNvPr>
          <p:cNvSpPr>
            <a:spLocks noGrp="1"/>
          </p:cNvSpPr>
          <p:nvPr>
            <p:ph type="pic" sz="quarter" idx="13"/>
          </p:nvPr>
        </p:nvSpPr>
        <p:spPr>
          <a:xfrm>
            <a:off x="5924550" y="3331781"/>
            <a:ext cx="5429250" cy="2410686"/>
          </a:xfrm>
        </p:spPr>
        <p:txBody>
          <a:bodyPr/>
          <a:lstStyle>
            <a:lvl1pPr marL="0" indent="0">
              <a:buNone/>
              <a:defRPr/>
            </a:lvl1pPr>
          </a:lstStyle>
          <a:p>
            <a:endParaRPr lang="en-US" dirty="0"/>
          </a:p>
        </p:txBody>
      </p:sp>
      <p:sp>
        <p:nvSpPr>
          <p:cNvPr id="11" name="Text Placeholder 8">
            <a:extLst>
              <a:ext uri="{FF2B5EF4-FFF2-40B4-BE49-F238E27FC236}">
                <a16:creationId xmlns:a16="http://schemas.microsoft.com/office/drawing/2014/main" id="{205F9606-8CF6-4C56-B2B6-E8A04B25F11E}"/>
              </a:ext>
            </a:extLst>
          </p:cNvPr>
          <p:cNvSpPr>
            <a:spLocks noGrp="1"/>
          </p:cNvSpPr>
          <p:nvPr>
            <p:ph type="body" sz="quarter" idx="14"/>
          </p:nvPr>
        </p:nvSpPr>
        <p:spPr>
          <a:xfrm>
            <a:off x="5924294" y="5767077"/>
            <a:ext cx="5429250" cy="470063"/>
          </a:xfrm>
        </p:spPr>
        <p:txBody>
          <a:bodyPr>
            <a:normAutofit/>
          </a:bodyPr>
          <a:lstStyle>
            <a:lvl1pPr marL="0" indent="0">
              <a:buNone/>
              <a:defRPr sz="1600">
                <a:solidFill>
                  <a:schemeClr val="tx1"/>
                </a:solidFill>
              </a:defRPr>
            </a:lvl1pPr>
            <a:lvl2pPr marL="457200" indent="0">
              <a:buNone/>
              <a:defRPr/>
            </a:lvl2pPr>
          </a:lstStyle>
          <a:p>
            <a:pPr lvl="0"/>
            <a:r>
              <a:rPr lang="en-US" dirty="0"/>
              <a:t>Click to edit Master text styles</a:t>
            </a:r>
          </a:p>
        </p:txBody>
      </p:sp>
    </p:spTree>
    <p:extLst>
      <p:ext uri="{BB962C8B-B14F-4D97-AF65-F5344CB8AC3E}">
        <p14:creationId xmlns:p14="http://schemas.microsoft.com/office/powerpoint/2010/main" val="32259314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le, Sub, Content &amp; 1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a:xfrm>
            <a:off x="381000" y="221694"/>
            <a:ext cx="5429864" cy="1199822"/>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2105680"/>
            <a:ext cx="5429865" cy="40957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5926394" y="0"/>
            <a:ext cx="5808406" cy="6400799"/>
          </a:xfrm>
        </p:spPr>
        <p:txBody>
          <a:bodyPr/>
          <a:lstStyle>
            <a:lvl1pPr marL="0" indent="0">
              <a:buNone/>
              <a:defRPr/>
            </a:lvl1pPr>
          </a:lstStyle>
          <a:p>
            <a:endParaRPr lang="en-US" dirty="0"/>
          </a:p>
        </p:txBody>
      </p:sp>
      <p:sp>
        <p:nvSpPr>
          <p:cNvPr id="8" name="Text Placeholder 5">
            <a:extLst>
              <a:ext uri="{FF2B5EF4-FFF2-40B4-BE49-F238E27FC236}">
                <a16:creationId xmlns:a16="http://schemas.microsoft.com/office/drawing/2014/main" id="{C4D1D699-1964-9A45-A892-EAAC949B8250}"/>
              </a:ext>
            </a:extLst>
          </p:cNvPr>
          <p:cNvSpPr>
            <a:spLocks noGrp="1"/>
          </p:cNvSpPr>
          <p:nvPr>
            <p:ph type="body" sz="quarter" idx="10"/>
          </p:nvPr>
        </p:nvSpPr>
        <p:spPr>
          <a:xfrm>
            <a:off x="381000" y="1495361"/>
            <a:ext cx="5429864" cy="530454"/>
          </a:xfrm>
        </p:spPr>
        <p:txBody>
          <a:bodyPr>
            <a:noAutofit/>
          </a:bodyPr>
          <a:lstStyle>
            <a:lvl1pPr marL="0" indent="0">
              <a:buNone/>
              <a:defRPr sz="2800">
                <a:solidFill>
                  <a:schemeClr val="accent1"/>
                </a:solidFill>
                <a:latin typeface="IntelOne Text" panose="020B0503020203020204" pitchFamily="34" charset="77"/>
              </a:defRPr>
            </a:lvl1pPr>
            <a:lvl2pPr marL="457200" indent="0">
              <a:buNone/>
              <a:defRPr/>
            </a:lvl2pPr>
          </a:lstStyle>
          <a:p>
            <a:pPr lvl="0"/>
            <a:r>
              <a:rPr lang="en-US" dirty="0"/>
              <a:t>Click to edit Master text styles</a:t>
            </a:r>
          </a:p>
        </p:txBody>
      </p:sp>
    </p:spTree>
    <p:extLst>
      <p:ext uri="{BB962C8B-B14F-4D97-AF65-F5344CB8AC3E}">
        <p14:creationId xmlns:p14="http://schemas.microsoft.com/office/powerpoint/2010/main" val="417488656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Full pa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0" y="0"/>
            <a:ext cx="11734800" cy="6400799"/>
          </a:xfrm>
        </p:spPr>
        <p:txBody>
          <a:bodyPr/>
          <a:lstStyle>
            <a:lvl1pPr marL="0" indent="0">
              <a:buNone/>
              <a:defRPr/>
            </a:lvl1pPr>
          </a:lstStyle>
          <a:p>
            <a:endParaRPr lang="en-US" dirty="0"/>
          </a:p>
        </p:txBody>
      </p:sp>
    </p:spTree>
    <p:extLst>
      <p:ext uri="{BB962C8B-B14F-4D97-AF65-F5344CB8AC3E}">
        <p14:creationId xmlns:p14="http://schemas.microsoft.com/office/powerpoint/2010/main" val="35312777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Quot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p:txBody>
          <a:bodyPr/>
          <a:lstStyle/>
          <a:p>
            <a:r>
              <a:rPr lang="en-US" dirty="0"/>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1441833"/>
            <a:ext cx="10972800" cy="4241800"/>
          </a:xfrm>
        </p:spPr>
        <p:txBody>
          <a:bodyPr>
            <a:normAutofit/>
          </a:bodyPr>
          <a:lstStyle>
            <a:lvl1pPr marL="0" indent="0">
              <a:buNone/>
              <a:defRPr sz="6000" b="0" i="0">
                <a:solidFill>
                  <a:schemeClr val="accent1"/>
                </a:solidFill>
                <a:latin typeface="IntelOne Display Regular" panose="020B0503020203020204" pitchFamily="34" charset="77"/>
              </a:defRPr>
            </a:lvl1pPr>
          </a:lstStyle>
          <a:p>
            <a:pPr lvl="0"/>
            <a:r>
              <a:rPr lang="en-US" dirty="0"/>
              <a:t>Click to edit Master text styles</a:t>
            </a:r>
          </a:p>
        </p:txBody>
      </p:sp>
      <p:sp>
        <p:nvSpPr>
          <p:cNvPr id="6" name="Text Placeholder 5">
            <a:extLst>
              <a:ext uri="{FF2B5EF4-FFF2-40B4-BE49-F238E27FC236}">
                <a16:creationId xmlns:a16="http://schemas.microsoft.com/office/drawing/2014/main" id="{874C57F0-3964-4184-8486-C7C3D87AEA3B}"/>
              </a:ext>
            </a:extLst>
          </p:cNvPr>
          <p:cNvSpPr>
            <a:spLocks noGrp="1"/>
          </p:cNvSpPr>
          <p:nvPr>
            <p:ph type="body" sz="quarter" idx="11"/>
          </p:nvPr>
        </p:nvSpPr>
        <p:spPr>
          <a:xfrm>
            <a:off x="381000" y="5757203"/>
            <a:ext cx="10972800" cy="501650"/>
          </a:xfrm>
        </p:spPr>
        <p:txBody>
          <a:bodyPr/>
          <a:lstStyle>
            <a:lvl1pPr marL="0" indent="0">
              <a:buNone/>
              <a:defRPr>
                <a:solidFill>
                  <a:schemeClr val="tx2"/>
                </a:solidFill>
                <a:latin typeface="IntelOne Text" panose="020B0503020203020204" pitchFamily="34" charset="77"/>
              </a:defRPr>
            </a:lvl1pPr>
          </a:lstStyle>
          <a:p>
            <a:pPr lvl="0"/>
            <a:r>
              <a:rPr lang="en-US" dirty="0"/>
              <a:t>Click to edit Master text styles</a:t>
            </a:r>
          </a:p>
        </p:txBody>
      </p:sp>
    </p:spTree>
    <p:extLst>
      <p:ext uri="{BB962C8B-B14F-4D97-AF65-F5344CB8AC3E}">
        <p14:creationId xmlns:p14="http://schemas.microsoft.com/office/powerpoint/2010/main" val="24317167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Quote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1441833"/>
            <a:ext cx="10972800" cy="4241800"/>
          </a:xfrm>
        </p:spPr>
        <p:txBody>
          <a:bodyPr>
            <a:normAutofit/>
          </a:bodyPr>
          <a:lstStyle>
            <a:lvl1pPr marL="0" indent="0">
              <a:buNone/>
              <a:defRPr sz="6000" b="0" i="0">
                <a:solidFill>
                  <a:schemeClr val="bg1"/>
                </a:solidFill>
                <a:latin typeface="IntelOne Display Regular" panose="020B0503020203020204" pitchFamily="34" charset="77"/>
              </a:defRPr>
            </a:lvl1pPr>
          </a:lstStyle>
          <a:p>
            <a:pPr lvl="0"/>
            <a:r>
              <a:rPr lang="en-US" dirty="0"/>
              <a:t>Click to edit Master text styles</a:t>
            </a:r>
          </a:p>
        </p:txBody>
      </p:sp>
      <p:sp>
        <p:nvSpPr>
          <p:cNvPr id="6" name="Text Placeholder 5">
            <a:extLst>
              <a:ext uri="{FF2B5EF4-FFF2-40B4-BE49-F238E27FC236}">
                <a16:creationId xmlns:a16="http://schemas.microsoft.com/office/drawing/2014/main" id="{874C57F0-3964-4184-8486-C7C3D87AEA3B}"/>
              </a:ext>
            </a:extLst>
          </p:cNvPr>
          <p:cNvSpPr>
            <a:spLocks noGrp="1"/>
          </p:cNvSpPr>
          <p:nvPr>
            <p:ph type="body" sz="quarter" idx="11"/>
          </p:nvPr>
        </p:nvSpPr>
        <p:spPr>
          <a:xfrm>
            <a:off x="381000" y="5757203"/>
            <a:ext cx="10972800" cy="501650"/>
          </a:xfrm>
        </p:spPr>
        <p:txBody>
          <a:bodyPr/>
          <a:lstStyle>
            <a:lvl1pPr marL="0" indent="0">
              <a:buNone/>
              <a:defRPr>
                <a:solidFill>
                  <a:schemeClr val="accent2"/>
                </a:solidFill>
                <a:latin typeface="IntelOne Text" panose="020B0503020203020204" pitchFamily="34" charset="77"/>
              </a:defRPr>
            </a:lvl1pPr>
          </a:lstStyle>
          <a:p>
            <a:pPr lvl="0"/>
            <a:r>
              <a:rPr lang="en-US" dirty="0"/>
              <a:t>Click to edit Master text styles</a:t>
            </a:r>
          </a:p>
        </p:txBody>
      </p:sp>
      <p:sp>
        <p:nvSpPr>
          <p:cNvPr id="5" name="Rectangle 4">
            <a:extLst>
              <a:ext uri="{FF2B5EF4-FFF2-40B4-BE49-F238E27FC236}">
                <a16:creationId xmlns:a16="http://schemas.microsoft.com/office/drawing/2014/main" id="{A43DA6DA-63DC-460A-B2F4-6584E4114B06}"/>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pic>
        <p:nvPicPr>
          <p:cNvPr id="7" name="Graphic 6">
            <a:extLst>
              <a:ext uri="{FF2B5EF4-FFF2-40B4-BE49-F238E27FC236}">
                <a16:creationId xmlns:a16="http://schemas.microsoft.com/office/drawing/2014/main" id="{EF26FFBC-3F56-4549-828C-9A20F03B19B1}"/>
              </a:ext>
              <a:ext uri="{C183D7F6-B498-43B3-948B-1728B52AA6E4}">
                <adec:decorative xmlns:adec="http://schemas.microsoft.com/office/drawing/2017/decorative" val="1"/>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8" name="Rectangle 7">
            <a:extLst>
              <a:ext uri="{FF2B5EF4-FFF2-40B4-BE49-F238E27FC236}">
                <a16:creationId xmlns:a16="http://schemas.microsoft.com/office/drawing/2014/main" id="{1EBB8918-321F-4814-85AD-F9F7A8C67AEF}"/>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7DFBDE8F-8844-4DFF-BA21-35B58CB1D8AF}"/>
              </a:ext>
              <a:ext uri="{C183D7F6-B498-43B3-948B-1728B52AA6E4}">
                <adec:decorative xmlns:adec="http://schemas.microsoft.com/office/drawing/2017/decorative" val="1"/>
              </a:ext>
            </a:extLst>
          </p:cNvPr>
          <p:cNvSpPr/>
          <p:nvPr userDrawn="1"/>
        </p:nvSpPr>
        <p:spPr>
          <a:xfrm>
            <a:off x="5537995" y="6510549"/>
            <a:ext cx="1116010" cy="246221"/>
          </a:xfrm>
          <a:prstGeom prst="rect">
            <a:avLst/>
          </a:prstGeom>
        </p:spPr>
        <p:txBody>
          <a:bodyPr wrap="none">
            <a:spAutoFit/>
          </a:bodyPr>
          <a:lstStyle/>
          <a:p>
            <a:pPr algn="ctr"/>
            <a:r>
              <a:rPr lang="en-US" sz="1000" dirty="0">
                <a:solidFill>
                  <a:schemeClr val="bg1"/>
                </a:solidFill>
                <a:ea typeface="Intel Clear" panose="020B0604020203020204" pitchFamily="34" charset="0"/>
                <a:cs typeface="Times New Roman" panose="02020603050405020304" pitchFamily="18" charset="0"/>
              </a:rPr>
              <a:t>Intel Confidential</a:t>
            </a:r>
          </a:p>
        </p:txBody>
      </p:sp>
      <p:sp>
        <p:nvSpPr>
          <p:cNvPr id="10" name="Rectangle 9">
            <a:extLst>
              <a:ext uri="{FF2B5EF4-FFF2-40B4-BE49-F238E27FC236}">
                <a16:creationId xmlns:a16="http://schemas.microsoft.com/office/drawing/2014/main" id="{D575CFAC-8A95-416C-AF0A-BE82C31DD56A}"/>
              </a:ext>
              <a:ext uri="{C183D7F6-B498-43B3-948B-1728B52AA6E4}">
                <adec:decorative xmlns:adec="http://schemas.microsoft.com/office/drawing/2017/decorative" val="1"/>
              </a:ext>
            </a:extLst>
          </p:cNvPr>
          <p:cNvSpPr/>
          <p:nvPr userDrawn="1"/>
        </p:nvSpPr>
        <p:spPr>
          <a:xfrm>
            <a:off x="286365" y="6510549"/>
            <a:ext cx="1701107" cy="246221"/>
          </a:xfrm>
          <a:prstGeom prst="rect">
            <a:avLst/>
          </a:prstGeom>
        </p:spPr>
        <p:txBody>
          <a:bodyPr wrap="none">
            <a:spAutoFit/>
          </a:bodyPr>
          <a:lstStyle/>
          <a:p>
            <a:pPr algn="l"/>
            <a:r>
              <a:rPr lang="en-US" sz="1000" dirty="0">
                <a:solidFill>
                  <a:schemeClr val="bg1"/>
                </a:solidFill>
                <a:ea typeface="Intel Clear" panose="020B0604020203020204" pitchFamily="34" charset="0"/>
                <a:cs typeface="Times New Roman" panose="02020603050405020304" pitchFamily="18" charset="0"/>
              </a:rPr>
              <a:t>Department or Event Name</a:t>
            </a:r>
          </a:p>
        </p:txBody>
      </p:sp>
      <p:sp>
        <p:nvSpPr>
          <p:cNvPr id="11" name="TextBox 10">
            <a:extLst>
              <a:ext uri="{FF2B5EF4-FFF2-40B4-BE49-F238E27FC236}">
                <a16:creationId xmlns:a16="http://schemas.microsoft.com/office/drawing/2014/main" id="{201852F3-59BE-4CC1-B2BF-0FAA22504E8B}"/>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23684763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Segu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381000" y="2229178"/>
            <a:ext cx="10972800" cy="1199822"/>
          </a:xfrm>
        </p:spPr>
        <p:txBody>
          <a:bodyPr anchor="b" anchorCtr="0">
            <a:normAutofit/>
          </a:bodyPr>
          <a:lstStyle>
            <a:lvl1pPr>
              <a:defRPr sz="4800"/>
            </a:lvl1pPr>
          </a:lstStyle>
          <a:p>
            <a:r>
              <a:rPr lang="en-US" dirty="0"/>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3449317"/>
            <a:ext cx="10972800" cy="681935"/>
          </a:xfrm>
        </p:spPr>
        <p:txBody>
          <a:bodyPr>
            <a:normAutofit/>
          </a:bodyPr>
          <a:lstStyle>
            <a:lvl1pPr marL="0" indent="0">
              <a:buNone/>
              <a:defRPr sz="2800">
                <a:solidFill>
                  <a:schemeClr val="accent1"/>
                </a:solidFill>
                <a:latin typeface="IntelOne Text" panose="020B0503020203020204" pitchFamily="34" charset="77"/>
              </a:defRPr>
            </a:lvl1pPr>
          </a:lstStyle>
          <a:p>
            <a:pPr lvl="0"/>
            <a:r>
              <a:rPr lang="en-US" dirty="0"/>
              <a:t>Click to edit Master text styles</a:t>
            </a:r>
          </a:p>
        </p:txBody>
      </p:sp>
    </p:spTree>
    <p:extLst>
      <p:ext uri="{BB962C8B-B14F-4D97-AF65-F5344CB8AC3E}">
        <p14:creationId xmlns:p14="http://schemas.microsoft.com/office/powerpoint/2010/main" val="387714970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Segue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381000" y="2229178"/>
            <a:ext cx="10972800" cy="1199822"/>
          </a:xfrm>
        </p:spPr>
        <p:txBody>
          <a:bodyPr anchor="b" anchorCtr="0">
            <a:normAutofit/>
          </a:bodyPr>
          <a:lstStyle>
            <a:lvl1pPr>
              <a:defRPr sz="4800">
                <a:solidFill>
                  <a:schemeClr val="bg1"/>
                </a:solidFill>
              </a:defRPr>
            </a:lvl1pPr>
          </a:lstStyle>
          <a:p>
            <a:r>
              <a:rPr lang="en-US" dirty="0"/>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3449317"/>
            <a:ext cx="10972800" cy="681935"/>
          </a:xfrm>
        </p:spPr>
        <p:txBody>
          <a:bodyPr>
            <a:normAutofit/>
          </a:bodyPr>
          <a:lstStyle>
            <a:lvl1pPr marL="0" indent="0">
              <a:buNone/>
              <a:defRPr sz="2800">
                <a:solidFill>
                  <a:schemeClr val="accent2"/>
                </a:solidFill>
                <a:latin typeface="IntelOne Text" panose="020B0503020203020204" pitchFamily="34" charset="77"/>
              </a:defRPr>
            </a:lvl1pPr>
          </a:lstStyle>
          <a:p>
            <a:pPr lvl="0"/>
            <a:r>
              <a:rPr lang="en-US" dirty="0"/>
              <a:t>Click to edit Master text styles</a:t>
            </a:r>
          </a:p>
        </p:txBody>
      </p:sp>
      <p:sp>
        <p:nvSpPr>
          <p:cNvPr id="5" name="Rectangle 4">
            <a:extLst>
              <a:ext uri="{FF2B5EF4-FFF2-40B4-BE49-F238E27FC236}">
                <a16:creationId xmlns:a16="http://schemas.microsoft.com/office/drawing/2014/main" id="{3CEB7CF4-6E59-4F58-B339-D2AEFB0D202B}"/>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pic>
        <p:nvPicPr>
          <p:cNvPr id="6" name="Graphic 5">
            <a:extLst>
              <a:ext uri="{FF2B5EF4-FFF2-40B4-BE49-F238E27FC236}">
                <a16:creationId xmlns:a16="http://schemas.microsoft.com/office/drawing/2014/main" id="{42F87E56-D20F-4261-BEAD-AB9B17E14FC2}"/>
              </a:ext>
              <a:ext uri="{C183D7F6-B498-43B3-948B-1728B52AA6E4}">
                <adec:decorative xmlns:adec="http://schemas.microsoft.com/office/drawing/2017/decorative" val="1"/>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7" name="Rectangle 6">
            <a:extLst>
              <a:ext uri="{FF2B5EF4-FFF2-40B4-BE49-F238E27FC236}">
                <a16:creationId xmlns:a16="http://schemas.microsoft.com/office/drawing/2014/main" id="{55FB7B45-0229-4BD9-84EB-963DE20FBDD7}"/>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8" name="Rectangle 7">
            <a:extLst>
              <a:ext uri="{FF2B5EF4-FFF2-40B4-BE49-F238E27FC236}">
                <a16:creationId xmlns:a16="http://schemas.microsoft.com/office/drawing/2014/main" id="{BF1CF056-9D11-4F80-AB2B-5694DFB8A527}"/>
              </a:ext>
              <a:ext uri="{C183D7F6-B498-43B3-948B-1728B52AA6E4}">
                <adec:decorative xmlns:adec="http://schemas.microsoft.com/office/drawing/2017/decorative" val="1"/>
              </a:ext>
            </a:extLst>
          </p:cNvPr>
          <p:cNvSpPr/>
          <p:nvPr userDrawn="1"/>
        </p:nvSpPr>
        <p:spPr>
          <a:xfrm>
            <a:off x="5537995" y="6510549"/>
            <a:ext cx="1116010" cy="246221"/>
          </a:xfrm>
          <a:prstGeom prst="rect">
            <a:avLst/>
          </a:prstGeom>
        </p:spPr>
        <p:txBody>
          <a:bodyPr wrap="none">
            <a:spAutoFit/>
          </a:bodyPr>
          <a:lstStyle/>
          <a:p>
            <a:pPr algn="ctr"/>
            <a:r>
              <a:rPr lang="en-US" sz="1000" dirty="0">
                <a:solidFill>
                  <a:schemeClr val="bg1"/>
                </a:solidFill>
                <a:ea typeface="Intel Clear" panose="020B0604020203020204" pitchFamily="34" charset="0"/>
                <a:cs typeface="Times New Roman" panose="02020603050405020304" pitchFamily="18" charset="0"/>
              </a:rPr>
              <a:t>Intel Confidential</a:t>
            </a:r>
          </a:p>
        </p:txBody>
      </p:sp>
      <p:sp>
        <p:nvSpPr>
          <p:cNvPr id="9" name="Rectangle 8">
            <a:extLst>
              <a:ext uri="{FF2B5EF4-FFF2-40B4-BE49-F238E27FC236}">
                <a16:creationId xmlns:a16="http://schemas.microsoft.com/office/drawing/2014/main" id="{9FD4934B-0E18-43C3-ABD3-375F5EB746E2}"/>
              </a:ext>
              <a:ext uri="{C183D7F6-B498-43B3-948B-1728B52AA6E4}">
                <adec:decorative xmlns:adec="http://schemas.microsoft.com/office/drawing/2017/decorative" val="1"/>
              </a:ext>
            </a:extLst>
          </p:cNvPr>
          <p:cNvSpPr/>
          <p:nvPr userDrawn="1"/>
        </p:nvSpPr>
        <p:spPr>
          <a:xfrm>
            <a:off x="286365" y="6510549"/>
            <a:ext cx="1701107" cy="246221"/>
          </a:xfrm>
          <a:prstGeom prst="rect">
            <a:avLst/>
          </a:prstGeom>
        </p:spPr>
        <p:txBody>
          <a:bodyPr wrap="none">
            <a:spAutoFit/>
          </a:bodyPr>
          <a:lstStyle/>
          <a:p>
            <a:pPr algn="l"/>
            <a:r>
              <a:rPr lang="en-US" sz="1000" dirty="0">
                <a:solidFill>
                  <a:schemeClr val="bg1"/>
                </a:solidFill>
                <a:ea typeface="Intel Clear" panose="020B0604020203020204" pitchFamily="34" charset="0"/>
                <a:cs typeface="Times New Roman" panose="02020603050405020304" pitchFamily="18" charset="0"/>
              </a:rPr>
              <a:t>Department or Event Name</a:t>
            </a:r>
          </a:p>
        </p:txBody>
      </p:sp>
      <p:sp>
        <p:nvSpPr>
          <p:cNvPr id="10" name="TextBox 9">
            <a:extLst>
              <a:ext uri="{FF2B5EF4-FFF2-40B4-BE49-F238E27FC236}">
                <a16:creationId xmlns:a16="http://schemas.microsoft.com/office/drawing/2014/main" id="{B33A9EF0-587D-4D66-AF71-B360DB9198E7}"/>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17695941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itle and Content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925220" y="2614497"/>
            <a:ext cx="4838270" cy="1782383"/>
          </a:xfrm>
        </p:spPr>
        <p:txBody>
          <a:bodyPr anchor="t" anchorCtr="0">
            <a:normAutofit/>
          </a:bodyPr>
          <a:lstStyle>
            <a:lvl1pPr>
              <a:defRPr sz="4800">
                <a:solidFill>
                  <a:schemeClr val="tx1"/>
                </a:solidFill>
              </a:defRPr>
            </a:lvl1pPr>
          </a:lstStyle>
          <a:p>
            <a:r>
              <a:rPr lang="en-US" dirty="0"/>
              <a:t>Click to edit Master title style</a:t>
            </a:r>
          </a:p>
        </p:txBody>
      </p:sp>
      <p:sp>
        <p:nvSpPr>
          <p:cNvPr id="17" name="Rectangle 16">
            <a:extLst>
              <a:ext uri="{FF2B5EF4-FFF2-40B4-BE49-F238E27FC236}">
                <a16:creationId xmlns:a16="http://schemas.microsoft.com/office/drawing/2014/main" id="{E32B7E3E-B537-4EE3-BA97-B90982F6C31B}"/>
              </a:ext>
            </a:extLst>
          </p:cNvPr>
          <p:cNvSpPr/>
          <p:nvPr userDrawn="1"/>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userDrawn="1"/>
        </p:nvSpPr>
        <p:spPr>
          <a:xfrm>
            <a:off x="5867399" y="402558"/>
            <a:ext cx="5874297" cy="600347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6087623" y="546389"/>
            <a:ext cx="5433848" cy="1118706"/>
          </a:xfrm>
        </p:spPr>
        <p:txBody>
          <a:bodyPr anchor="ctr" anchorCtr="0">
            <a:noAutofit/>
          </a:bodyPr>
          <a:lstStyle>
            <a:lvl1pPr marL="0" indent="0">
              <a:buNone/>
              <a:defRPr sz="3200">
                <a:solidFill>
                  <a:schemeClr val="tx1"/>
                </a:solidFill>
              </a:defRPr>
            </a:lvl1pPr>
          </a:lstStyle>
          <a:p>
            <a:pPr lvl="0"/>
            <a:r>
              <a:rPr lang="en-US" dirty="0"/>
              <a:t>Click to edit Master text styles</a:t>
            </a:r>
          </a:p>
        </p:txBody>
      </p:sp>
      <p:grpSp>
        <p:nvGrpSpPr>
          <p:cNvPr id="3" name="Group 2">
            <a:extLst>
              <a:ext uri="{FF2B5EF4-FFF2-40B4-BE49-F238E27FC236}">
                <a16:creationId xmlns:a16="http://schemas.microsoft.com/office/drawing/2014/main" id="{3506BD04-B5E7-422F-B321-54907EFDFDD8}"/>
              </a:ext>
              <a:ext uri="{C183D7F6-B498-43B3-948B-1728B52AA6E4}">
                <adec:decorative xmlns:adec="http://schemas.microsoft.com/office/drawing/2017/decorative" val="1"/>
              </a:ext>
            </a:extLst>
          </p:cNvPr>
          <p:cNvGrpSpPr/>
          <p:nvPr userDrawn="1"/>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userDrawn="1"/>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userDrawn="1"/>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userDrawn="1"/>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p:nvPr>
        </p:nvSpPr>
        <p:spPr>
          <a:xfrm>
            <a:off x="6087623" y="1813801"/>
            <a:ext cx="5433848" cy="437679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Box 17">
            <a:extLst>
              <a:ext uri="{FF2B5EF4-FFF2-40B4-BE49-F238E27FC236}">
                <a16:creationId xmlns:a16="http://schemas.microsoft.com/office/drawing/2014/main" id="{E175E17D-D74E-461D-9994-21701E9CF3FE}"/>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29341236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itle and Content Blu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925220" y="2614497"/>
            <a:ext cx="4838270" cy="1782383"/>
          </a:xfrm>
        </p:spPr>
        <p:txBody>
          <a:bodyPr anchor="t" anchorCtr="0">
            <a:normAutofit/>
          </a:bodyPr>
          <a:lstStyle>
            <a:lvl1pPr>
              <a:defRPr sz="4800">
                <a:solidFill>
                  <a:schemeClr val="bg1"/>
                </a:solidFill>
              </a:defRPr>
            </a:lvl1pPr>
          </a:lstStyle>
          <a:p>
            <a:r>
              <a:rPr lang="en-US" dirty="0"/>
              <a:t>Click to edit Master title style</a:t>
            </a:r>
          </a:p>
        </p:txBody>
      </p:sp>
      <p:sp>
        <p:nvSpPr>
          <p:cNvPr id="15" name="Rectangle 14">
            <a:extLst>
              <a:ext uri="{FF2B5EF4-FFF2-40B4-BE49-F238E27FC236}">
                <a16:creationId xmlns:a16="http://schemas.microsoft.com/office/drawing/2014/main" id="{CC841197-2CF0-45F0-8F2A-7933BBBCA6C7}"/>
              </a:ext>
              <a:ext uri="{C183D7F6-B498-43B3-948B-1728B52AA6E4}">
                <adec:decorative xmlns:adec="http://schemas.microsoft.com/office/drawing/2017/decorative" val="1"/>
              </a:ext>
            </a:extLst>
          </p:cNvPr>
          <p:cNvSpPr/>
          <p:nvPr userDrawn="1"/>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userDrawn="1"/>
        </p:nvSpPr>
        <p:spPr>
          <a:xfrm>
            <a:off x="5867399" y="402558"/>
            <a:ext cx="5874297" cy="600347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6087623" y="546389"/>
            <a:ext cx="5433848" cy="1118706"/>
          </a:xfrm>
        </p:spPr>
        <p:txBody>
          <a:bodyPr anchor="ctr" anchorCtr="0">
            <a:noAutofit/>
          </a:bodyPr>
          <a:lstStyle>
            <a:lvl1pPr marL="0" indent="0">
              <a:buNone/>
              <a:defRPr sz="3200">
                <a:solidFill>
                  <a:schemeClr val="bg1"/>
                </a:solidFill>
              </a:defRPr>
            </a:lvl1pPr>
          </a:lstStyle>
          <a:p>
            <a:pPr lvl="0"/>
            <a:r>
              <a:rPr lang="en-US" dirty="0"/>
              <a:t>Click to edit Master text styles</a:t>
            </a:r>
          </a:p>
        </p:txBody>
      </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p:nvPr>
        </p:nvSpPr>
        <p:spPr>
          <a:xfrm>
            <a:off x="6087623" y="1813801"/>
            <a:ext cx="5433848" cy="437679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Graphic 5">
            <a:extLst>
              <a:ext uri="{FF2B5EF4-FFF2-40B4-BE49-F238E27FC236}">
                <a16:creationId xmlns:a16="http://schemas.microsoft.com/office/drawing/2014/main" id="{42F87E56-D20F-4261-BEAD-AB9B17E14FC2}"/>
              </a:ext>
              <a:ext uri="{C183D7F6-B498-43B3-948B-1728B52AA6E4}">
                <adec:decorative xmlns:adec="http://schemas.microsoft.com/office/drawing/2017/decorative" val="1"/>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8" name="Rectangle 7">
            <a:extLst>
              <a:ext uri="{FF2B5EF4-FFF2-40B4-BE49-F238E27FC236}">
                <a16:creationId xmlns:a16="http://schemas.microsoft.com/office/drawing/2014/main" id="{BF1CF056-9D11-4F80-AB2B-5694DFB8A527}"/>
              </a:ext>
              <a:ext uri="{C183D7F6-B498-43B3-948B-1728B52AA6E4}">
                <adec:decorative xmlns:adec="http://schemas.microsoft.com/office/drawing/2017/decorative" val="1"/>
              </a:ext>
            </a:extLst>
          </p:cNvPr>
          <p:cNvSpPr/>
          <p:nvPr userDrawn="1"/>
        </p:nvSpPr>
        <p:spPr>
          <a:xfrm>
            <a:off x="5537995" y="6510549"/>
            <a:ext cx="1116010" cy="246221"/>
          </a:xfrm>
          <a:prstGeom prst="rect">
            <a:avLst/>
          </a:prstGeom>
        </p:spPr>
        <p:txBody>
          <a:bodyPr wrap="none">
            <a:spAutoFit/>
          </a:bodyPr>
          <a:lstStyle/>
          <a:p>
            <a:pPr algn="ctr"/>
            <a:r>
              <a:rPr lang="en-US" sz="1000" dirty="0">
                <a:solidFill>
                  <a:schemeClr val="bg1"/>
                </a:solidFill>
                <a:ea typeface="Intel Clear" panose="020B0604020203020204" pitchFamily="34" charset="0"/>
                <a:cs typeface="Times New Roman" panose="02020603050405020304" pitchFamily="18" charset="0"/>
              </a:rPr>
              <a:t>Intel Confidential</a:t>
            </a:r>
          </a:p>
        </p:txBody>
      </p:sp>
      <p:sp>
        <p:nvSpPr>
          <p:cNvPr id="9" name="Rectangle 8">
            <a:extLst>
              <a:ext uri="{FF2B5EF4-FFF2-40B4-BE49-F238E27FC236}">
                <a16:creationId xmlns:a16="http://schemas.microsoft.com/office/drawing/2014/main" id="{9FD4934B-0E18-43C3-ABD3-375F5EB746E2}"/>
              </a:ext>
              <a:ext uri="{C183D7F6-B498-43B3-948B-1728B52AA6E4}">
                <adec:decorative xmlns:adec="http://schemas.microsoft.com/office/drawing/2017/decorative" val="1"/>
              </a:ext>
            </a:extLst>
          </p:cNvPr>
          <p:cNvSpPr/>
          <p:nvPr userDrawn="1"/>
        </p:nvSpPr>
        <p:spPr>
          <a:xfrm>
            <a:off x="286365" y="6510549"/>
            <a:ext cx="1701107" cy="246221"/>
          </a:xfrm>
          <a:prstGeom prst="rect">
            <a:avLst/>
          </a:prstGeom>
        </p:spPr>
        <p:txBody>
          <a:bodyPr wrap="none">
            <a:spAutoFit/>
          </a:bodyPr>
          <a:lstStyle/>
          <a:p>
            <a:pPr algn="l"/>
            <a:r>
              <a:rPr lang="en-US" sz="1000" dirty="0">
                <a:solidFill>
                  <a:schemeClr val="bg1"/>
                </a:solidFill>
                <a:ea typeface="Intel Clear" panose="020B0604020203020204" pitchFamily="34" charset="0"/>
                <a:cs typeface="Times New Roman" panose="02020603050405020304" pitchFamily="18" charset="0"/>
              </a:rPr>
              <a:t>Department or Event Name</a:t>
            </a:r>
          </a:p>
        </p:txBody>
      </p:sp>
      <p:sp>
        <p:nvSpPr>
          <p:cNvPr id="10" name="TextBox 9">
            <a:extLst>
              <a:ext uri="{FF2B5EF4-FFF2-40B4-BE49-F238E27FC236}">
                <a16:creationId xmlns:a16="http://schemas.microsoft.com/office/drawing/2014/main" id="{B33A9EF0-587D-4D66-AF71-B360DB9198E7}"/>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grpSp>
        <p:nvGrpSpPr>
          <p:cNvPr id="3" name="Group 2">
            <a:extLst>
              <a:ext uri="{FF2B5EF4-FFF2-40B4-BE49-F238E27FC236}">
                <a16:creationId xmlns:a16="http://schemas.microsoft.com/office/drawing/2014/main" id="{341B807F-E5A0-4B47-8126-0798D03DDEEE}"/>
              </a:ext>
              <a:ext uri="{C183D7F6-B498-43B3-948B-1728B52AA6E4}">
                <adec:decorative xmlns:adec="http://schemas.microsoft.com/office/drawing/2017/decorative" val="1"/>
              </a:ext>
            </a:extLst>
          </p:cNvPr>
          <p:cNvGrpSpPr/>
          <p:nvPr userDrawn="1"/>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userDrawn="1"/>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userDrawn="1"/>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userDrawn="1"/>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spTree>
    <p:extLst>
      <p:ext uri="{BB962C8B-B14F-4D97-AF65-F5344CB8AC3E}">
        <p14:creationId xmlns:p14="http://schemas.microsoft.com/office/powerpoint/2010/main" val="398252910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and Content Blue B">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C841197-2CF0-45F0-8F2A-7933BBBCA6C7}"/>
              </a:ext>
              <a:ext uri="{C183D7F6-B498-43B3-948B-1728B52AA6E4}">
                <adec:decorative xmlns:adec="http://schemas.microsoft.com/office/drawing/2017/decorative" val="1"/>
              </a:ext>
            </a:extLst>
          </p:cNvPr>
          <p:cNvSpPr/>
          <p:nvPr userDrawn="1"/>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userDrawn="1"/>
        </p:nvSpPr>
        <p:spPr>
          <a:xfrm>
            <a:off x="5867399" y="402558"/>
            <a:ext cx="5874297" cy="600347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925220" y="2614497"/>
            <a:ext cx="4838270" cy="1782383"/>
          </a:xfrm>
        </p:spPr>
        <p:txBody>
          <a:bodyPr anchor="t" anchorCtr="0">
            <a:normAutofit/>
          </a:bodyPr>
          <a:lstStyle>
            <a:lvl1pPr>
              <a:defRPr sz="4800">
                <a:solidFill>
                  <a:schemeClr val="bg1"/>
                </a:solidFill>
              </a:defRPr>
            </a:lvl1pPr>
          </a:lstStyle>
          <a:p>
            <a:r>
              <a:rPr lang="en-US" dirty="0"/>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6087623" y="546389"/>
            <a:ext cx="5433848" cy="1118706"/>
          </a:xfrm>
        </p:spPr>
        <p:txBody>
          <a:bodyPr anchor="ctr" anchorCtr="0">
            <a:noAutofit/>
          </a:bodyPr>
          <a:lstStyle>
            <a:lvl1pPr marL="0" indent="0">
              <a:buNone/>
              <a:defRPr sz="3200">
                <a:solidFill>
                  <a:schemeClr val="bg1"/>
                </a:solidFill>
              </a:defRPr>
            </a:lvl1pPr>
          </a:lstStyle>
          <a:p>
            <a:pPr lvl="0"/>
            <a:r>
              <a:rPr lang="en-US" dirty="0"/>
              <a:t>Click to edit Master text styles</a:t>
            </a:r>
          </a:p>
        </p:txBody>
      </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p:nvPr>
        </p:nvSpPr>
        <p:spPr>
          <a:xfrm>
            <a:off x="6087623" y="1813801"/>
            <a:ext cx="5433848" cy="437679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Graphic 5">
            <a:extLst>
              <a:ext uri="{FF2B5EF4-FFF2-40B4-BE49-F238E27FC236}">
                <a16:creationId xmlns:a16="http://schemas.microsoft.com/office/drawing/2014/main" id="{42F87E56-D20F-4261-BEAD-AB9B17E14FC2}"/>
              </a:ext>
              <a:ext uri="{C183D7F6-B498-43B3-948B-1728B52AA6E4}">
                <adec:decorative xmlns:adec="http://schemas.microsoft.com/office/drawing/2017/decorative" val="1"/>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8" name="Rectangle 7">
            <a:extLst>
              <a:ext uri="{FF2B5EF4-FFF2-40B4-BE49-F238E27FC236}">
                <a16:creationId xmlns:a16="http://schemas.microsoft.com/office/drawing/2014/main" id="{BF1CF056-9D11-4F80-AB2B-5694DFB8A527}"/>
              </a:ext>
              <a:ext uri="{C183D7F6-B498-43B3-948B-1728B52AA6E4}">
                <adec:decorative xmlns:adec="http://schemas.microsoft.com/office/drawing/2017/decorative" val="1"/>
              </a:ext>
            </a:extLst>
          </p:cNvPr>
          <p:cNvSpPr/>
          <p:nvPr userDrawn="1"/>
        </p:nvSpPr>
        <p:spPr>
          <a:xfrm>
            <a:off x="5537995" y="6510549"/>
            <a:ext cx="1116010" cy="246221"/>
          </a:xfrm>
          <a:prstGeom prst="rect">
            <a:avLst/>
          </a:prstGeom>
        </p:spPr>
        <p:txBody>
          <a:bodyPr wrap="none">
            <a:spAutoFit/>
          </a:bodyPr>
          <a:lstStyle/>
          <a:p>
            <a:pPr algn="ctr"/>
            <a:r>
              <a:rPr lang="en-US" sz="1000" dirty="0">
                <a:solidFill>
                  <a:schemeClr val="bg1"/>
                </a:solidFill>
                <a:ea typeface="Intel Clear" panose="020B0604020203020204" pitchFamily="34" charset="0"/>
                <a:cs typeface="Times New Roman" panose="02020603050405020304" pitchFamily="18" charset="0"/>
              </a:rPr>
              <a:t>Intel Confidential</a:t>
            </a:r>
          </a:p>
        </p:txBody>
      </p:sp>
      <p:sp>
        <p:nvSpPr>
          <p:cNvPr id="9" name="Rectangle 8">
            <a:extLst>
              <a:ext uri="{FF2B5EF4-FFF2-40B4-BE49-F238E27FC236}">
                <a16:creationId xmlns:a16="http://schemas.microsoft.com/office/drawing/2014/main" id="{9FD4934B-0E18-43C3-ABD3-375F5EB746E2}"/>
              </a:ext>
              <a:ext uri="{C183D7F6-B498-43B3-948B-1728B52AA6E4}">
                <adec:decorative xmlns:adec="http://schemas.microsoft.com/office/drawing/2017/decorative" val="1"/>
              </a:ext>
            </a:extLst>
          </p:cNvPr>
          <p:cNvSpPr/>
          <p:nvPr userDrawn="1"/>
        </p:nvSpPr>
        <p:spPr>
          <a:xfrm>
            <a:off x="286365" y="6510549"/>
            <a:ext cx="1701107" cy="246221"/>
          </a:xfrm>
          <a:prstGeom prst="rect">
            <a:avLst/>
          </a:prstGeom>
        </p:spPr>
        <p:txBody>
          <a:bodyPr wrap="none">
            <a:spAutoFit/>
          </a:bodyPr>
          <a:lstStyle/>
          <a:p>
            <a:pPr algn="l"/>
            <a:r>
              <a:rPr lang="en-US" sz="1000" dirty="0">
                <a:solidFill>
                  <a:schemeClr val="bg1"/>
                </a:solidFill>
                <a:ea typeface="Intel Clear" panose="020B0604020203020204" pitchFamily="34" charset="0"/>
                <a:cs typeface="Times New Roman" panose="02020603050405020304" pitchFamily="18" charset="0"/>
              </a:rPr>
              <a:t>Department or Event Name</a:t>
            </a:r>
          </a:p>
        </p:txBody>
      </p:sp>
      <p:sp>
        <p:nvSpPr>
          <p:cNvPr id="10" name="TextBox 9">
            <a:extLst>
              <a:ext uri="{FF2B5EF4-FFF2-40B4-BE49-F238E27FC236}">
                <a16:creationId xmlns:a16="http://schemas.microsoft.com/office/drawing/2014/main" id="{B33A9EF0-587D-4D66-AF71-B360DB9198E7}"/>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grpSp>
        <p:nvGrpSpPr>
          <p:cNvPr id="3" name="Group 2">
            <a:extLst>
              <a:ext uri="{FF2B5EF4-FFF2-40B4-BE49-F238E27FC236}">
                <a16:creationId xmlns:a16="http://schemas.microsoft.com/office/drawing/2014/main" id="{AF16FE66-F77C-48EC-9636-B0D3F1F816E2}"/>
              </a:ext>
              <a:ext uri="{C183D7F6-B498-43B3-948B-1728B52AA6E4}">
                <adec:decorative xmlns:adec="http://schemas.microsoft.com/office/drawing/2017/decorative" val="1"/>
              </a:ext>
            </a:extLst>
          </p:cNvPr>
          <p:cNvGrpSpPr/>
          <p:nvPr userDrawn="1"/>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userDrawn="1"/>
          </p:nvSpPr>
          <p:spPr>
            <a:xfrm>
              <a:off x="709974" y="2295340"/>
              <a:ext cx="319157" cy="319157"/>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userDrawn="1"/>
          </p:nvSpPr>
          <p:spPr>
            <a:xfrm>
              <a:off x="536812" y="2123120"/>
              <a:ext cx="174318" cy="17431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userDrawn="1"/>
          </p:nvSpPr>
          <p:spPr>
            <a:xfrm>
              <a:off x="711130" y="2023074"/>
              <a:ext cx="100045" cy="100045"/>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spTree>
    <p:extLst>
      <p:ext uri="{BB962C8B-B14F-4D97-AF65-F5344CB8AC3E}">
        <p14:creationId xmlns:p14="http://schemas.microsoft.com/office/powerpoint/2010/main" val="42115734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 with Frame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5A302-45A3-481F-BFAB-9A074C3F7794}"/>
              </a:ext>
              <a:ext uri="{C183D7F6-B498-43B3-948B-1728B52AA6E4}">
                <adec:decorative xmlns:adec="http://schemas.microsoft.com/office/drawing/2017/decorative" val="1"/>
              </a:ext>
            </a:extLst>
          </p:cNvPr>
          <p:cNvSpPr/>
          <p:nvPr userDrawn="1"/>
        </p:nvSpPr>
        <p:spPr>
          <a:xfrm>
            <a:off x="457200" y="464127"/>
            <a:ext cx="11286348" cy="594483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8DFA79AD-8981-4F51-8CC1-43C885681348}"/>
              </a:ext>
            </a:extLst>
          </p:cNvPr>
          <p:cNvSpPr>
            <a:spLocks noGrp="1"/>
          </p:cNvSpPr>
          <p:nvPr>
            <p:ph type="title"/>
          </p:nvPr>
        </p:nvSpPr>
        <p:spPr>
          <a:xfrm>
            <a:off x="806922" y="1776845"/>
            <a:ext cx="10557387" cy="3304310"/>
          </a:xfrm>
        </p:spPr>
        <p:txBody>
          <a:bodyPr>
            <a:normAutofit/>
          </a:bodyPr>
          <a:lstStyle>
            <a:lvl1pPr algn="ctr">
              <a:defRPr sz="4800">
                <a:solidFill>
                  <a:schemeClr val="bg1"/>
                </a:solidFill>
              </a:defRPr>
            </a:lvl1pPr>
          </a:lstStyle>
          <a:p>
            <a:r>
              <a:rPr lang="en-US" dirty="0"/>
              <a:t>Click to edit Master title style</a:t>
            </a:r>
          </a:p>
        </p:txBody>
      </p:sp>
      <p:sp>
        <p:nvSpPr>
          <p:cNvPr id="4" name="Rectangle 3">
            <a:extLst>
              <a:ext uri="{FF2B5EF4-FFF2-40B4-BE49-F238E27FC236}">
                <a16:creationId xmlns:a16="http://schemas.microsoft.com/office/drawing/2014/main" id="{56A6F6B2-1DD0-42F2-9039-5327CC0EF19D}"/>
              </a:ext>
              <a:ext uri="{C183D7F6-B498-43B3-948B-1728B52AA6E4}">
                <adec:decorative xmlns:adec="http://schemas.microsoft.com/office/drawing/2017/decorative" val="1"/>
              </a:ext>
            </a:extLst>
          </p:cNvPr>
          <p:cNvSpPr/>
          <p:nvPr userDrawn="1"/>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5" name="TextBox 4">
            <a:extLst>
              <a:ext uri="{FF2B5EF4-FFF2-40B4-BE49-F238E27FC236}">
                <a16:creationId xmlns:a16="http://schemas.microsoft.com/office/drawing/2014/main" id="{7DB3A20D-927D-4DD1-8E5E-A3AC6EDE3968}"/>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pic>
        <p:nvPicPr>
          <p:cNvPr id="6" name="Graphic 5">
            <a:extLst>
              <a:ext uri="{FF2B5EF4-FFF2-40B4-BE49-F238E27FC236}">
                <a16:creationId xmlns:a16="http://schemas.microsoft.com/office/drawing/2014/main" id="{5DDBF953-491D-46D1-9B3A-9BACF5F24487}"/>
              </a:ext>
              <a:ext uri="{C183D7F6-B498-43B3-948B-1728B52AA6E4}">
                <adec:decorative xmlns:adec="http://schemas.microsoft.com/office/drawing/2017/decorative" val="1"/>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7" name="Rectangle 6">
            <a:extLst>
              <a:ext uri="{FF2B5EF4-FFF2-40B4-BE49-F238E27FC236}">
                <a16:creationId xmlns:a16="http://schemas.microsoft.com/office/drawing/2014/main" id="{F2B9AAD6-9860-4DB3-B7F8-14D9F7EC7EC8}"/>
              </a:ext>
              <a:ext uri="{C183D7F6-B498-43B3-948B-1728B52AA6E4}">
                <adec:decorative xmlns:adec="http://schemas.microsoft.com/office/drawing/2017/decorative" val="1"/>
              </a:ext>
            </a:extLst>
          </p:cNvPr>
          <p:cNvSpPr/>
          <p:nvPr userDrawn="1"/>
        </p:nvSpPr>
        <p:spPr>
          <a:xfrm>
            <a:off x="5537995" y="6510549"/>
            <a:ext cx="1116010" cy="246221"/>
          </a:xfrm>
          <a:prstGeom prst="rect">
            <a:avLst/>
          </a:prstGeom>
        </p:spPr>
        <p:txBody>
          <a:bodyPr wrap="none">
            <a:spAutoFit/>
          </a:bodyPr>
          <a:lstStyle/>
          <a:p>
            <a:pPr algn="ctr"/>
            <a:r>
              <a:rPr lang="en-US" sz="1000" dirty="0">
                <a:solidFill>
                  <a:schemeClr val="bg1"/>
                </a:solidFill>
                <a:ea typeface="Intel Clear" panose="020B0604020203020204" pitchFamily="34" charset="0"/>
                <a:cs typeface="Times New Roman" panose="02020603050405020304" pitchFamily="18" charset="0"/>
              </a:rPr>
              <a:t>Intel Confidential</a:t>
            </a:r>
          </a:p>
        </p:txBody>
      </p:sp>
      <p:sp>
        <p:nvSpPr>
          <p:cNvPr id="8" name="Rectangle 7">
            <a:extLst>
              <a:ext uri="{FF2B5EF4-FFF2-40B4-BE49-F238E27FC236}">
                <a16:creationId xmlns:a16="http://schemas.microsoft.com/office/drawing/2014/main" id="{02595309-FEF7-41EA-9715-F4426DF07254}"/>
              </a:ext>
              <a:ext uri="{C183D7F6-B498-43B3-948B-1728B52AA6E4}">
                <adec:decorative xmlns:adec="http://schemas.microsoft.com/office/drawing/2017/decorative" val="1"/>
              </a:ext>
            </a:extLst>
          </p:cNvPr>
          <p:cNvSpPr/>
          <p:nvPr userDrawn="1"/>
        </p:nvSpPr>
        <p:spPr>
          <a:xfrm>
            <a:off x="286365" y="6510549"/>
            <a:ext cx="1701107" cy="246221"/>
          </a:xfrm>
          <a:prstGeom prst="rect">
            <a:avLst/>
          </a:prstGeom>
        </p:spPr>
        <p:txBody>
          <a:bodyPr wrap="none">
            <a:spAutoFit/>
          </a:bodyPr>
          <a:lstStyle/>
          <a:p>
            <a:pPr algn="l"/>
            <a:r>
              <a:rPr lang="en-US" sz="1000" dirty="0">
                <a:solidFill>
                  <a:schemeClr val="bg1"/>
                </a:solidFill>
                <a:ea typeface="Intel Clear" panose="020B0604020203020204" pitchFamily="34" charset="0"/>
                <a:cs typeface="Times New Roman" panose="02020603050405020304" pitchFamily="18" charset="0"/>
              </a:rPr>
              <a:t>Department or Event Name</a:t>
            </a:r>
          </a:p>
        </p:txBody>
      </p:sp>
    </p:spTree>
    <p:extLst>
      <p:ext uri="{BB962C8B-B14F-4D97-AF65-F5344CB8AC3E}">
        <p14:creationId xmlns:p14="http://schemas.microsoft.com/office/powerpoint/2010/main" val="21975446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Intel Logo">
    <p:spTree>
      <p:nvGrpSpPr>
        <p:cNvPr id="1" name=""/>
        <p:cNvGrpSpPr/>
        <p:nvPr/>
      </p:nvGrpSpPr>
      <p:grpSpPr>
        <a:xfrm>
          <a:off x="0" y="0"/>
          <a:ext cx="0" cy="0"/>
          <a:chOff x="0" y="0"/>
          <a:chExt cx="0" cy="0"/>
        </a:xfrm>
      </p:grpSpPr>
      <p:pic>
        <p:nvPicPr>
          <p:cNvPr id="11" name="Picture 10" descr="Logo&#10;&#10;Description automatically generated">
            <a:extLst>
              <a:ext uri="{FF2B5EF4-FFF2-40B4-BE49-F238E27FC236}">
                <a16:creationId xmlns:a16="http://schemas.microsoft.com/office/drawing/2014/main" id="{81D5E138-8800-4F6C-BD71-5E098EFFE2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14381" y="2626737"/>
            <a:ext cx="4052408" cy="1643927"/>
          </a:xfrm>
          <a:prstGeom prst="rect">
            <a:avLst/>
          </a:prstGeom>
        </p:spPr>
      </p:pic>
    </p:spTree>
    <p:extLst>
      <p:ext uri="{BB962C8B-B14F-4D97-AF65-F5344CB8AC3E}">
        <p14:creationId xmlns:p14="http://schemas.microsoft.com/office/powerpoint/2010/main" val="42730312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29426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24B4991-1563-CD48-A701-9F919CD703A7}"/>
              </a:ext>
            </a:extLst>
          </p:cNvPr>
          <p:cNvSpPr>
            <a:spLocks noGrp="1"/>
          </p:cNvSpPr>
          <p:nvPr>
            <p:ph type="pic" sz="quarter" idx="10"/>
          </p:nvPr>
        </p:nvSpPr>
        <p:spPr>
          <a:xfrm>
            <a:off x="0" y="0"/>
            <a:ext cx="12192000" cy="6858000"/>
          </a:xfrm>
        </p:spPr>
        <p:txBody>
          <a:bodyPr/>
          <a:lstStyle/>
          <a:p>
            <a:endParaRPr lang="en-US"/>
          </a:p>
        </p:txBody>
      </p:sp>
      <p:pic>
        <p:nvPicPr>
          <p:cNvPr id="13" name="Picture 12">
            <a:extLst>
              <a:ext uri="{FF2B5EF4-FFF2-40B4-BE49-F238E27FC236}">
                <a16:creationId xmlns:a16="http://schemas.microsoft.com/office/drawing/2014/main" id="{5285161C-9BA7-5E4E-B54D-8D68B1F07DD7}"/>
              </a:ext>
            </a:extLst>
          </p:cNvPr>
          <p:cNvPicPr>
            <a:picLocks noChangeAspect="1"/>
          </p:cNvPicPr>
          <p:nvPr userDrawn="1"/>
        </p:nvPicPr>
        <p:blipFill>
          <a:blip r:embed="rId2"/>
          <a:stretch>
            <a:fillRect/>
          </a:stretch>
        </p:blipFill>
        <p:spPr>
          <a:xfrm>
            <a:off x="0" y="0"/>
            <a:ext cx="7638757" cy="7638757"/>
          </a:xfrm>
          <a:prstGeom prst="rect">
            <a:avLst/>
          </a:prstGeom>
        </p:spPr>
      </p:pic>
      <p:pic>
        <p:nvPicPr>
          <p:cNvPr id="6" name="Picture 5">
            <a:extLst>
              <a:ext uri="{FF2B5EF4-FFF2-40B4-BE49-F238E27FC236}">
                <a16:creationId xmlns:a16="http://schemas.microsoft.com/office/drawing/2014/main" id="{9DECACAC-C286-974A-BC1A-9A17E3E92C84}"/>
              </a:ext>
            </a:extLst>
          </p:cNvPr>
          <p:cNvPicPr>
            <a:picLocks noChangeAspect="1"/>
          </p:cNvPicPr>
          <p:nvPr userDrawn="1"/>
        </p:nvPicPr>
        <p:blipFill>
          <a:blip r:embed="rId3"/>
          <a:stretch>
            <a:fillRect/>
          </a:stretch>
        </p:blipFill>
        <p:spPr>
          <a:xfrm>
            <a:off x="1379122" y="1392116"/>
            <a:ext cx="1358900" cy="838200"/>
          </a:xfrm>
          <a:prstGeom prst="rect">
            <a:avLst/>
          </a:prstGeom>
        </p:spPr>
      </p:pic>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264245" y="2920341"/>
            <a:ext cx="4566715" cy="1874852"/>
          </a:xfrm>
        </p:spPr>
        <p:txBody>
          <a:bodyPr anchor="b"/>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0892803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title">
    <p:bg>
      <p:bgPr>
        <a:solidFill>
          <a:srgbClr val="1F31AD"/>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90008" y="1554148"/>
            <a:ext cx="3598410" cy="1874852"/>
          </a:xfrm>
        </p:spPr>
        <p:txBody>
          <a:bodyPr anchor="b">
            <a:normAutofit/>
          </a:bodyPr>
          <a:lstStyle>
            <a:lvl1pPr algn="l">
              <a:defRPr sz="45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90008" y="3521075"/>
            <a:ext cx="3598410"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8DB3934E-9463-F742-BC92-1AA4EE518C24}"/>
              </a:ext>
            </a:extLst>
          </p:cNvPr>
          <p:cNvPicPr>
            <a:picLocks noChangeAspect="1"/>
          </p:cNvPicPr>
          <p:nvPr userDrawn="1"/>
        </p:nvPicPr>
        <p:blipFill>
          <a:blip r:embed="rId2"/>
          <a:stretch>
            <a:fillRect/>
          </a:stretch>
        </p:blipFill>
        <p:spPr>
          <a:xfrm>
            <a:off x="-1" y="5983357"/>
            <a:ext cx="874643" cy="874643"/>
          </a:xfrm>
          <a:prstGeom prst="rect">
            <a:avLst/>
          </a:prstGeom>
        </p:spPr>
      </p:pic>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pic>
        <p:nvPicPr>
          <p:cNvPr id="11" name="Picture 10">
            <a:extLst>
              <a:ext uri="{FF2B5EF4-FFF2-40B4-BE49-F238E27FC236}">
                <a16:creationId xmlns:a16="http://schemas.microsoft.com/office/drawing/2014/main" id="{30BD1181-CE3D-5745-AE82-02C37EE3E3D6}"/>
              </a:ext>
            </a:extLst>
          </p:cNvPr>
          <p:cNvPicPr>
            <a:picLocks noChangeAspect="1"/>
          </p:cNvPicPr>
          <p:nvPr userDrawn="1"/>
        </p:nvPicPr>
        <p:blipFill>
          <a:blip r:embed="rId3"/>
          <a:stretch>
            <a:fillRect/>
          </a:stretch>
        </p:blipFill>
        <p:spPr>
          <a:xfrm>
            <a:off x="8926848" y="5621866"/>
            <a:ext cx="2523761" cy="665177"/>
          </a:xfrm>
          <a:prstGeom prst="rect">
            <a:avLst/>
          </a:prstGeom>
        </p:spPr>
      </p:pic>
    </p:spTree>
    <p:extLst>
      <p:ext uri="{BB962C8B-B14F-4D97-AF65-F5344CB8AC3E}">
        <p14:creationId xmlns:p14="http://schemas.microsoft.com/office/powerpoint/2010/main" val="13257363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_title">
    <p:bg>
      <p:bgPr>
        <a:solidFill>
          <a:schemeClr val="tx1">
            <a:lumMod val="20000"/>
            <a:lumOff val="8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7118003" y="2330005"/>
            <a:ext cx="4351373" cy="1874852"/>
          </a:xfrm>
        </p:spPr>
        <p:txBody>
          <a:bodyPr anchor="b">
            <a:noAutofit/>
          </a:bodyPr>
          <a:lstStyle>
            <a:lvl1pPr algn="l">
              <a:defRPr sz="50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7118003" y="4296932"/>
            <a:ext cx="4351373" cy="1301497"/>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8DB3934E-9463-F742-BC92-1AA4EE518C24}"/>
              </a:ext>
            </a:extLst>
          </p:cNvPr>
          <p:cNvPicPr>
            <a:picLocks noChangeAspect="1"/>
          </p:cNvPicPr>
          <p:nvPr userDrawn="1"/>
        </p:nvPicPr>
        <p:blipFill>
          <a:blip r:embed="rId2"/>
          <a:stretch>
            <a:fillRect/>
          </a:stretch>
        </p:blipFill>
        <p:spPr>
          <a:xfrm>
            <a:off x="-1" y="0"/>
            <a:ext cx="722625" cy="722625"/>
          </a:xfrm>
          <a:prstGeom prst="rect">
            <a:avLst/>
          </a:prstGeom>
        </p:spPr>
      </p:pic>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722624" y="724112"/>
            <a:ext cx="5517866" cy="5517866"/>
          </a:xfrm>
          <a:prstGeom prst="flowChartDelay">
            <a:avLst/>
          </a:prstGeom>
        </p:spPr>
        <p:txBody>
          <a:bodyPr/>
          <a:lstStyle/>
          <a:p>
            <a:endParaRPr lang="en-US"/>
          </a:p>
        </p:txBody>
      </p:sp>
      <p:pic>
        <p:nvPicPr>
          <p:cNvPr id="6" name="Picture 5">
            <a:extLst>
              <a:ext uri="{FF2B5EF4-FFF2-40B4-BE49-F238E27FC236}">
                <a16:creationId xmlns:a16="http://schemas.microsoft.com/office/drawing/2014/main" id="{E3FF7966-7827-A648-B36F-C52A3D73CAE5}"/>
              </a:ext>
            </a:extLst>
          </p:cNvPr>
          <p:cNvPicPr>
            <a:picLocks noChangeAspect="1"/>
          </p:cNvPicPr>
          <p:nvPr userDrawn="1"/>
        </p:nvPicPr>
        <p:blipFill>
          <a:blip r:embed="rId3"/>
          <a:stretch>
            <a:fillRect/>
          </a:stretch>
        </p:blipFill>
        <p:spPr>
          <a:xfrm>
            <a:off x="6462165" y="995711"/>
            <a:ext cx="2281959" cy="604907"/>
          </a:xfrm>
          <a:prstGeom prst="rect">
            <a:avLst/>
          </a:prstGeom>
        </p:spPr>
      </p:pic>
    </p:spTree>
    <p:extLst>
      <p:ext uri="{BB962C8B-B14F-4D97-AF65-F5344CB8AC3E}">
        <p14:creationId xmlns:p14="http://schemas.microsoft.com/office/powerpoint/2010/main" val="66325912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_titl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24B4991-1563-CD48-A701-9F919CD703A7}"/>
              </a:ext>
            </a:extLst>
          </p:cNvPr>
          <p:cNvSpPr>
            <a:spLocks noGrp="1"/>
          </p:cNvSpPr>
          <p:nvPr>
            <p:ph type="pic" sz="quarter" idx="10"/>
          </p:nvPr>
        </p:nvSpPr>
        <p:spPr>
          <a:xfrm>
            <a:off x="0" y="0"/>
            <a:ext cx="12192000" cy="6858000"/>
          </a:xfrm>
        </p:spPr>
        <p:txBody>
          <a:bodyPr/>
          <a:lstStyle/>
          <a:p>
            <a:endParaRPr lang="en-US"/>
          </a:p>
        </p:txBody>
      </p:sp>
      <p:pic>
        <p:nvPicPr>
          <p:cNvPr id="18" name="Picture 17">
            <a:extLst>
              <a:ext uri="{FF2B5EF4-FFF2-40B4-BE49-F238E27FC236}">
                <a16:creationId xmlns:a16="http://schemas.microsoft.com/office/drawing/2014/main" id="{5B4888C3-FC13-6F44-A597-157602F9D15D}"/>
              </a:ext>
            </a:extLst>
          </p:cNvPr>
          <p:cNvPicPr>
            <a:picLocks noChangeAspect="1"/>
          </p:cNvPicPr>
          <p:nvPr userDrawn="1"/>
        </p:nvPicPr>
        <p:blipFill>
          <a:blip r:embed="rId2"/>
          <a:stretch>
            <a:fillRect/>
          </a:stretch>
        </p:blipFill>
        <p:spPr>
          <a:xfrm>
            <a:off x="-1" y="-3491246"/>
            <a:ext cx="10358214" cy="10358214"/>
          </a:xfrm>
          <a:prstGeom prst="rect">
            <a:avLst/>
          </a:prstGeom>
        </p:spPr>
      </p:pic>
      <p:sp>
        <p:nvSpPr>
          <p:cNvPr id="12" name="Picture Placeholder 2">
            <a:extLst>
              <a:ext uri="{FF2B5EF4-FFF2-40B4-BE49-F238E27FC236}">
                <a16:creationId xmlns:a16="http://schemas.microsoft.com/office/drawing/2014/main" id="{CCE1F23C-0D98-364F-92DB-0F350F9D1C3A}"/>
              </a:ext>
            </a:extLst>
          </p:cNvPr>
          <p:cNvSpPr>
            <a:spLocks noGrp="1"/>
          </p:cNvSpPr>
          <p:nvPr>
            <p:ph type="pic" sz="quarter" idx="11"/>
          </p:nvPr>
        </p:nvSpPr>
        <p:spPr>
          <a:xfrm>
            <a:off x="0" y="0"/>
            <a:ext cx="12192000" cy="6858000"/>
          </a:xfrm>
        </p:spPr>
        <p:txBody>
          <a:bodyPr/>
          <a:lstStyle/>
          <a:p>
            <a:endParaRPr lang="en-US"/>
          </a:p>
        </p:txBody>
      </p:sp>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786741"/>
            <a:ext cx="5921680" cy="1874852"/>
          </a:xfrm>
        </p:spPr>
        <p:txBody>
          <a:bodyPr anchor="b"/>
          <a:lstStyle>
            <a:lvl1pPr algn="l">
              <a:defRPr sz="6000">
                <a:solidFill>
                  <a:schemeClr val="bg1"/>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2753669"/>
            <a:ext cx="5921680" cy="694666"/>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3"/>
          <a:stretch>
            <a:fillRect/>
          </a:stretch>
        </p:blipFill>
        <p:spPr>
          <a:xfrm>
            <a:off x="8926848" y="5621866"/>
            <a:ext cx="2523761" cy="665177"/>
          </a:xfrm>
          <a:prstGeom prst="rect">
            <a:avLst/>
          </a:prstGeom>
        </p:spPr>
      </p:pic>
    </p:spTree>
    <p:extLst>
      <p:ext uri="{BB962C8B-B14F-4D97-AF65-F5344CB8AC3E}">
        <p14:creationId xmlns:p14="http://schemas.microsoft.com/office/powerpoint/2010/main" val="27808139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divider">
    <p:bg>
      <p:bgPr>
        <a:solidFill>
          <a:srgbClr val="1F31AD"/>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285161C-9BA7-5E4E-B54D-8D68B1F07DD7}"/>
              </a:ext>
            </a:extLst>
          </p:cNvPr>
          <p:cNvPicPr>
            <a:picLocks noChangeAspect="1"/>
          </p:cNvPicPr>
          <p:nvPr userDrawn="1"/>
        </p:nvPicPr>
        <p:blipFill>
          <a:blip r:embed="rId2"/>
          <a:stretch>
            <a:fillRect/>
          </a:stretch>
        </p:blipFill>
        <p:spPr>
          <a:xfrm>
            <a:off x="0" y="0"/>
            <a:ext cx="8518358" cy="8518358"/>
          </a:xfrm>
          <a:prstGeom prst="rect">
            <a:avLst/>
          </a:prstGeom>
        </p:spPr>
      </p:pic>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3"/>
          <a:stretch>
            <a:fillRect/>
          </a:stretch>
        </p:blipFill>
        <p:spPr>
          <a:xfrm>
            <a:off x="1352549" y="288758"/>
            <a:ext cx="1352277" cy="356414"/>
          </a:xfrm>
          <a:prstGeom prst="rect">
            <a:avLst/>
          </a:prstGeom>
        </p:spPr>
      </p:pic>
    </p:spTree>
    <p:extLst>
      <p:ext uri="{BB962C8B-B14F-4D97-AF65-F5344CB8AC3E}">
        <p14:creationId xmlns:p14="http://schemas.microsoft.com/office/powerpoint/2010/main" val="7582383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divider">
    <p:bg>
      <p:bgPr>
        <a:solidFill>
          <a:srgbClr val="5B69F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842DAB-0471-7F4F-9BD2-B3643D8F550C}"/>
              </a:ext>
            </a:extLst>
          </p:cNvPr>
          <p:cNvPicPr>
            <a:picLocks noChangeAspect="1"/>
          </p:cNvPicPr>
          <p:nvPr userDrawn="1"/>
        </p:nvPicPr>
        <p:blipFill>
          <a:blip r:embed="rId2"/>
          <a:stretch>
            <a:fillRect/>
          </a:stretch>
        </p:blipFill>
        <p:spPr>
          <a:xfrm>
            <a:off x="-18007" y="-2896617"/>
            <a:ext cx="9763585" cy="9763585"/>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3"/>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56841501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divider">
    <p:bg>
      <p:bgPr>
        <a:solidFill>
          <a:srgbClr val="98A1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8DB3934E-9463-F742-BC92-1AA4EE518C24}"/>
              </a:ext>
            </a:extLst>
          </p:cNvPr>
          <p:cNvPicPr>
            <a:picLocks noChangeAspect="1"/>
          </p:cNvPicPr>
          <p:nvPr userDrawn="1"/>
        </p:nvPicPr>
        <p:blipFill>
          <a:blip r:embed="rId2"/>
          <a:stretch>
            <a:fillRect/>
          </a:stretch>
        </p:blipFill>
        <p:spPr>
          <a:xfrm>
            <a:off x="-1" y="5983357"/>
            <a:ext cx="874643" cy="874643"/>
          </a:xfrm>
          <a:prstGeom prst="rect">
            <a:avLst/>
          </a:prstGeom>
        </p:spPr>
      </p:pic>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pic>
        <p:nvPicPr>
          <p:cNvPr id="12" name="Picture 11">
            <a:extLst>
              <a:ext uri="{FF2B5EF4-FFF2-40B4-BE49-F238E27FC236}">
                <a16:creationId xmlns:a16="http://schemas.microsoft.com/office/drawing/2014/main" id="{ED5B0CAE-5B88-4445-8ECF-3B795699265F}"/>
              </a:ext>
            </a:extLst>
          </p:cNvPr>
          <p:cNvPicPr>
            <a:picLocks noChangeAspect="1"/>
          </p:cNvPicPr>
          <p:nvPr userDrawn="1"/>
        </p:nvPicPr>
        <p:blipFill>
          <a:blip r:embed="rId3"/>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43490322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_divider">
    <p:bg>
      <p:bgPr>
        <a:solidFill>
          <a:srgbClr val="C81326"/>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2"/>
          <a:stretch>
            <a:fillRect/>
          </a:stretch>
        </p:blipFill>
        <p:spPr>
          <a:xfrm>
            <a:off x="1352549" y="288758"/>
            <a:ext cx="1352277" cy="356414"/>
          </a:xfrm>
          <a:prstGeom prst="rect">
            <a:avLst/>
          </a:prstGeom>
        </p:spPr>
      </p:pic>
      <p:pic>
        <p:nvPicPr>
          <p:cNvPr id="8" name="Picture 7">
            <a:extLst>
              <a:ext uri="{FF2B5EF4-FFF2-40B4-BE49-F238E27FC236}">
                <a16:creationId xmlns:a16="http://schemas.microsoft.com/office/drawing/2014/main" id="{F364929F-F499-474C-A04F-FD8C0F5E8B2F}"/>
              </a:ext>
            </a:extLst>
          </p:cNvPr>
          <p:cNvPicPr>
            <a:picLocks noChangeAspect="1"/>
          </p:cNvPicPr>
          <p:nvPr userDrawn="1"/>
        </p:nvPicPr>
        <p:blipFill>
          <a:blip r:embed="rId3"/>
          <a:stretch>
            <a:fillRect/>
          </a:stretch>
        </p:blipFill>
        <p:spPr>
          <a:xfrm>
            <a:off x="-1" y="-1"/>
            <a:ext cx="8518357" cy="8518357"/>
          </a:xfrm>
          <a:prstGeom prst="rect">
            <a:avLst/>
          </a:prstGeom>
        </p:spPr>
      </p:pic>
    </p:spTree>
    <p:extLst>
      <p:ext uri="{BB962C8B-B14F-4D97-AF65-F5344CB8AC3E}">
        <p14:creationId xmlns:p14="http://schemas.microsoft.com/office/powerpoint/2010/main" val="269473464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5_divider">
    <p:bg>
      <p:bgPr>
        <a:solidFill>
          <a:srgbClr val="FF5660"/>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50E24A5-9FB3-7040-8456-A21981F9830F}"/>
              </a:ext>
            </a:extLst>
          </p:cNvPr>
          <p:cNvPicPr>
            <a:picLocks noChangeAspect="1"/>
          </p:cNvPicPr>
          <p:nvPr userDrawn="1"/>
        </p:nvPicPr>
        <p:blipFill>
          <a:blip r:embed="rId2"/>
          <a:stretch>
            <a:fillRect/>
          </a:stretch>
        </p:blipFill>
        <p:spPr>
          <a:xfrm>
            <a:off x="-18008" y="-2891071"/>
            <a:ext cx="9763585" cy="9763585"/>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3"/>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182276948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6_divider">
    <p:bg>
      <p:bgPr>
        <a:solidFill>
          <a:srgbClr val="FF858A"/>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a:solidFill>
            <a:srgbClr val="FF858A"/>
          </a:solidFill>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a:solidFill>
            <a:srgbClr val="FF858A"/>
          </a:solidFill>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FFB6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E9CA1B1D-CE54-164F-B6CF-75F6855A7876}"/>
              </a:ext>
            </a:extLst>
          </p:cNvPr>
          <p:cNvPicPr>
            <a:picLocks noChangeAspect="1"/>
          </p:cNvPicPr>
          <p:nvPr userDrawn="1"/>
        </p:nvPicPr>
        <p:blipFill>
          <a:blip r:embed="rId2"/>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257415831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7_divider">
    <p:bg>
      <p:bgPr>
        <a:solidFill>
          <a:srgbClr val="005C84"/>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2"/>
          <a:stretch>
            <a:fillRect/>
          </a:stretch>
        </p:blipFill>
        <p:spPr>
          <a:xfrm>
            <a:off x="1352549" y="288758"/>
            <a:ext cx="1352277" cy="356414"/>
          </a:xfrm>
          <a:prstGeom prst="rect">
            <a:avLst/>
          </a:prstGeom>
        </p:spPr>
      </p:pic>
      <p:pic>
        <p:nvPicPr>
          <p:cNvPr id="9" name="Picture 8">
            <a:extLst>
              <a:ext uri="{FF2B5EF4-FFF2-40B4-BE49-F238E27FC236}">
                <a16:creationId xmlns:a16="http://schemas.microsoft.com/office/drawing/2014/main" id="{7854E2B1-463E-7246-A916-5D0E97EC4708}"/>
              </a:ext>
            </a:extLst>
          </p:cNvPr>
          <p:cNvPicPr>
            <a:picLocks noChangeAspect="1"/>
          </p:cNvPicPr>
          <p:nvPr userDrawn="1"/>
        </p:nvPicPr>
        <p:blipFill>
          <a:blip r:embed="rId3"/>
          <a:stretch>
            <a:fillRect/>
          </a:stretch>
        </p:blipFill>
        <p:spPr>
          <a:xfrm>
            <a:off x="0" y="-1"/>
            <a:ext cx="8518356" cy="8518356"/>
          </a:xfrm>
          <a:prstGeom prst="rect">
            <a:avLst/>
          </a:prstGeom>
        </p:spPr>
      </p:pic>
    </p:spTree>
    <p:extLst>
      <p:ext uri="{BB962C8B-B14F-4D97-AF65-F5344CB8AC3E}">
        <p14:creationId xmlns:p14="http://schemas.microsoft.com/office/powerpoint/2010/main" val="166429340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8_divider">
    <p:bg>
      <p:bgPr>
        <a:solidFill>
          <a:srgbClr val="02C8FD"/>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FE8491-95A9-B249-9C43-FCE3E713D408}"/>
              </a:ext>
            </a:extLst>
          </p:cNvPr>
          <p:cNvPicPr>
            <a:picLocks noChangeAspect="1"/>
          </p:cNvPicPr>
          <p:nvPr userDrawn="1"/>
        </p:nvPicPr>
        <p:blipFill>
          <a:blip r:embed="rId2"/>
          <a:stretch>
            <a:fillRect/>
          </a:stretch>
        </p:blipFill>
        <p:spPr>
          <a:xfrm>
            <a:off x="-14515" y="-2893472"/>
            <a:ext cx="9760092" cy="9760092"/>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3"/>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157774515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9_divider">
    <p:bg>
      <p:bgPr>
        <a:solidFill>
          <a:srgbClr val="7ADE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02C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5355E62-8248-1943-AD86-B7FAC72B910D}"/>
              </a:ext>
            </a:extLst>
          </p:cNvPr>
          <p:cNvPicPr>
            <a:picLocks noChangeAspect="1"/>
          </p:cNvPicPr>
          <p:nvPr userDrawn="1"/>
        </p:nvPicPr>
        <p:blipFill>
          <a:blip r:embed="rId2"/>
          <a:stretch>
            <a:fillRect/>
          </a:stretch>
        </p:blipFill>
        <p:spPr>
          <a:xfrm>
            <a:off x="1919978" y="7168467"/>
            <a:ext cx="8268750" cy="6858000"/>
          </a:xfrm>
          <a:prstGeom prst="rect">
            <a:avLst/>
          </a:prstGeom>
        </p:spPr>
      </p:pic>
      <p:pic>
        <p:nvPicPr>
          <p:cNvPr id="9" name="Picture 8">
            <a:extLst>
              <a:ext uri="{FF2B5EF4-FFF2-40B4-BE49-F238E27FC236}">
                <a16:creationId xmlns:a16="http://schemas.microsoft.com/office/drawing/2014/main" id="{6B619A79-937E-5346-A232-75D959C58F59}"/>
              </a:ext>
            </a:extLst>
          </p:cNvPr>
          <p:cNvPicPr>
            <a:picLocks noChangeAspect="1"/>
          </p:cNvPicPr>
          <p:nvPr userDrawn="1"/>
        </p:nvPicPr>
        <p:blipFill>
          <a:blip r:embed="rId3"/>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100839749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0_divider">
    <p:bg>
      <p:bgPr>
        <a:solidFill>
          <a:srgbClr val="CA8F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2"/>
          <a:stretch>
            <a:fillRect/>
          </a:stretch>
        </p:blipFill>
        <p:spPr>
          <a:xfrm>
            <a:off x="1352549" y="288758"/>
            <a:ext cx="1352277" cy="356414"/>
          </a:xfrm>
          <a:prstGeom prst="rect">
            <a:avLst/>
          </a:prstGeom>
        </p:spPr>
      </p:pic>
      <p:pic>
        <p:nvPicPr>
          <p:cNvPr id="8" name="Picture 7">
            <a:extLst>
              <a:ext uri="{FF2B5EF4-FFF2-40B4-BE49-F238E27FC236}">
                <a16:creationId xmlns:a16="http://schemas.microsoft.com/office/drawing/2014/main" id="{AB4F79F6-7126-F24D-8204-8208DE04B9F4}"/>
              </a:ext>
            </a:extLst>
          </p:cNvPr>
          <p:cNvPicPr>
            <a:picLocks noChangeAspect="1"/>
          </p:cNvPicPr>
          <p:nvPr userDrawn="1"/>
        </p:nvPicPr>
        <p:blipFill>
          <a:blip r:embed="rId3"/>
          <a:stretch>
            <a:fillRect/>
          </a:stretch>
        </p:blipFill>
        <p:spPr>
          <a:xfrm>
            <a:off x="0" y="0"/>
            <a:ext cx="8518356" cy="8518356"/>
          </a:xfrm>
          <a:prstGeom prst="rect">
            <a:avLst/>
          </a:prstGeom>
        </p:spPr>
      </p:pic>
    </p:spTree>
    <p:extLst>
      <p:ext uri="{BB962C8B-B14F-4D97-AF65-F5344CB8AC3E}">
        <p14:creationId xmlns:p14="http://schemas.microsoft.com/office/powerpoint/2010/main" val="252845781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1_divider">
    <p:bg>
      <p:bgPr>
        <a:solidFill>
          <a:srgbClr val="F7CC4A"/>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0EF56D7-2183-C34F-B771-2D93161BCCBA}"/>
              </a:ext>
            </a:extLst>
          </p:cNvPr>
          <p:cNvPicPr>
            <a:picLocks noChangeAspect="1"/>
          </p:cNvPicPr>
          <p:nvPr userDrawn="1"/>
        </p:nvPicPr>
        <p:blipFill>
          <a:blip r:embed="rId2"/>
          <a:stretch>
            <a:fillRect/>
          </a:stretch>
        </p:blipFill>
        <p:spPr>
          <a:xfrm>
            <a:off x="-14516" y="-2893471"/>
            <a:ext cx="9760091" cy="9760091"/>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3"/>
          <a:stretch>
            <a:fillRect/>
          </a:stretch>
        </p:blipFill>
        <p:spPr>
          <a:xfrm>
            <a:off x="9566490" y="5871410"/>
            <a:ext cx="2124749" cy="560011"/>
          </a:xfrm>
          <a:prstGeom prst="rect">
            <a:avLst/>
          </a:prstGeom>
        </p:spPr>
      </p:pic>
      <p:pic>
        <p:nvPicPr>
          <p:cNvPr id="6" name="Picture 5">
            <a:extLst>
              <a:ext uri="{FF2B5EF4-FFF2-40B4-BE49-F238E27FC236}">
                <a16:creationId xmlns:a16="http://schemas.microsoft.com/office/drawing/2014/main" id="{25F1D60F-38CF-524A-A8CB-833245F60A86}"/>
              </a:ext>
            </a:extLst>
          </p:cNvPr>
          <p:cNvPicPr>
            <a:picLocks noChangeAspect="1"/>
          </p:cNvPicPr>
          <p:nvPr userDrawn="1"/>
        </p:nvPicPr>
        <p:blipFill>
          <a:blip r:embed="rId4"/>
          <a:stretch>
            <a:fillRect/>
          </a:stretch>
        </p:blipFill>
        <p:spPr>
          <a:xfrm>
            <a:off x="1919978" y="7168467"/>
            <a:ext cx="8268750" cy="6858000"/>
          </a:xfrm>
          <a:prstGeom prst="rect">
            <a:avLst/>
          </a:prstGeom>
        </p:spPr>
      </p:pic>
    </p:spTree>
    <p:extLst>
      <p:ext uri="{BB962C8B-B14F-4D97-AF65-F5344CB8AC3E}">
        <p14:creationId xmlns:p14="http://schemas.microsoft.com/office/powerpoint/2010/main" val="13732365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2_divider">
    <p:bg>
      <p:bgPr>
        <a:solidFill>
          <a:srgbClr val="FFE27A"/>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EE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CDC93839-0AF4-9641-A56E-902F9122E1AD}"/>
              </a:ext>
            </a:extLst>
          </p:cNvPr>
          <p:cNvPicPr>
            <a:picLocks noChangeAspect="1"/>
          </p:cNvPicPr>
          <p:nvPr userDrawn="1"/>
        </p:nvPicPr>
        <p:blipFill>
          <a:blip r:embed="rId2"/>
          <a:stretch>
            <a:fillRect/>
          </a:stretch>
        </p:blipFill>
        <p:spPr>
          <a:xfrm>
            <a:off x="1352747" y="6253214"/>
            <a:ext cx="1352277" cy="356414"/>
          </a:xfrm>
          <a:prstGeom prst="rect">
            <a:avLst/>
          </a:prstGeom>
        </p:spPr>
      </p:pic>
    </p:spTree>
    <p:extLst>
      <p:ext uri="{BB962C8B-B14F-4D97-AF65-F5344CB8AC3E}">
        <p14:creationId xmlns:p14="http://schemas.microsoft.com/office/powerpoint/2010/main" val="273617038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3_divider">
    <p:bg>
      <p:bgPr>
        <a:solidFill>
          <a:srgbClr val="515A3C"/>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2"/>
          <a:stretch>
            <a:fillRect/>
          </a:stretch>
        </p:blipFill>
        <p:spPr>
          <a:xfrm>
            <a:off x="1352549" y="288758"/>
            <a:ext cx="1352277" cy="356414"/>
          </a:xfrm>
          <a:prstGeom prst="rect">
            <a:avLst/>
          </a:prstGeom>
        </p:spPr>
      </p:pic>
      <p:pic>
        <p:nvPicPr>
          <p:cNvPr id="9" name="Picture 8">
            <a:extLst>
              <a:ext uri="{FF2B5EF4-FFF2-40B4-BE49-F238E27FC236}">
                <a16:creationId xmlns:a16="http://schemas.microsoft.com/office/drawing/2014/main" id="{C17D3AC9-A100-9E4A-B282-7D8FFC555BD7}"/>
              </a:ext>
            </a:extLst>
          </p:cNvPr>
          <p:cNvPicPr>
            <a:picLocks noChangeAspect="1"/>
          </p:cNvPicPr>
          <p:nvPr userDrawn="1"/>
        </p:nvPicPr>
        <p:blipFill>
          <a:blip r:embed="rId3"/>
          <a:stretch>
            <a:fillRect/>
          </a:stretch>
        </p:blipFill>
        <p:spPr>
          <a:xfrm>
            <a:off x="3406" y="-1"/>
            <a:ext cx="8529463" cy="8529463"/>
          </a:xfrm>
          <a:prstGeom prst="rect">
            <a:avLst/>
          </a:prstGeom>
        </p:spPr>
      </p:pic>
    </p:spTree>
    <p:extLst>
      <p:ext uri="{BB962C8B-B14F-4D97-AF65-F5344CB8AC3E}">
        <p14:creationId xmlns:p14="http://schemas.microsoft.com/office/powerpoint/2010/main" val="18585665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4_divider">
    <p:bg>
      <p:bgPr>
        <a:solidFill>
          <a:srgbClr val="8BAE46"/>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1793224-44E2-CF4F-A264-12C56110B6BD}"/>
              </a:ext>
            </a:extLst>
          </p:cNvPr>
          <p:cNvPicPr>
            <a:picLocks noChangeAspect="1"/>
          </p:cNvPicPr>
          <p:nvPr userDrawn="1"/>
        </p:nvPicPr>
        <p:blipFill>
          <a:blip r:embed="rId2"/>
          <a:stretch>
            <a:fillRect/>
          </a:stretch>
        </p:blipFill>
        <p:spPr>
          <a:xfrm>
            <a:off x="-14515" y="-2878954"/>
            <a:ext cx="9745574" cy="9745574"/>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3"/>
          <a:stretch>
            <a:fillRect/>
          </a:stretch>
        </p:blipFill>
        <p:spPr>
          <a:xfrm>
            <a:off x="9566490" y="5871410"/>
            <a:ext cx="2124749" cy="560011"/>
          </a:xfrm>
          <a:prstGeom prst="rect">
            <a:avLst/>
          </a:prstGeom>
        </p:spPr>
      </p:pic>
      <p:pic>
        <p:nvPicPr>
          <p:cNvPr id="6" name="Picture 5">
            <a:extLst>
              <a:ext uri="{FF2B5EF4-FFF2-40B4-BE49-F238E27FC236}">
                <a16:creationId xmlns:a16="http://schemas.microsoft.com/office/drawing/2014/main" id="{25F1D60F-38CF-524A-A8CB-833245F60A86}"/>
              </a:ext>
            </a:extLst>
          </p:cNvPr>
          <p:cNvPicPr>
            <a:picLocks noChangeAspect="1"/>
          </p:cNvPicPr>
          <p:nvPr userDrawn="1"/>
        </p:nvPicPr>
        <p:blipFill>
          <a:blip r:embed="rId4"/>
          <a:stretch>
            <a:fillRect/>
          </a:stretch>
        </p:blipFill>
        <p:spPr>
          <a:xfrm>
            <a:off x="1919978" y="7168467"/>
            <a:ext cx="8268750" cy="6858000"/>
          </a:xfrm>
          <a:prstGeom prst="rect">
            <a:avLst/>
          </a:prstGeom>
        </p:spPr>
      </p:pic>
    </p:spTree>
    <p:extLst>
      <p:ext uri="{BB962C8B-B14F-4D97-AF65-F5344CB8AC3E}">
        <p14:creationId xmlns:p14="http://schemas.microsoft.com/office/powerpoint/2010/main" val="156949053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5_divider">
    <p:bg>
      <p:bgPr>
        <a:solidFill>
          <a:srgbClr val="ADCC6E"/>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8BAE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94761A6-3E4C-D946-8DC7-1CA62B83A06F}"/>
              </a:ext>
            </a:extLst>
          </p:cNvPr>
          <p:cNvPicPr>
            <a:picLocks noChangeAspect="1"/>
          </p:cNvPicPr>
          <p:nvPr userDrawn="1"/>
        </p:nvPicPr>
        <p:blipFill>
          <a:blip r:embed="rId2"/>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54174726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6_divider">
    <p:bg>
      <p:bgPr>
        <a:solidFill>
          <a:srgbClr val="272727"/>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4FA227F-93DE-644B-80A3-8F38CFD11BA4}"/>
              </a:ext>
            </a:extLst>
          </p:cNvPr>
          <p:cNvPicPr>
            <a:picLocks noChangeAspect="1"/>
          </p:cNvPicPr>
          <p:nvPr userDrawn="1"/>
        </p:nvPicPr>
        <p:blipFill>
          <a:blip r:embed="rId2"/>
          <a:stretch>
            <a:fillRect/>
          </a:stretch>
        </p:blipFill>
        <p:spPr>
          <a:xfrm>
            <a:off x="-1" y="-1"/>
            <a:ext cx="8529463" cy="8529463"/>
          </a:xfrm>
          <a:prstGeom prst="rect">
            <a:avLst/>
          </a:prstGeom>
        </p:spPr>
      </p:pic>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3"/>
          <a:stretch>
            <a:fillRect/>
          </a:stretch>
        </p:blipFill>
        <p:spPr>
          <a:xfrm>
            <a:off x="1352549" y="288758"/>
            <a:ext cx="1352277" cy="356414"/>
          </a:xfrm>
          <a:prstGeom prst="rect">
            <a:avLst/>
          </a:prstGeom>
        </p:spPr>
      </p:pic>
    </p:spTree>
    <p:extLst>
      <p:ext uri="{BB962C8B-B14F-4D97-AF65-F5344CB8AC3E}">
        <p14:creationId xmlns:p14="http://schemas.microsoft.com/office/powerpoint/2010/main" val="123506712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7_divider">
    <p:bg>
      <p:bgPr>
        <a:solidFill>
          <a:srgbClr val="AEAEAE"/>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B17C03-A0CD-2F43-A972-812BE1F49440}"/>
              </a:ext>
            </a:extLst>
          </p:cNvPr>
          <p:cNvPicPr>
            <a:picLocks noChangeAspect="1"/>
          </p:cNvPicPr>
          <p:nvPr userDrawn="1"/>
        </p:nvPicPr>
        <p:blipFill>
          <a:blip r:embed="rId2"/>
          <a:stretch>
            <a:fillRect/>
          </a:stretch>
        </p:blipFill>
        <p:spPr>
          <a:xfrm>
            <a:off x="-14516" y="-2887573"/>
            <a:ext cx="9745573" cy="9745573"/>
          </a:xfrm>
          <a:prstGeom prst="rect">
            <a:avLst/>
          </a:prstGeom>
        </p:spPr>
      </p:pic>
      <p:pic>
        <p:nvPicPr>
          <p:cNvPr id="2" name="Picture 1">
            <a:extLst>
              <a:ext uri="{FF2B5EF4-FFF2-40B4-BE49-F238E27FC236}">
                <a16:creationId xmlns:a16="http://schemas.microsoft.com/office/drawing/2014/main" id="{5A631794-58EE-7C4C-BAE6-9F861582B13F}"/>
              </a:ext>
            </a:extLst>
          </p:cNvPr>
          <p:cNvPicPr>
            <a:picLocks noChangeAspect="1"/>
          </p:cNvPicPr>
          <p:nvPr userDrawn="1"/>
        </p:nvPicPr>
        <p:blipFill>
          <a:blip r:embed="rId3"/>
          <a:stretch>
            <a:fillRect/>
          </a:stretch>
        </p:blipFill>
        <p:spPr>
          <a:xfrm>
            <a:off x="-14515" y="-2878954"/>
            <a:ext cx="9745574" cy="9745574"/>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4"/>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322979116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8_divider">
    <p:bg>
      <p:bgPr>
        <a:solidFill>
          <a:srgbClr val="E9E9E9"/>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AEA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D1102DC-4A08-8240-A4D0-517D989AE08D}"/>
              </a:ext>
            </a:extLst>
          </p:cNvPr>
          <p:cNvPicPr>
            <a:picLocks noChangeAspect="1"/>
          </p:cNvPicPr>
          <p:nvPr userDrawn="1"/>
        </p:nvPicPr>
        <p:blipFill>
          <a:blip r:embed="rId2"/>
          <a:stretch>
            <a:fillRect/>
          </a:stretch>
        </p:blipFill>
        <p:spPr>
          <a:xfrm>
            <a:off x="1352747" y="6253214"/>
            <a:ext cx="1352277" cy="356414"/>
          </a:xfrm>
          <a:prstGeom prst="rect">
            <a:avLst/>
          </a:prstGeom>
        </p:spPr>
      </p:pic>
    </p:spTree>
    <p:extLst>
      <p:ext uri="{BB962C8B-B14F-4D97-AF65-F5344CB8AC3E}">
        <p14:creationId xmlns:p14="http://schemas.microsoft.com/office/powerpoint/2010/main" val="62503498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9_divid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24B4991-1563-CD48-A701-9F919CD703A7}"/>
              </a:ext>
            </a:extLst>
          </p:cNvPr>
          <p:cNvSpPr>
            <a:spLocks noGrp="1"/>
          </p:cNvSpPr>
          <p:nvPr>
            <p:ph type="pic" sz="quarter" idx="10"/>
          </p:nvPr>
        </p:nvSpPr>
        <p:spPr>
          <a:xfrm>
            <a:off x="0" y="0"/>
            <a:ext cx="12192000" cy="6858000"/>
          </a:xfrm>
        </p:spPr>
        <p:txBody>
          <a:bodyPr/>
          <a:lstStyle/>
          <a:p>
            <a:endParaRPr lang="en-US"/>
          </a:p>
        </p:txBody>
      </p:sp>
      <p:pic>
        <p:nvPicPr>
          <p:cNvPr id="13" name="Picture 12">
            <a:extLst>
              <a:ext uri="{FF2B5EF4-FFF2-40B4-BE49-F238E27FC236}">
                <a16:creationId xmlns:a16="http://schemas.microsoft.com/office/drawing/2014/main" id="{5285161C-9BA7-5E4E-B54D-8D68B1F07DD7}"/>
              </a:ext>
            </a:extLst>
          </p:cNvPr>
          <p:cNvPicPr>
            <a:picLocks noChangeAspect="1"/>
          </p:cNvPicPr>
          <p:nvPr userDrawn="1"/>
        </p:nvPicPr>
        <p:blipFill>
          <a:blip r:embed="rId2"/>
          <a:stretch>
            <a:fillRect/>
          </a:stretch>
        </p:blipFill>
        <p:spPr>
          <a:xfrm>
            <a:off x="0" y="0"/>
            <a:ext cx="7638757" cy="7638757"/>
          </a:xfrm>
          <a:prstGeom prst="rect">
            <a:avLst/>
          </a:prstGeom>
        </p:spPr>
      </p:pic>
      <p:pic>
        <p:nvPicPr>
          <p:cNvPr id="6" name="Picture 5">
            <a:extLst>
              <a:ext uri="{FF2B5EF4-FFF2-40B4-BE49-F238E27FC236}">
                <a16:creationId xmlns:a16="http://schemas.microsoft.com/office/drawing/2014/main" id="{9DECACAC-C286-974A-BC1A-9A17E3E92C84}"/>
              </a:ext>
            </a:extLst>
          </p:cNvPr>
          <p:cNvPicPr>
            <a:picLocks noChangeAspect="1"/>
          </p:cNvPicPr>
          <p:nvPr userDrawn="1"/>
        </p:nvPicPr>
        <p:blipFill>
          <a:blip r:embed="rId3"/>
          <a:stretch>
            <a:fillRect/>
          </a:stretch>
        </p:blipFill>
        <p:spPr>
          <a:xfrm>
            <a:off x="1379122" y="1392116"/>
            <a:ext cx="1358900" cy="838200"/>
          </a:xfrm>
          <a:prstGeom prst="rect">
            <a:avLst/>
          </a:prstGeom>
        </p:spPr>
      </p:pic>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264245" y="2920341"/>
            <a:ext cx="4566715" cy="1874852"/>
          </a:xfrm>
        </p:spPr>
        <p:txBody>
          <a:bodyPr anchor="b"/>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52572242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0_divider">
    <p:bg>
      <p:bgPr>
        <a:solidFill>
          <a:srgbClr val="5B69FF"/>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DECACAC-C286-974A-BC1A-9A17E3E92C84}"/>
              </a:ext>
            </a:extLst>
          </p:cNvPr>
          <p:cNvPicPr>
            <a:picLocks noChangeAspect="1"/>
          </p:cNvPicPr>
          <p:nvPr userDrawn="1"/>
        </p:nvPicPr>
        <p:blipFill>
          <a:blip r:embed="rId2"/>
          <a:stretch>
            <a:fillRect/>
          </a:stretch>
        </p:blipFill>
        <p:spPr>
          <a:xfrm>
            <a:off x="1379122" y="1392116"/>
            <a:ext cx="1358900" cy="838200"/>
          </a:xfrm>
          <a:prstGeom prst="rect">
            <a:avLst/>
          </a:prstGeom>
        </p:spPr>
      </p:pic>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264245" y="2920341"/>
            <a:ext cx="4566715" cy="1874852"/>
          </a:xfrm>
        </p:spPr>
        <p:txBody>
          <a:bodyPr anchor="b"/>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0D92EAC3-0CD2-1A47-ACFF-54D45C4AE7B9}"/>
              </a:ext>
            </a:extLst>
          </p:cNvPr>
          <p:cNvSpPr>
            <a:spLocks noGrp="1"/>
          </p:cNvSpPr>
          <p:nvPr>
            <p:ph type="pic" sz="quarter" idx="10"/>
          </p:nvPr>
        </p:nvSpPr>
        <p:spPr>
          <a:xfrm>
            <a:off x="1637956" y="669235"/>
            <a:ext cx="5094287" cy="5094287"/>
          </a:xfrm>
          <a:prstGeom prst="flowChartDelay">
            <a:avLst/>
          </a:prstGeom>
        </p:spPr>
        <p:txBody>
          <a:bodyPr/>
          <a:lstStyle/>
          <a:p>
            <a:endParaRPr lang="en-US"/>
          </a:p>
        </p:txBody>
      </p:sp>
    </p:spTree>
    <p:extLst>
      <p:ext uri="{BB962C8B-B14F-4D97-AF65-F5344CB8AC3E}">
        <p14:creationId xmlns:p14="http://schemas.microsoft.com/office/powerpoint/2010/main" val="340909267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1_divid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24B4991-1563-CD48-A701-9F919CD703A7}"/>
              </a:ext>
            </a:extLst>
          </p:cNvPr>
          <p:cNvSpPr>
            <a:spLocks noGrp="1"/>
          </p:cNvSpPr>
          <p:nvPr>
            <p:ph type="pic" sz="quarter" idx="10"/>
          </p:nvPr>
        </p:nvSpPr>
        <p:spPr>
          <a:xfrm>
            <a:off x="0" y="0"/>
            <a:ext cx="12192000" cy="6858000"/>
          </a:xfrm>
        </p:spPr>
        <p:txBody>
          <a:bodyPr/>
          <a:lstStyle/>
          <a:p>
            <a:endParaRPr lang="en-US"/>
          </a:p>
        </p:txBody>
      </p:sp>
      <p:pic>
        <p:nvPicPr>
          <p:cNvPr id="18" name="Picture 17">
            <a:extLst>
              <a:ext uri="{FF2B5EF4-FFF2-40B4-BE49-F238E27FC236}">
                <a16:creationId xmlns:a16="http://schemas.microsoft.com/office/drawing/2014/main" id="{5B4888C3-FC13-6F44-A597-157602F9D15D}"/>
              </a:ext>
            </a:extLst>
          </p:cNvPr>
          <p:cNvPicPr>
            <a:picLocks noChangeAspect="1"/>
          </p:cNvPicPr>
          <p:nvPr userDrawn="1"/>
        </p:nvPicPr>
        <p:blipFill>
          <a:blip r:embed="rId2"/>
          <a:stretch>
            <a:fillRect/>
          </a:stretch>
        </p:blipFill>
        <p:spPr>
          <a:xfrm>
            <a:off x="-1" y="-3491246"/>
            <a:ext cx="10358214" cy="10358214"/>
          </a:xfrm>
          <a:prstGeom prst="rect">
            <a:avLst/>
          </a:prstGeom>
        </p:spPr>
      </p:pic>
      <p:sp>
        <p:nvSpPr>
          <p:cNvPr id="12" name="Picture Placeholder 2">
            <a:extLst>
              <a:ext uri="{FF2B5EF4-FFF2-40B4-BE49-F238E27FC236}">
                <a16:creationId xmlns:a16="http://schemas.microsoft.com/office/drawing/2014/main" id="{CCE1F23C-0D98-364F-92DB-0F350F9D1C3A}"/>
              </a:ext>
            </a:extLst>
          </p:cNvPr>
          <p:cNvSpPr>
            <a:spLocks noGrp="1"/>
          </p:cNvSpPr>
          <p:nvPr>
            <p:ph type="pic" sz="quarter" idx="11"/>
          </p:nvPr>
        </p:nvSpPr>
        <p:spPr>
          <a:xfrm>
            <a:off x="0" y="0"/>
            <a:ext cx="12192000" cy="6858000"/>
          </a:xfrm>
        </p:spPr>
        <p:txBody>
          <a:bodyPr/>
          <a:lstStyle/>
          <a:p>
            <a:endParaRPr lang="en-US"/>
          </a:p>
        </p:txBody>
      </p:sp>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786741"/>
            <a:ext cx="5921680" cy="1874852"/>
          </a:xfrm>
        </p:spPr>
        <p:txBody>
          <a:bodyPr anchor="b"/>
          <a:lstStyle>
            <a:lvl1pPr algn="l">
              <a:defRPr sz="6000">
                <a:solidFill>
                  <a:schemeClr val="bg1"/>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2753669"/>
            <a:ext cx="5921680" cy="694666"/>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3"/>
          <a:stretch>
            <a:fillRect/>
          </a:stretch>
        </p:blipFill>
        <p:spPr>
          <a:xfrm>
            <a:off x="8926848" y="5621866"/>
            <a:ext cx="2523761" cy="665177"/>
          </a:xfrm>
          <a:prstGeom prst="rect">
            <a:avLst/>
          </a:prstGeom>
        </p:spPr>
      </p:pic>
    </p:spTree>
    <p:extLst>
      <p:ext uri="{BB962C8B-B14F-4D97-AF65-F5344CB8AC3E}">
        <p14:creationId xmlns:p14="http://schemas.microsoft.com/office/powerpoint/2010/main" val="287205358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Title Slide Blue A">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77538DC6-5A10-44DE-BF8C-5185BC4F6B42}"/>
              </a:ext>
              <a:ext uri="{C183D7F6-B498-43B3-948B-1728B52AA6E4}">
                <adec:decorative xmlns:adec="http://schemas.microsoft.com/office/drawing/2017/decorative" val="1"/>
              </a:ext>
            </a:extLst>
          </p:cNvPr>
          <p:cNvGrpSpPr/>
          <p:nvPr userDrawn="1"/>
        </p:nvGrpSpPr>
        <p:grpSpPr>
          <a:xfrm>
            <a:off x="573803" y="0"/>
            <a:ext cx="4325371" cy="6392520"/>
            <a:chOff x="573803" y="0"/>
            <a:chExt cx="4325371" cy="6392520"/>
          </a:xfrm>
        </p:grpSpPr>
        <p:sp>
          <p:nvSpPr>
            <p:cNvPr id="4" name="Rectangle 3">
              <a:extLst>
                <a:ext uri="{FF2B5EF4-FFF2-40B4-BE49-F238E27FC236}">
                  <a16:creationId xmlns:a16="http://schemas.microsoft.com/office/drawing/2014/main" id="{1BE35751-F391-41AA-9B05-1647E37D235B}"/>
                </a:ext>
              </a:extLst>
            </p:cNvPr>
            <p:cNvSpPr/>
            <p:nvPr userDrawn="1"/>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5" name="Rectangle 4">
              <a:extLst>
                <a:ext uri="{FF2B5EF4-FFF2-40B4-BE49-F238E27FC236}">
                  <a16:creationId xmlns:a16="http://schemas.microsoft.com/office/drawing/2014/main" id="{1CF1866E-6300-47C1-B36B-E4F93E357EE1}"/>
                </a:ext>
              </a:extLst>
            </p:cNvPr>
            <p:cNvSpPr/>
            <p:nvPr userDrawn="1"/>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6" name="Rectangle 5">
              <a:extLst>
                <a:ext uri="{FF2B5EF4-FFF2-40B4-BE49-F238E27FC236}">
                  <a16:creationId xmlns:a16="http://schemas.microsoft.com/office/drawing/2014/main" id="{54266AC4-1BB0-4DCC-B988-F338CCC87BB0}"/>
                </a:ext>
              </a:extLst>
            </p:cNvPr>
            <p:cNvSpPr/>
            <p:nvPr userDrawn="1"/>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EF200040-B841-47B7-8555-E0299CDC24FA}"/>
                </a:ext>
              </a:extLst>
            </p:cNvPr>
            <p:cNvSpPr/>
            <p:nvPr userDrawn="1"/>
          </p:nvSpPr>
          <p:spPr>
            <a:xfrm>
              <a:off x="1468406" y="0"/>
              <a:ext cx="3430768" cy="539087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nvGrpSpPr>
            <p:cNvPr id="8" name="Group 7">
              <a:extLst>
                <a:ext uri="{FF2B5EF4-FFF2-40B4-BE49-F238E27FC236}">
                  <a16:creationId xmlns:a16="http://schemas.microsoft.com/office/drawing/2014/main" id="{3AD8DF60-7E0A-43C5-81B6-9B3522A7A826}"/>
                </a:ext>
              </a:extLst>
            </p:cNvPr>
            <p:cNvGrpSpPr/>
            <p:nvPr userDrawn="1"/>
          </p:nvGrpSpPr>
          <p:grpSpPr>
            <a:xfrm>
              <a:off x="1468406" y="5995719"/>
              <a:ext cx="1059754" cy="396801"/>
              <a:chOff x="1314450" y="6391094"/>
              <a:chExt cx="1123377" cy="420623"/>
            </a:xfrm>
          </p:grpSpPr>
          <p:sp>
            <p:nvSpPr>
              <p:cNvPr id="9" name="Freeform: Shape 8">
                <a:extLst>
                  <a:ext uri="{FF2B5EF4-FFF2-40B4-BE49-F238E27FC236}">
                    <a16:creationId xmlns:a16="http://schemas.microsoft.com/office/drawing/2014/main" id="{0AC5EDAF-1FA5-4CEA-99CA-7D0E1F5DDF81}"/>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sp>
            <p:nvSpPr>
              <p:cNvPr id="10" name="Freeform: Shape 9">
                <a:extLst>
                  <a:ext uri="{FF2B5EF4-FFF2-40B4-BE49-F238E27FC236}">
                    <a16:creationId xmlns:a16="http://schemas.microsoft.com/office/drawing/2014/main" id="{5731A324-874D-4D3D-95F1-8AE3303E2272}"/>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sp>
            <p:nvSpPr>
              <p:cNvPr id="11" name="Freeform: Shape 10">
                <a:extLst>
                  <a:ext uri="{FF2B5EF4-FFF2-40B4-BE49-F238E27FC236}">
                    <a16:creationId xmlns:a16="http://schemas.microsoft.com/office/drawing/2014/main" id="{934E3A93-BFC9-49AD-8CF7-7EDF2A13157E}"/>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sp>
            <p:nvSpPr>
              <p:cNvPr id="12" name="Freeform: Shape 11">
                <a:extLst>
                  <a:ext uri="{FF2B5EF4-FFF2-40B4-BE49-F238E27FC236}">
                    <a16:creationId xmlns:a16="http://schemas.microsoft.com/office/drawing/2014/main" id="{839DD8F2-C56B-454C-9A84-A663F83DB6CE}"/>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grpSp>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1543438" y="944163"/>
            <a:ext cx="9810362" cy="627700"/>
          </a:xfrm>
        </p:spPr>
        <p:txBody>
          <a:bodyPr anchor="b" anchorCtr="0">
            <a:normAutofit/>
          </a:bodyPr>
          <a:lstStyle>
            <a:lvl1pPr marL="0" indent="0">
              <a:buFontTx/>
              <a:buNone/>
              <a:defRPr sz="1600">
                <a:solidFill>
                  <a:schemeClr val="accent2"/>
                </a:solidFill>
                <a:latin typeface="IntelOne Text" panose="020B0503020203020204" pitchFamily="34" charset="77"/>
              </a:defRPr>
            </a:lvl1pPr>
          </a:lstStyle>
          <a:p>
            <a:pPr lvl="0"/>
            <a:r>
              <a:rPr lang="en-US" dirty="0"/>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6" y="1635111"/>
            <a:ext cx="9789007" cy="1874852"/>
          </a:xfrm>
        </p:spPr>
        <p:txBody>
          <a:bodyPr anchor="b"/>
          <a:lstStyle>
            <a:lvl1pPr algn="l">
              <a:defRPr sz="6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6" y="3602038"/>
            <a:ext cx="9789007"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54347970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Title Slide Blue B">
    <p:bg>
      <p:bgPr>
        <a:solidFill>
          <a:schemeClr val="tx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3AA05A6-FEDA-41DC-B943-5B1F42A56F08}"/>
              </a:ext>
              <a:ext uri="{C183D7F6-B498-43B3-948B-1728B52AA6E4}">
                <adec:decorative xmlns:adec="http://schemas.microsoft.com/office/drawing/2017/decorative" val="1"/>
              </a:ext>
            </a:extLst>
          </p:cNvPr>
          <p:cNvGrpSpPr/>
          <p:nvPr userDrawn="1"/>
        </p:nvGrpSpPr>
        <p:grpSpPr>
          <a:xfrm>
            <a:off x="573803" y="0"/>
            <a:ext cx="4325371" cy="6392520"/>
            <a:chOff x="573803" y="0"/>
            <a:chExt cx="4325371" cy="6392520"/>
          </a:xfrm>
        </p:grpSpPr>
        <p:sp>
          <p:nvSpPr>
            <p:cNvPr id="7" name="Rectangle 6">
              <a:extLst>
                <a:ext uri="{FF2B5EF4-FFF2-40B4-BE49-F238E27FC236}">
                  <a16:creationId xmlns:a16="http://schemas.microsoft.com/office/drawing/2014/main" id="{EF200040-B841-47B7-8555-E0299CDC24FA}"/>
                </a:ext>
              </a:extLst>
            </p:cNvPr>
            <p:cNvSpPr/>
            <p:nvPr userDrawn="1"/>
          </p:nvSpPr>
          <p:spPr>
            <a:xfrm>
              <a:off x="1468406" y="0"/>
              <a:ext cx="3430768" cy="539087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nvGrpSpPr>
            <p:cNvPr id="8" name="Group 7">
              <a:extLst>
                <a:ext uri="{FF2B5EF4-FFF2-40B4-BE49-F238E27FC236}">
                  <a16:creationId xmlns:a16="http://schemas.microsoft.com/office/drawing/2014/main" id="{3AD8DF60-7E0A-43C5-81B6-9B3522A7A826}"/>
                </a:ext>
              </a:extLst>
            </p:cNvPr>
            <p:cNvGrpSpPr/>
            <p:nvPr userDrawn="1"/>
          </p:nvGrpSpPr>
          <p:grpSpPr>
            <a:xfrm>
              <a:off x="1468406" y="5995719"/>
              <a:ext cx="1059754" cy="396801"/>
              <a:chOff x="1314450" y="6391094"/>
              <a:chExt cx="1123377" cy="420623"/>
            </a:xfrm>
          </p:grpSpPr>
          <p:sp>
            <p:nvSpPr>
              <p:cNvPr id="9" name="Freeform: Shape 8">
                <a:extLst>
                  <a:ext uri="{FF2B5EF4-FFF2-40B4-BE49-F238E27FC236}">
                    <a16:creationId xmlns:a16="http://schemas.microsoft.com/office/drawing/2014/main" id="{0AC5EDAF-1FA5-4CEA-99CA-7D0E1F5DDF81}"/>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sp>
            <p:nvSpPr>
              <p:cNvPr id="10" name="Freeform: Shape 9">
                <a:extLst>
                  <a:ext uri="{FF2B5EF4-FFF2-40B4-BE49-F238E27FC236}">
                    <a16:creationId xmlns:a16="http://schemas.microsoft.com/office/drawing/2014/main" id="{5731A324-874D-4D3D-95F1-8AE3303E2272}"/>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sp>
            <p:nvSpPr>
              <p:cNvPr id="11" name="Freeform: Shape 10">
                <a:extLst>
                  <a:ext uri="{FF2B5EF4-FFF2-40B4-BE49-F238E27FC236}">
                    <a16:creationId xmlns:a16="http://schemas.microsoft.com/office/drawing/2014/main" id="{934E3A93-BFC9-49AD-8CF7-7EDF2A13157E}"/>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sp>
            <p:nvSpPr>
              <p:cNvPr id="12" name="Freeform: Shape 11">
                <a:extLst>
                  <a:ext uri="{FF2B5EF4-FFF2-40B4-BE49-F238E27FC236}">
                    <a16:creationId xmlns:a16="http://schemas.microsoft.com/office/drawing/2014/main" id="{839DD8F2-C56B-454C-9A84-A663F83DB6CE}"/>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grpSp>
        <p:sp>
          <p:nvSpPr>
            <p:cNvPr id="15" name="Rectangle 14">
              <a:extLst>
                <a:ext uri="{FF2B5EF4-FFF2-40B4-BE49-F238E27FC236}">
                  <a16:creationId xmlns:a16="http://schemas.microsoft.com/office/drawing/2014/main" id="{EC1BCBB2-B699-44A9-B291-3CCD0D0E00F2}"/>
                </a:ext>
              </a:extLst>
            </p:cNvPr>
            <p:cNvSpPr/>
            <p:nvPr userDrawn="1"/>
          </p:nvSpPr>
          <p:spPr>
            <a:xfrm>
              <a:off x="860457" y="4951823"/>
              <a:ext cx="158111" cy="158111"/>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6" name="Rectangle 15">
              <a:extLst>
                <a:ext uri="{FF2B5EF4-FFF2-40B4-BE49-F238E27FC236}">
                  <a16:creationId xmlns:a16="http://schemas.microsoft.com/office/drawing/2014/main" id="{73D17A91-F49E-45DE-835E-543E5DCD8458}"/>
                </a:ext>
              </a:extLst>
            </p:cNvPr>
            <p:cNvSpPr/>
            <p:nvPr userDrawn="1"/>
          </p:nvSpPr>
          <p:spPr>
            <a:xfrm>
              <a:off x="573803" y="5104242"/>
              <a:ext cx="286654" cy="286654"/>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7" name="Rectangle 16">
              <a:extLst>
                <a:ext uri="{FF2B5EF4-FFF2-40B4-BE49-F238E27FC236}">
                  <a16:creationId xmlns:a16="http://schemas.microsoft.com/office/drawing/2014/main" id="{77E01F40-8D2A-43E6-B578-00B92049883B}"/>
                </a:ext>
              </a:extLst>
            </p:cNvPr>
            <p:cNvSpPr/>
            <p:nvPr userDrawn="1"/>
          </p:nvSpPr>
          <p:spPr>
            <a:xfrm>
              <a:off x="861107" y="5390896"/>
              <a:ext cx="610214" cy="610214"/>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1543438" y="944163"/>
            <a:ext cx="9810362" cy="627700"/>
          </a:xfrm>
        </p:spPr>
        <p:txBody>
          <a:bodyPr anchor="b" anchorCtr="0">
            <a:normAutofit/>
          </a:bodyPr>
          <a:lstStyle>
            <a:lvl1pPr marL="0" indent="0">
              <a:buFontTx/>
              <a:buNone/>
              <a:defRPr sz="1600">
                <a:solidFill>
                  <a:schemeClr val="accent2"/>
                </a:solidFill>
                <a:latin typeface="IntelOne Text" panose="020B0503020203020204" pitchFamily="34" charset="77"/>
              </a:defRPr>
            </a:lvl1pPr>
          </a:lstStyle>
          <a:p>
            <a:pPr lvl="0"/>
            <a:r>
              <a:rPr lang="en-US" dirty="0"/>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6" y="1635111"/>
            <a:ext cx="9789007" cy="1874852"/>
          </a:xfrm>
        </p:spPr>
        <p:txBody>
          <a:bodyPr anchor="b"/>
          <a:lstStyle>
            <a:lvl1pPr algn="l">
              <a:defRPr sz="6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6" y="3602038"/>
            <a:ext cx="9789007"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57068269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userDrawn="1">
  <p:cSld name="Title Slide White">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6D8E5A8-9477-47F6-9CA7-9A7DC46705CE}"/>
              </a:ext>
              <a:ext uri="{C183D7F6-B498-43B3-948B-1728B52AA6E4}">
                <adec:decorative xmlns:adec="http://schemas.microsoft.com/office/drawing/2017/decorative" val="1"/>
              </a:ext>
            </a:extLst>
          </p:cNvPr>
          <p:cNvGrpSpPr/>
          <p:nvPr userDrawn="1"/>
        </p:nvGrpSpPr>
        <p:grpSpPr>
          <a:xfrm>
            <a:off x="573803" y="0"/>
            <a:ext cx="4325371" cy="6377476"/>
            <a:chOff x="573803" y="0"/>
            <a:chExt cx="4325371" cy="6377476"/>
          </a:xfrm>
        </p:grpSpPr>
        <p:sp>
          <p:nvSpPr>
            <p:cNvPr id="7" name="Rectangle 6">
              <a:extLst>
                <a:ext uri="{FF2B5EF4-FFF2-40B4-BE49-F238E27FC236}">
                  <a16:creationId xmlns:a16="http://schemas.microsoft.com/office/drawing/2014/main" id="{EF200040-B841-47B7-8555-E0299CDC24FA}"/>
                </a:ext>
              </a:extLst>
            </p:cNvPr>
            <p:cNvSpPr/>
            <p:nvPr userDrawn="1"/>
          </p:nvSpPr>
          <p:spPr>
            <a:xfrm>
              <a:off x="1468406" y="0"/>
              <a:ext cx="3430768" cy="539087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8" name="Rectangle 17">
              <a:extLst>
                <a:ext uri="{FF2B5EF4-FFF2-40B4-BE49-F238E27FC236}">
                  <a16:creationId xmlns:a16="http://schemas.microsoft.com/office/drawing/2014/main" id="{A24C56C1-BF0A-4234-81F8-D2B769834C58}"/>
                </a:ext>
              </a:extLst>
            </p:cNvPr>
            <p:cNvSpPr/>
            <p:nvPr userDrawn="1"/>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9" name="Rectangle 18">
              <a:extLst>
                <a:ext uri="{FF2B5EF4-FFF2-40B4-BE49-F238E27FC236}">
                  <a16:creationId xmlns:a16="http://schemas.microsoft.com/office/drawing/2014/main" id="{657C8AC4-A26E-48AF-9B2F-93A0F02E758D}"/>
                </a:ext>
              </a:extLst>
            </p:cNvPr>
            <p:cNvSpPr/>
            <p:nvPr userDrawn="1"/>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0" name="Rectangle 19">
              <a:extLst>
                <a:ext uri="{FF2B5EF4-FFF2-40B4-BE49-F238E27FC236}">
                  <a16:creationId xmlns:a16="http://schemas.microsoft.com/office/drawing/2014/main" id="{6D5060BD-E2D2-44BB-ADFB-2B20CEB8775D}"/>
                </a:ext>
              </a:extLst>
            </p:cNvPr>
            <p:cNvSpPr/>
            <p:nvPr userDrawn="1"/>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pic>
          <p:nvPicPr>
            <p:cNvPr id="21" name="Graphic 20">
              <a:extLst>
                <a:ext uri="{FF2B5EF4-FFF2-40B4-BE49-F238E27FC236}">
                  <a16:creationId xmlns:a16="http://schemas.microsoft.com/office/drawing/2014/main" id="{5A184651-D34A-4937-8369-48ADD8E89C0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6513" y="5992753"/>
              <a:ext cx="1031758" cy="384723"/>
            </a:xfrm>
            <a:prstGeom prst="rect">
              <a:avLst/>
            </a:prstGeom>
          </p:spPr>
        </p:pic>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1543438" y="944163"/>
            <a:ext cx="9810362" cy="627700"/>
          </a:xfrm>
        </p:spPr>
        <p:txBody>
          <a:bodyPr anchor="b" anchorCtr="0">
            <a:normAutofit/>
          </a:bodyPr>
          <a:lstStyle>
            <a:lvl1pPr marL="0" indent="0">
              <a:buFontTx/>
              <a:buNone/>
              <a:defRPr sz="1600">
                <a:solidFill>
                  <a:schemeClr val="accent1"/>
                </a:solidFill>
                <a:latin typeface="IntelOne Text" panose="020B0503020203020204" pitchFamily="34" charset="77"/>
              </a:defRPr>
            </a:lvl1pPr>
          </a:lstStyle>
          <a:p>
            <a:pPr lvl="0"/>
            <a:r>
              <a:rPr lang="en-US" dirty="0"/>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6" y="1635111"/>
            <a:ext cx="9789007" cy="1874852"/>
          </a:xfrm>
        </p:spPr>
        <p:txBody>
          <a:bodyPr anchor="b"/>
          <a:lstStyle>
            <a:lvl1pPr algn="l">
              <a:defRPr sz="60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6" y="3602038"/>
            <a:ext cx="9789007" cy="1655762"/>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40290341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221694"/>
            <a:ext cx="10972800" cy="1199822"/>
          </a:xfrm>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p:nvPr>
        </p:nvSpPr>
        <p:spPr>
          <a:xfrm>
            <a:off x="381000" y="1487056"/>
            <a:ext cx="10972800" cy="46899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05435129"/>
      </p:ext>
    </p:extLst>
  </p:cSld>
  <p:clrMapOvr>
    <a:masterClrMapping/>
  </p:clrMapOvr>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Title, Sub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221694"/>
            <a:ext cx="10972800" cy="1199822"/>
          </a:xfrm>
        </p:spPr>
        <p:txBody>
          <a:bodyPr>
            <a:normAutofit/>
          </a:bodyPr>
          <a:lstStyle>
            <a:lvl1pPr>
              <a:defRPr sz="3600"/>
            </a:lvl1pPr>
          </a:lstStyle>
          <a:p>
            <a:r>
              <a:rPr lang="en-US" dirty="0"/>
              <a:t>Click to edit Master title style</a:t>
            </a:r>
          </a:p>
        </p:txBody>
      </p:sp>
      <p:sp>
        <p:nvSpPr>
          <p:cNvPr id="5" name="Text Placeholder 4">
            <a:extLst>
              <a:ext uri="{FF2B5EF4-FFF2-40B4-BE49-F238E27FC236}">
                <a16:creationId xmlns:a16="http://schemas.microsoft.com/office/drawing/2014/main" id="{22C827E3-834F-40BA-9518-B0648BD536F2}"/>
              </a:ext>
            </a:extLst>
          </p:cNvPr>
          <p:cNvSpPr>
            <a:spLocks noGrp="1"/>
          </p:cNvSpPr>
          <p:nvPr>
            <p:ph type="body" sz="quarter" idx="10"/>
          </p:nvPr>
        </p:nvSpPr>
        <p:spPr>
          <a:xfrm>
            <a:off x="381000" y="1494289"/>
            <a:ext cx="10972800" cy="525462"/>
          </a:xfrm>
        </p:spPr>
        <p:txBody>
          <a:bodyPr>
            <a:noAutofit/>
          </a:bodyPr>
          <a:lstStyle>
            <a:lvl1pPr marL="0" indent="0">
              <a:buFontTx/>
              <a:buNone/>
              <a:defRPr sz="3200" b="0" i="0">
                <a:solidFill>
                  <a:schemeClr val="accent1"/>
                </a:solidFill>
                <a:latin typeface="IntelOne Text" panose="020B0503020203020204" pitchFamily="34" charset="77"/>
              </a:defRPr>
            </a:lvl1pPr>
          </a:lstStyle>
          <a:p>
            <a:pPr lvl="0"/>
            <a:r>
              <a:rPr lang="en-US" dirty="0"/>
              <a:t>Click to edit Master text styles</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p:nvPr>
        </p:nvSpPr>
        <p:spPr>
          <a:xfrm>
            <a:off x="381000" y="2110067"/>
            <a:ext cx="10972800" cy="408425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21760343"/>
      </p:ext>
    </p:extLst>
  </p:cSld>
  <p:clrMapOvr>
    <a:masterClrMapping/>
  </p:clrMapOvr>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1496292"/>
            <a:ext cx="5429865" cy="46866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p:nvPr>
        </p:nvSpPr>
        <p:spPr>
          <a:xfrm>
            <a:off x="5923935" y="1496292"/>
            <a:ext cx="5429865" cy="46866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4551312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Quot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p:txBody>
          <a:bodyPr/>
          <a:lstStyle/>
          <a:p>
            <a:r>
              <a:rPr lang="en-US" dirty="0"/>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1441833"/>
            <a:ext cx="10972800" cy="4241800"/>
          </a:xfrm>
        </p:spPr>
        <p:txBody>
          <a:bodyPr>
            <a:normAutofit/>
          </a:bodyPr>
          <a:lstStyle>
            <a:lvl1pPr marL="0" indent="0">
              <a:buNone/>
              <a:defRPr sz="6000" b="0" i="0">
                <a:solidFill>
                  <a:schemeClr val="accent1"/>
                </a:solidFill>
                <a:latin typeface="IntelOne Display Regular" panose="020B0503020203020204" pitchFamily="34" charset="77"/>
              </a:defRPr>
            </a:lvl1pPr>
          </a:lstStyle>
          <a:p>
            <a:pPr lvl="0"/>
            <a:r>
              <a:rPr lang="en-US" dirty="0"/>
              <a:t>Click to edit Master text styles</a:t>
            </a:r>
          </a:p>
        </p:txBody>
      </p:sp>
      <p:sp>
        <p:nvSpPr>
          <p:cNvPr id="6" name="Text Placeholder 5">
            <a:extLst>
              <a:ext uri="{FF2B5EF4-FFF2-40B4-BE49-F238E27FC236}">
                <a16:creationId xmlns:a16="http://schemas.microsoft.com/office/drawing/2014/main" id="{874C57F0-3964-4184-8486-C7C3D87AEA3B}"/>
              </a:ext>
            </a:extLst>
          </p:cNvPr>
          <p:cNvSpPr>
            <a:spLocks noGrp="1"/>
          </p:cNvSpPr>
          <p:nvPr>
            <p:ph type="body" sz="quarter" idx="11"/>
          </p:nvPr>
        </p:nvSpPr>
        <p:spPr>
          <a:xfrm>
            <a:off x="381000" y="5757203"/>
            <a:ext cx="10972800" cy="501650"/>
          </a:xfrm>
        </p:spPr>
        <p:txBody>
          <a:bodyPr/>
          <a:lstStyle>
            <a:lvl1pPr marL="0" indent="0">
              <a:buNone/>
              <a:defRPr>
                <a:solidFill>
                  <a:schemeClr val="tx2"/>
                </a:solidFill>
                <a:latin typeface="IntelOne Text" panose="020B0503020203020204" pitchFamily="34" charset="77"/>
              </a:defRPr>
            </a:lvl1pPr>
          </a:lstStyle>
          <a:p>
            <a:pPr lvl="0"/>
            <a:r>
              <a:rPr lang="en-US" dirty="0"/>
              <a:t>Click to edit Master text styles</a:t>
            </a:r>
          </a:p>
        </p:txBody>
      </p:sp>
    </p:spTree>
    <p:extLst>
      <p:ext uri="{BB962C8B-B14F-4D97-AF65-F5344CB8AC3E}">
        <p14:creationId xmlns:p14="http://schemas.microsoft.com/office/powerpoint/2010/main" val="122653022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userDrawn="1">
  <p:cSld name="Quot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1441833"/>
            <a:ext cx="10972800" cy="4241800"/>
          </a:xfrm>
        </p:spPr>
        <p:txBody>
          <a:bodyPr>
            <a:normAutofit/>
          </a:bodyPr>
          <a:lstStyle>
            <a:lvl1pPr marL="0" indent="0">
              <a:buNone/>
              <a:defRPr sz="6000" b="0" i="0">
                <a:solidFill>
                  <a:schemeClr val="bg1"/>
                </a:solidFill>
                <a:latin typeface="IntelOne Display Regular" panose="020B0503020203020204" pitchFamily="34" charset="77"/>
              </a:defRPr>
            </a:lvl1pPr>
          </a:lstStyle>
          <a:p>
            <a:pPr lvl="0"/>
            <a:r>
              <a:rPr lang="en-US" dirty="0"/>
              <a:t>Click to edit Master text styles</a:t>
            </a:r>
          </a:p>
        </p:txBody>
      </p:sp>
      <p:sp>
        <p:nvSpPr>
          <p:cNvPr id="6" name="Text Placeholder 5">
            <a:extLst>
              <a:ext uri="{FF2B5EF4-FFF2-40B4-BE49-F238E27FC236}">
                <a16:creationId xmlns:a16="http://schemas.microsoft.com/office/drawing/2014/main" id="{874C57F0-3964-4184-8486-C7C3D87AEA3B}"/>
              </a:ext>
            </a:extLst>
          </p:cNvPr>
          <p:cNvSpPr>
            <a:spLocks noGrp="1"/>
          </p:cNvSpPr>
          <p:nvPr>
            <p:ph type="body" sz="quarter" idx="11"/>
          </p:nvPr>
        </p:nvSpPr>
        <p:spPr>
          <a:xfrm>
            <a:off x="381000" y="5757203"/>
            <a:ext cx="10972800" cy="501650"/>
          </a:xfrm>
        </p:spPr>
        <p:txBody>
          <a:bodyPr/>
          <a:lstStyle>
            <a:lvl1pPr marL="0" indent="0">
              <a:buNone/>
              <a:defRPr>
                <a:solidFill>
                  <a:schemeClr val="accent2"/>
                </a:solidFill>
                <a:latin typeface="IntelOne Text" panose="020B0503020203020204" pitchFamily="34" charset="77"/>
              </a:defRPr>
            </a:lvl1pPr>
          </a:lstStyle>
          <a:p>
            <a:pPr lvl="0"/>
            <a:r>
              <a:rPr lang="en-US" dirty="0"/>
              <a:t>Click to edit Master text styles</a:t>
            </a:r>
          </a:p>
        </p:txBody>
      </p:sp>
      <p:sp>
        <p:nvSpPr>
          <p:cNvPr id="5" name="Rectangle 4">
            <a:extLst>
              <a:ext uri="{FF2B5EF4-FFF2-40B4-BE49-F238E27FC236}">
                <a16:creationId xmlns:a16="http://schemas.microsoft.com/office/drawing/2014/main" id="{A43DA6DA-63DC-460A-B2F4-6584E4114B06}"/>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pic>
        <p:nvPicPr>
          <p:cNvPr id="7" name="Graphic 6">
            <a:extLst>
              <a:ext uri="{FF2B5EF4-FFF2-40B4-BE49-F238E27FC236}">
                <a16:creationId xmlns:a16="http://schemas.microsoft.com/office/drawing/2014/main" id="{EF26FFBC-3F56-4549-828C-9A20F03B19B1}"/>
              </a:ext>
              <a:ext uri="{C183D7F6-B498-43B3-948B-1728B52AA6E4}">
                <adec:decorative xmlns:adec="http://schemas.microsoft.com/office/drawing/2017/decorative" val="1"/>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8" name="Rectangle 7">
            <a:extLst>
              <a:ext uri="{FF2B5EF4-FFF2-40B4-BE49-F238E27FC236}">
                <a16:creationId xmlns:a16="http://schemas.microsoft.com/office/drawing/2014/main" id="{1EBB8918-321F-4814-85AD-F9F7A8C67AEF}"/>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7DFBDE8F-8844-4DFF-BA21-35B58CB1D8AF}"/>
              </a:ext>
              <a:ext uri="{C183D7F6-B498-43B3-948B-1728B52AA6E4}">
                <adec:decorative xmlns:adec="http://schemas.microsoft.com/office/drawing/2017/decorative" val="1"/>
              </a:ext>
            </a:extLst>
          </p:cNvPr>
          <p:cNvSpPr/>
          <p:nvPr userDrawn="1"/>
        </p:nvSpPr>
        <p:spPr>
          <a:xfrm>
            <a:off x="5537995" y="6510549"/>
            <a:ext cx="1116010" cy="246221"/>
          </a:xfrm>
          <a:prstGeom prst="rect">
            <a:avLst/>
          </a:prstGeom>
        </p:spPr>
        <p:txBody>
          <a:bodyPr wrap="none">
            <a:spAutoFit/>
          </a:bodyPr>
          <a:lstStyle/>
          <a:p>
            <a:pPr algn="ctr"/>
            <a:r>
              <a:rPr lang="en-US" sz="1000" dirty="0">
                <a:solidFill>
                  <a:schemeClr val="bg1"/>
                </a:solidFill>
                <a:ea typeface="Intel Clear" panose="020B0604020203020204" pitchFamily="34" charset="0"/>
                <a:cs typeface="Times New Roman" panose="02020603050405020304" pitchFamily="18" charset="0"/>
              </a:rPr>
              <a:t>Intel Confidential</a:t>
            </a:r>
          </a:p>
        </p:txBody>
      </p:sp>
      <p:sp>
        <p:nvSpPr>
          <p:cNvPr id="10" name="Rectangle 9">
            <a:extLst>
              <a:ext uri="{FF2B5EF4-FFF2-40B4-BE49-F238E27FC236}">
                <a16:creationId xmlns:a16="http://schemas.microsoft.com/office/drawing/2014/main" id="{D575CFAC-8A95-416C-AF0A-BE82C31DD56A}"/>
              </a:ext>
              <a:ext uri="{C183D7F6-B498-43B3-948B-1728B52AA6E4}">
                <adec:decorative xmlns:adec="http://schemas.microsoft.com/office/drawing/2017/decorative" val="1"/>
              </a:ext>
            </a:extLst>
          </p:cNvPr>
          <p:cNvSpPr/>
          <p:nvPr userDrawn="1"/>
        </p:nvSpPr>
        <p:spPr>
          <a:xfrm>
            <a:off x="286365" y="6510549"/>
            <a:ext cx="1701107" cy="246221"/>
          </a:xfrm>
          <a:prstGeom prst="rect">
            <a:avLst/>
          </a:prstGeom>
        </p:spPr>
        <p:txBody>
          <a:bodyPr wrap="none">
            <a:spAutoFit/>
          </a:bodyPr>
          <a:lstStyle/>
          <a:p>
            <a:pPr algn="l"/>
            <a:r>
              <a:rPr lang="en-US" sz="1000" dirty="0">
                <a:solidFill>
                  <a:schemeClr val="bg1"/>
                </a:solidFill>
                <a:ea typeface="Intel Clear" panose="020B0604020203020204" pitchFamily="34" charset="0"/>
                <a:cs typeface="Times New Roman" panose="02020603050405020304" pitchFamily="18" charset="0"/>
              </a:rPr>
              <a:t>Department or Event Name</a:t>
            </a:r>
          </a:p>
        </p:txBody>
      </p:sp>
      <p:sp>
        <p:nvSpPr>
          <p:cNvPr id="11" name="TextBox 10">
            <a:extLst>
              <a:ext uri="{FF2B5EF4-FFF2-40B4-BE49-F238E27FC236}">
                <a16:creationId xmlns:a16="http://schemas.microsoft.com/office/drawing/2014/main" id="{201852F3-59BE-4CC1-B2BF-0FAA22504E8B}"/>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141627392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Segu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381000" y="2229178"/>
            <a:ext cx="10972800" cy="1199822"/>
          </a:xfrm>
        </p:spPr>
        <p:txBody>
          <a:bodyPr anchor="b" anchorCtr="0">
            <a:normAutofit/>
          </a:bodyPr>
          <a:lstStyle>
            <a:lvl1pPr>
              <a:defRPr sz="4800"/>
            </a:lvl1pPr>
          </a:lstStyle>
          <a:p>
            <a:r>
              <a:rPr lang="en-US" dirty="0"/>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3449317"/>
            <a:ext cx="10972800" cy="681935"/>
          </a:xfrm>
        </p:spPr>
        <p:txBody>
          <a:bodyPr>
            <a:normAutofit/>
          </a:bodyPr>
          <a:lstStyle>
            <a:lvl1pPr marL="0" indent="0">
              <a:buNone/>
              <a:defRPr sz="2800">
                <a:solidFill>
                  <a:schemeClr val="accent1"/>
                </a:solidFill>
                <a:latin typeface="IntelOne Text" panose="020B0503020203020204" pitchFamily="34" charset="77"/>
              </a:defRPr>
            </a:lvl1pPr>
          </a:lstStyle>
          <a:p>
            <a:pPr lvl="0"/>
            <a:r>
              <a:rPr lang="en-US" dirty="0"/>
              <a:t>Click to edit Master text styles</a:t>
            </a:r>
          </a:p>
        </p:txBody>
      </p:sp>
    </p:spTree>
    <p:extLst>
      <p:ext uri="{BB962C8B-B14F-4D97-AF65-F5344CB8AC3E}">
        <p14:creationId xmlns:p14="http://schemas.microsoft.com/office/powerpoint/2010/main" val="249002408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userDrawn="1">
  <p:cSld name="Segu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381000" y="2229178"/>
            <a:ext cx="10972800" cy="1199822"/>
          </a:xfrm>
        </p:spPr>
        <p:txBody>
          <a:bodyPr anchor="b" anchorCtr="0">
            <a:normAutofit/>
          </a:bodyPr>
          <a:lstStyle>
            <a:lvl1pPr>
              <a:defRPr sz="4800">
                <a:solidFill>
                  <a:schemeClr val="bg1"/>
                </a:solidFill>
              </a:defRPr>
            </a:lvl1pPr>
          </a:lstStyle>
          <a:p>
            <a:r>
              <a:rPr lang="en-US" dirty="0"/>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3449317"/>
            <a:ext cx="10972800" cy="681935"/>
          </a:xfrm>
        </p:spPr>
        <p:txBody>
          <a:bodyPr>
            <a:normAutofit/>
          </a:bodyPr>
          <a:lstStyle>
            <a:lvl1pPr marL="0" indent="0">
              <a:buNone/>
              <a:defRPr sz="2800">
                <a:solidFill>
                  <a:schemeClr val="accent2"/>
                </a:solidFill>
                <a:latin typeface="IntelOne Text" panose="020B0503020203020204" pitchFamily="34" charset="77"/>
              </a:defRPr>
            </a:lvl1pPr>
          </a:lstStyle>
          <a:p>
            <a:pPr lvl="0"/>
            <a:r>
              <a:rPr lang="en-US" dirty="0"/>
              <a:t>Click to edit Master text styles</a:t>
            </a:r>
          </a:p>
        </p:txBody>
      </p:sp>
      <p:sp>
        <p:nvSpPr>
          <p:cNvPr id="5" name="Rectangle 4">
            <a:extLst>
              <a:ext uri="{FF2B5EF4-FFF2-40B4-BE49-F238E27FC236}">
                <a16:creationId xmlns:a16="http://schemas.microsoft.com/office/drawing/2014/main" id="{3CEB7CF4-6E59-4F58-B339-D2AEFB0D202B}"/>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pic>
        <p:nvPicPr>
          <p:cNvPr id="6" name="Graphic 5">
            <a:extLst>
              <a:ext uri="{FF2B5EF4-FFF2-40B4-BE49-F238E27FC236}">
                <a16:creationId xmlns:a16="http://schemas.microsoft.com/office/drawing/2014/main" id="{42F87E56-D20F-4261-BEAD-AB9B17E14FC2}"/>
              </a:ext>
              <a:ext uri="{C183D7F6-B498-43B3-948B-1728B52AA6E4}">
                <adec:decorative xmlns:adec="http://schemas.microsoft.com/office/drawing/2017/decorative" val="1"/>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7" name="Rectangle 6">
            <a:extLst>
              <a:ext uri="{FF2B5EF4-FFF2-40B4-BE49-F238E27FC236}">
                <a16:creationId xmlns:a16="http://schemas.microsoft.com/office/drawing/2014/main" id="{55FB7B45-0229-4BD9-84EB-963DE20FBDD7}"/>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8" name="Rectangle 7">
            <a:extLst>
              <a:ext uri="{FF2B5EF4-FFF2-40B4-BE49-F238E27FC236}">
                <a16:creationId xmlns:a16="http://schemas.microsoft.com/office/drawing/2014/main" id="{BF1CF056-9D11-4F80-AB2B-5694DFB8A527}"/>
              </a:ext>
              <a:ext uri="{C183D7F6-B498-43B3-948B-1728B52AA6E4}">
                <adec:decorative xmlns:adec="http://schemas.microsoft.com/office/drawing/2017/decorative" val="1"/>
              </a:ext>
            </a:extLst>
          </p:cNvPr>
          <p:cNvSpPr/>
          <p:nvPr userDrawn="1"/>
        </p:nvSpPr>
        <p:spPr>
          <a:xfrm>
            <a:off x="5537995" y="6510549"/>
            <a:ext cx="1116010" cy="246221"/>
          </a:xfrm>
          <a:prstGeom prst="rect">
            <a:avLst/>
          </a:prstGeom>
        </p:spPr>
        <p:txBody>
          <a:bodyPr wrap="none">
            <a:spAutoFit/>
          </a:bodyPr>
          <a:lstStyle/>
          <a:p>
            <a:pPr algn="ctr"/>
            <a:r>
              <a:rPr lang="en-US" sz="1000" dirty="0">
                <a:solidFill>
                  <a:schemeClr val="bg1"/>
                </a:solidFill>
                <a:ea typeface="Intel Clear" panose="020B0604020203020204" pitchFamily="34" charset="0"/>
                <a:cs typeface="Times New Roman" panose="02020603050405020304" pitchFamily="18" charset="0"/>
              </a:rPr>
              <a:t>Intel Confidential</a:t>
            </a:r>
          </a:p>
        </p:txBody>
      </p:sp>
      <p:sp>
        <p:nvSpPr>
          <p:cNvPr id="9" name="Rectangle 8">
            <a:extLst>
              <a:ext uri="{FF2B5EF4-FFF2-40B4-BE49-F238E27FC236}">
                <a16:creationId xmlns:a16="http://schemas.microsoft.com/office/drawing/2014/main" id="{9FD4934B-0E18-43C3-ABD3-375F5EB746E2}"/>
              </a:ext>
              <a:ext uri="{C183D7F6-B498-43B3-948B-1728B52AA6E4}">
                <adec:decorative xmlns:adec="http://schemas.microsoft.com/office/drawing/2017/decorative" val="1"/>
              </a:ext>
            </a:extLst>
          </p:cNvPr>
          <p:cNvSpPr/>
          <p:nvPr userDrawn="1"/>
        </p:nvSpPr>
        <p:spPr>
          <a:xfrm>
            <a:off x="286365" y="6510549"/>
            <a:ext cx="1701107" cy="246221"/>
          </a:xfrm>
          <a:prstGeom prst="rect">
            <a:avLst/>
          </a:prstGeom>
        </p:spPr>
        <p:txBody>
          <a:bodyPr wrap="none">
            <a:spAutoFit/>
          </a:bodyPr>
          <a:lstStyle/>
          <a:p>
            <a:pPr algn="l"/>
            <a:r>
              <a:rPr lang="en-US" sz="1000" dirty="0">
                <a:solidFill>
                  <a:schemeClr val="bg1"/>
                </a:solidFill>
                <a:ea typeface="Intel Clear" panose="020B0604020203020204" pitchFamily="34" charset="0"/>
                <a:cs typeface="Times New Roman" panose="02020603050405020304" pitchFamily="18" charset="0"/>
              </a:rPr>
              <a:t>Department or Event Name</a:t>
            </a:r>
          </a:p>
        </p:txBody>
      </p:sp>
      <p:sp>
        <p:nvSpPr>
          <p:cNvPr id="10" name="TextBox 9">
            <a:extLst>
              <a:ext uri="{FF2B5EF4-FFF2-40B4-BE49-F238E27FC236}">
                <a16:creationId xmlns:a16="http://schemas.microsoft.com/office/drawing/2014/main" id="{B33A9EF0-587D-4D66-AF71-B360DB9198E7}"/>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204364290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Title and Content Whit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925220" y="2614497"/>
            <a:ext cx="4838270" cy="1782383"/>
          </a:xfrm>
        </p:spPr>
        <p:txBody>
          <a:bodyPr anchor="t" anchorCtr="0">
            <a:normAutofit/>
          </a:bodyPr>
          <a:lstStyle>
            <a:lvl1pPr>
              <a:defRPr sz="4800">
                <a:solidFill>
                  <a:schemeClr val="tx1"/>
                </a:solidFill>
              </a:defRPr>
            </a:lvl1pPr>
          </a:lstStyle>
          <a:p>
            <a:r>
              <a:rPr lang="en-US" dirty="0"/>
              <a:t>Click to edit Master title style</a:t>
            </a:r>
          </a:p>
        </p:txBody>
      </p:sp>
      <p:sp>
        <p:nvSpPr>
          <p:cNvPr id="17" name="Rectangle 16">
            <a:extLst>
              <a:ext uri="{FF2B5EF4-FFF2-40B4-BE49-F238E27FC236}">
                <a16:creationId xmlns:a16="http://schemas.microsoft.com/office/drawing/2014/main" id="{E32B7E3E-B537-4EE3-BA97-B90982F6C31B}"/>
              </a:ext>
            </a:extLst>
          </p:cNvPr>
          <p:cNvSpPr/>
          <p:nvPr userDrawn="1"/>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userDrawn="1"/>
        </p:nvSpPr>
        <p:spPr>
          <a:xfrm>
            <a:off x="5867399" y="402558"/>
            <a:ext cx="5874297" cy="600347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6087623" y="546389"/>
            <a:ext cx="5433848" cy="1118706"/>
          </a:xfrm>
        </p:spPr>
        <p:txBody>
          <a:bodyPr anchor="ctr" anchorCtr="0">
            <a:noAutofit/>
          </a:bodyPr>
          <a:lstStyle>
            <a:lvl1pPr marL="0" indent="0">
              <a:buNone/>
              <a:defRPr sz="3200">
                <a:solidFill>
                  <a:schemeClr val="tx1"/>
                </a:solidFill>
              </a:defRPr>
            </a:lvl1pPr>
          </a:lstStyle>
          <a:p>
            <a:pPr lvl="0"/>
            <a:r>
              <a:rPr lang="en-US" dirty="0"/>
              <a:t>Click to edit Master text styles</a:t>
            </a:r>
          </a:p>
        </p:txBody>
      </p:sp>
      <p:grpSp>
        <p:nvGrpSpPr>
          <p:cNvPr id="3" name="Group 2">
            <a:extLst>
              <a:ext uri="{FF2B5EF4-FFF2-40B4-BE49-F238E27FC236}">
                <a16:creationId xmlns:a16="http://schemas.microsoft.com/office/drawing/2014/main" id="{3506BD04-B5E7-422F-B321-54907EFDFDD8}"/>
              </a:ext>
              <a:ext uri="{C183D7F6-B498-43B3-948B-1728B52AA6E4}">
                <adec:decorative xmlns:adec="http://schemas.microsoft.com/office/drawing/2017/decorative" val="1"/>
              </a:ext>
            </a:extLst>
          </p:cNvPr>
          <p:cNvGrpSpPr/>
          <p:nvPr userDrawn="1"/>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userDrawn="1"/>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userDrawn="1"/>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userDrawn="1"/>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p:nvPr>
        </p:nvSpPr>
        <p:spPr>
          <a:xfrm>
            <a:off x="6087623" y="1813801"/>
            <a:ext cx="5433848" cy="437679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Box 17">
            <a:extLst>
              <a:ext uri="{FF2B5EF4-FFF2-40B4-BE49-F238E27FC236}">
                <a16:creationId xmlns:a16="http://schemas.microsoft.com/office/drawing/2014/main" id="{E175E17D-D74E-461D-9994-21701E9CF3FE}"/>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128261233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Title and Content Blue B">
    <p:bg>
      <p:bgPr>
        <a:solidFill>
          <a:schemeClr val="tx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C841197-2CF0-45F0-8F2A-7933BBBCA6C7}"/>
              </a:ext>
              <a:ext uri="{C183D7F6-B498-43B3-948B-1728B52AA6E4}">
                <adec:decorative xmlns:adec="http://schemas.microsoft.com/office/drawing/2017/decorative" val="1"/>
              </a:ext>
            </a:extLst>
          </p:cNvPr>
          <p:cNvSpPr/>
          <p:nvPr userDrawn="1"/>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userDrawn="1"/>
        </p:nvSpPr>
        <p:spPr>
          <a:xfrm>
            <a:off x="5867399" y="402558"/>
            <a:ext cx="5874297" cy="600347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925220" y="2614497"/>
            <a:ext cx="4838270" cy="1782383"/>
          </a:xfrm>
        </p:spPr>
        <p:txBody>
          <a:bodyPr anchor="t" anchorCtr="0">
            <a:normAutofit/>
          </a:bodyPr>
          <a:lstStyle>
            <a:lvl1pPr>
              <a:defRPr sz="4800">
                <a:solidFill>
                  <a:schemeClr val="bg1"/>
                </a:solidFill>
              </a:defRPr>
            </a:lvl1pPr>
          </a:lstStyle>
          <a:p>
            <a:r>
              <a:rPr lang="en-US" dirty="0"/>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6087623" y="546389"/>
            <a:ext cx="5433848" cy="1118706"/>
          </a:xfrm>
        </p:spPr>
        <p:txBody>
          <a:bodyPr anchor="ctr" anchorCtr="0">
            <a:noAutofit/>
          </a:bodyPr>
          <a:lstStyle>
            <a:lvl1pPr marL="0" indent="0">
              <a:buNone/>
              <a:defRPr sz="3200">
                <a:solidFill>
                  <a:schemeClr val="bg1"/>
                </a:solidFill>
              </a:defRPr>
            </a:lvl1pPr>
          </a:lstStyle>
          <a:p>
            <a:pPr lvl="0"/>
            <a:r>
              <a:rPr lang="en-US" dirty="0"/>
              <a:t>Click to edit Master text styles</a:t>
            </a:r>
          </a:p>
        </p:txBody>
      </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p:nvPr>
        </p:nvSpPr>
        <p:spPr>
          <a:xfrm>
            <a:off x="6087623" y="1813801"/>
            <a:ext cx="5433848" cy="437679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Graphic 5">
            <a:extLst>
              <a:ext uri="{FF2B5EF4-FFF2-40B4-BE49-F238E27FC236}">
                <a16:creationId xmlns:a16="http://schemas.microsoft.com/office/drawing/2014/main" id="{42F87E56-D20F-4261-BEAD-AB9B17E14FC2}"/>
              </a:ext>
              <a:ext uri="{C183D7F6-B498-43B3-948B-1728B52AA6E4}">
                <adec:decorative xmlns:adec="http://schemas.microsoft.com/office/drawing/2017/decorative" val="1"/>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8" name="Rectangle 7">
            <a:extLst>
              <a:ext uri="{FF2B5EF4-FFF2-40B4-BE49-F238E27FC236}">
                <a16:creationId xmlns:a16="http://schemas.microsoft.com/office/drawing/2014/main" id="{BF1CF056-9D11-4F80-AB2B-5694DFB8A527}"/>
              </a:ext>
              <a:ext uri="{C183D7F6-B498-43B3-948B-1728B52AA6E4}">
                <adec:decorative xmlns:adec="http://schemas.microsoft.com/office/drawing/2017/decorative" val="1"/>
              </a:ext>
            </a:extLst>
          </p:cNvPr>
          <p:cNvSpPr/>
          <p:nvPr userDrawn="1"/>
        </p:nvSpPr>
        <p:spPr>
          <a:xfrm>
            <a:off x="5537995" y="6510549"/>
            <a:ext cx="1116010" cy="246221"/>
          </a:xfrm>
          <a:prstGeom prst="rect">
            <a:avLst/>
          </a:prstGeom>
        </p:spPr>
        <p:txBody>
          <a:bodyPr wrap="none">
            <a:spAutoFit/>
          </a:bodyPr>
          <a:lstStyle/>
          <a:p>
            <a:pPr algn="ctr"/>
            <a:r>
              <a:rPr lang="en-US" sz="1000" dirty="0">
                <a:solidFill>
                  <a:schemeClr val="bg1"/>
                </a:solidFill>
                <a:ea typeface="Intel Clear" panose="020B0604020203020204" pitchFamily="34" charset="0"/>
                <a:cs typeface="Times New Roman" panose="02020603050405020304" pitchFamily="18" charset="0"/>
              </a:rPr>
              <a:t>Intel Confidential</a:t>
            </a:r>
          </a:p>
        </p:txBody>
      </p:sp>
      <p:sp>
        <p:nvSpPr>
          <p:cNvPr id="9" name="Rectangle 8">
            <a:extLst>
              <a:ext uri="{FF2B5EF4-FFF2-40B4-BE49-F238E27FC236}">
                <a16:creationId xmlns:a16="http://schemas.microsoft.com/office/drawing/2014/main" id="{9FD4934B-0E18-43C3-ABD3-375F5EB746E2}"/>
              </a:ext>
              <a:ext uri="{C183D7F6-B498-43B3-948B-1728B52AA6E4}">
                <adec:decorative xmlns:adec="http://schemas.microsoft.com/office/drawing/2017/decorative" val="1"/>
              </a:ext>
            </a:extLst>
          </p:cNvPr>
          <p:cNvSpPr/>
          <p:nvPr userDrawn="1"/>
        </p:nvSpPr>
        <p:spPr>
          <a:xfrm>
            <a:off x="286365" y="6510549"/>
            <a:ext cx="1701107" cy="246221"/>
          </a:xfrm>
          <a:prstGeom prst="rect">
            <a:avLst/>
          </a:prstGeom>
        </p:spPr>
        <p:txBody>
          <a:bodyPr wrap="none">
            <a:spAutoFit/>
          </a:bodyPr>
          <a:lstStyle/>
          <a:p>
            <a:pPr algn="l"/>
            <a:r>
              <a:rPr lang="en-US" sz="1000" dirty="0">
                <a:solidFill>
                  <a:schemeClr val="bg1"/>
                </a:solidFill>
                <a:ea typeface="Intel Clear" panose="020B0604020203020204" pitchFamily="34" charset="0"/>
                <a:cs typeface="Times New Roman" panose="02020603050405020304" pitchFamily="18" charset="0"/>
              </a:rPr>
              <a:t>Department or Event Name</a:t>
            </a:r>
          </a:p>
        </p:txBody>
      </p:sp>
      <p:sp>
        <p:nvSpPr>
          <p:cNvPr id="10" name="TextBox 9">
            <a:extLst>
              <a:ext uri="{FF2B5EF4-FFF2-40B4-BE49-F238E27FC236}">
                <a16:creationId xmlns:a16="http://schemas.microsoft.com/office/drawing/2014/main" id="{B33A9EF0-587D-4D66-AF71-B360DB9198E7}"/>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grpSp>
        <p:nvGrpSpPr>
          <p:cNvPr id="3" name="Group 2">
            <a:extLst>
              <a:ext uri="{FF2B5EF4-FFF2-40B4-BE49-F238E27FC236}">
                <a16:creationId xmlns:a16="http://schemas.microsoft.com/office/drawing/2014/main" id="{AF16FE66-F77C-48EC-9636-B0D3F1F816E2}"/>
              </a:ext>
              <a:ext uri="{C183D7F6-B498-43B3-948B-1728B52AA6E4}">
                <adec:decorative xmlns:adec="http://schemas.microsoft.com/office/drawing/2017/decorative" val="1"/>
              </a:ext>
            </a:extLst>
          </p:cNvPr>
          <p:cNvGrpSpPr/>
          <p:nvPr userDrawn="1"/>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userDrawn="1"/>
          </p:nvSpPr>
          <p:spPr>
            <a:xfrm>
              <a:off x="709974" y="2295340"/>
              <a:ext cx="319157" cy="319157"/>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userDrawn="1"/>
          </p:nvSpPr>
          <p:spPr>
            <a:xfrm>
              <a:off x="536812" y="2123120"/>
              <a:ext cx="174318" cy="17431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userDrawn="1"/>
          </p:nvSpPr>
          <p:spPr>
            <a:xfrm>
              <a:off x="711130" y="2023074"/>
              <a:ext cx="100045" cy="100045"/>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spTree>
    <p:extLst>
      <p:ext uri="{BB962C8B-B14F-4D97-AF65-F5344CB8AC3E}">
        <p14:creationId xmlns:p14="http://schemas.microsoft.com/office/powerpoint/2010/main" val="416612763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Title with Frame Blue">
    <p:bg>
      <p:bgPr>
        <a:solidFill>
          <a:schemeClr val="tx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5A302-45A3-481F-BFAB-9A074C3F7794}"/>
              </a:ext>
              <a:ext uri="{C183D7F6-B498-43B3-948B-1728B52AA6E4}">
                <adec:decorative xmlns:adec="http://schemas.microsoft.com/office/drawing/2017/decorative" val="1"/>
              </a:ext>
            </a:extLst>
          </p:cNvPr>
          <p:cNvSpPr/>
          <p:nvPr userDrawn="1"/>
        </p:nvSpPr>
        <p:spPr>
          <a:xfrm>
            <a:off x="457200" y="464127"/>
            <a:ext cx="11286348" cy="594483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8DFA79AD-8981-4F51-8CC1-43C885681348}"/>
              </a:ext>
            </a:extLst>
          </p:cNvPr>
          <p:cNvSpPr>
            <a:spLocks noGrp="1"/>
          </p:cNvSpPr>
          <p:nvPr>
            <p:ph type="title"/>
          </p:nvPr>
        </p:nvSpPr>
        <p:spPr>
          <a:xfrm>
            <a:off x="806922" y="1776845"/>
            <a:ext cx="10557387" cy="3304310"/>
          </a:xfrm>
        </p:spPr>
        <p:txBody>
          <a:bodyPr>
            <a:normAutofit/>
          </a:bodyPr>
          <a:lstStyle>
            <a:lvl1pPr algn="ctr">
              <a:defRPr sz="4800">
                <a:solidFill>
                  <a:schemeClr val="bg1"/>
                </a:solidFill>
              </a:defRPr>
            </a:lvl1pPr>
          </a:lstStyle>
          <a:p>
            <a:r>
              <a:rPr lang="en-US" dirty="0"/>
              <a:t>Click to edit Master title style</a:t>
            </a:r>
          </a:p>
        </p:txBody>
      </p:sp>
      <p:sp>
        <p:nvSpPr>
          <p:cNvPr id="4" name="Rectangle 3">
            <a:extLst>
              <a:ext uri="{FF2B5EF4-FFF2-40B4-BE49-F238E27FC236}">
                <a16:creationId xmlns:a16="http://schemas.microsoft.com/office/drawing/2014/main" id="{56A6F6B2-1DD0-42F2-9039-5327CC0EF19D}"/>
              </a:ext>
              <a:ext uri="{C183D7F6-B498-43B3-948B-1728B52AA6E4}">
                <adec:decorative xmlns:adec="http://schemas.microsoft.com/office/drawing/2017/decorative" val="1"/>
              </a:ext>
            </a:extLst>
          </p:cNvPr>
          <p:cNvSpPr/>
          <p:nvPr userDrawn="1"/>
        </p:nvSpPr>
        <p:spPr>
          <a:xfrm>
            <a:off x="11734800" y="6400800"/>
            <a:ext cx="457200" cy="4572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5" name="TextBox 4">
            <a:extLst>
              <a:ext uri="{FF2B5EF4-FFF2-40B4-BE49-F238E27FC236}">
                <a16:creationId xmlns:a16="http://schemas.microsoft.com/office/drawing/2014/main" id="{7DB3A20D-927D-4DD1-8E5E-A3AC6EDE3968}"/>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err="1">
              <a:ln>
                <a:noFill/>
              </a:ln>
              <a:solidFill>
                <a:schemeClr val="bg1"/>
              </a:solidFill>
              <a:effectLst/>
              <a:uFillTx/>
              <a:latin typeface="+mn-lt"/>
              <a:ea typeface="Intel Clear" panose="020B0604020203020204" pitchFamily="34" charset="0"/>
              <a:cs typeface="Times New Roman" panose="02020603050405020304" pitchFamily="18" charset="0"/>
              <a:sym typeface="Helvetica Neue"/>
            </a:endParaRPr>
          </a:p>
        </p:txBody>
      </p:sp>
      <p:pic>
        <p:nvPicPr>
          <p:cNvPr id="6" name="Graphic 5">
            <a:extLst>
              <a:ext uri="{FF2B5EF4-FFF2-40B4-BE49-F238E27FC236}">
                <a16:creationId xmlns:a16="http://schemas.microsoft.com/office/drawing/2014/main" id="{5DDBF953-491D-46D1-9B3A-9BACF5F24487}"/>
              </a:ext>
              <a:ext uri="{C183D7F6-B498-43B3-948B-1728B52AA6E4}">
                <adec:decorative xmlns:adec="http://schemas.microsoft.com/office/drawing/2017/decorative" val="1"/>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1137466" y="6554735"/>
            <a:ext cx="476084" cy="177524"/>
          </a:xfrm>
          <a:prstGeom prst="rect">
            <a:avLst/>
          </a:prstGeom>
        </p:spPr>
      </p:pic>
      <p:sp>
        <p:nvSpPr>
          <p:cNvPr id="7" name="Rectangle 6">
            <a:extLst>
              <a:ext uri="{FF2B5EF4-FFF2-40B4-BE49-F238E27FC236}">
                <a16:creationId xmlns:a16="http://schemas.microsoft.com/office/drawing/2014/main" id="{F2B9AAD6-9860-4DB3-B7F8-14D9F7EC7EC8}"/>
              </a:ext>
              <a:ext uri="{C183D7F6-B498-43B3-948B-1728B52AA6E4}">
                <adec:decorative xmlns:adec="http://schemas.microsoft.com/office/drawing/2017/decorative" val="1"/>
              </a:ext>
            </a:extLst>
          </p:cNvPr>
          <p:cNvSpPr/>
          <p:nvPr userDrawn="1"/>
        </p:nvSpPr>
        <p:spPr>
          <a:xfrm>
            <a:off x="5537995" y="6510549"/>
            <a:ext cx="1116010" cy="246221"/>
          </a:xfrm>
          <a:prstGeom prst="rect">
            <a:avLst/>
          </a:prstGeom>
        </p:spPr>
        <p:txBody>
          <a:bodyPr wrap="none">
            <a:spAutoFit/>
          </a:bodyPr>
          <a:lstStyle/>
          <a:p>
            <a:pPr algn="ctr"/>
            <a:r>
              <a:rPr lang="en-US" sz="1000" dirty="0">
                <a:solidFill>
                  <a:schemeClr val="bg1"/>
                </a:solidFill>
                <a:ea typeface="Intel Clear" panose="020B0604020203020204" pitchFamily="34" charset="0"/>
                <a:cs typeface="Times New Roman" panose="02020603050405020304" pitchFamily="18" charset="0"/>
              </a:rPr>
              <a:t>Intel Confidential</a:t>
            </a:r>
          </a:p>
        </p:txBody>
      </p:sp>
      <p:sp>
        <p:nvSpPr>
          <p:cNvPr id="8" name="Rectangle 7">
            <a:extLst>
              <a:ext uri="{FF2B5EF4-FFF2-40B4-BE49-F238E27FC236}">
                <a16:creationId xmlns:a16="http://schemas.microsoft.com/office/drawing/2014/main" id="{02595309-FEF7-41EA-9715-F4426DF07254}"/>
              </a:ext>
              <a:ext uri="{C183D7F6-B498-43B3-948B-1728B52AA6E4}">
                <adec:decorative xmlns:adec="http://schemas.microsoft.com/office/drawing/2017/decorative" val="1"/>
              </a:ext>
            </a:extLst>
          </p:cNvPr>
          <p:cNvSpPr/>
          <p:nvPr userDrawn="1"/>
        </p:nvSpPr>
        <p:spPr>
          <a:xfrm>
            <a:off x="286365" y="6510549"/>
            <a:ext cx="1701107" cy="246221"/>
          </a:xfrm>
          <a:prstGeom prst="rect">
            <a:avLst/>
          </a:prstGeom>
        </p:spPr>
        <p:txBody>
          <a:bodyPr wrap="none">
            <a:spAutoFit/>
          </a:bodyPr>
          <a:lstStyle/>
          <a:p>
            <a:pPr algn="l"/>
            <a:r>
              <a:rPr lang="en-US" sz="1000" dirty="0">
                <a:solidFill>
                  <a:schemeClr val="bg1"/>
                </a:solidFill>
                <a:ea typeface="Intel Clear" panose="020B0604020203020204" pitchFamily="34" charset="0"/>
                <a:cs typeface="Times New Roman" panose="02020603050405020304" pitchFamily="18" charset="0"/>
              </a:rPr>
              <a:t>Department or Event Name</a:t>
            </a:r>
          </a:p>
        </p:txBody>
      </p:sp>
    </p:spTree>
    <p:extLst>
      <p:ext uri="{BB962C8B-B14F-4D97-AF65-F5344CB8AC3E}">
        <p14:creationId xmlns:p14="http://schemas.microsoft.com/office/powerpoint/2010/main" val="259590739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userDrawn="1">
  <p:cSld name="Intel Logo">
    <p:bg>
      <p:bgPr>
        <a:solidFill>
          <a:schemeClr val="accent1"/>
        </a:solidFill>
        <a:effectLst/>
      </p:bgPr>
    </p:bg>
    <p:spTree>
      <p:nvGrpSpPr>
        <p:cNvPr id="1" name=""/>
        <p:cNvGrpSpPr/>
        <p:nvPr/>
      </p:nvGrpSpPr>
      <p:grpSpPr>
        <a:xfrm>
          <a:off x="0" y="0"/>
          <a:ext cx="0" cy="0"/>
          <a:chOff x="0" y="0"/>
          <a:chExt cx="0" cy="0"/>
        </a:xfrm>
      </p:grpSpPr>
      <p:pic>
        <p:nvPicPr>
          <p:cNvPr id="11" name="Picture 10" descr="Logo&#10;&#10;Description automatically generated">
            <a:extLst>
              <a:ext uri="{FF2B5EF4-FFF2-40B4-BE49-F238E27FC236}">
                <a16:creationId xmlns:a16="http://schemas.microsoft.com/office/drawing/2014/main" id="{81D5E138-8800-4F6C-BD71-5E098EFFE2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14381" y="2626737"/>
            <a:ext cx="4052408" cy="1643927"/>
          </a:xfrm>
          <a:prstGeom prst="rect">
            <a:avLst/>
          </a:prstGeom>
        </p:spPr>
      </p:pic>
    </p:spTree>
    <p:extLst>
      <p:ext uri="{BB962C8B-B14F-4D97-AF65-F5344CB8AC3E}">
        <p14:creationId xmlns:p14="http://schemas.microsoft.com/office/powerpoint/2010/main" val="112560121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Normal 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CBE35-7284-41BD-A052-C38A3C9C757B}"/>
              </a:ext>
            </a:extLst>
          </p:cNvPr>
          <p:cNvSpPr>
            <a:spLocks noGrp="1"/>
          </p:cNvSpPr>
          <p:nvPr>
            <p:ph type="title"/>
          </p:nvPr>
        </p:nvSpPr>
        <p:spPr>
          <a:xfrm>
            <a:off x="487217" y="55362"/>
            <a:ext cx="10515600" cy="1325563"/>
          </a:xfrm>
        </p:spPr>
        <p:txBody>
          <a:bodyPr>
            <a:normAutofit/>
          </a:bodyPr>
          <a:lstStyle>
            <a:lvl1pPr>
              <a:defRPr sz="3600">
                <a:latin typeface="IntelOne Display Light" panose="020B0403020203020204" pitchFamily="34"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id="{62573FF1-8380-4CA6-94C0-5C13DD3EEDB1}"/>
              </a:ext>
            </a:extLst>
          </p:cNvPr>
          <p:cNvSpPr>
            <a:spLocks noGrp="1"/>
          </p:cNvSpPr>
          <p:nvPr>
            <p:ph type="body" sz="quarter" idx="13"/>
          </p:nvPr>
        </p:nvSpPr>
        <p:spPr>
          <a:xfrm>
            <a:off x="487217" y="1380925"/>
            <a:ext cx="10515600" cy="3998912"/>
          </a:xfrm>
        </p:spPr>
        <p:txBody>
          <a:bodyPr>
            <a:normAutofit/>
          </a:bodyPr>
          <a:lstStyle>
            <a:lvl1pPr marL="0" indent="0">
              <a:buClrTx/>
              <a:buFont typeface="Arial" panose="020B0604020202020204" pitchFamily="34" charset="0"/>
              <a:buNone/>
              <a:defRPr sz="280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803275" indent="-346075">
              <a:buClrTx/>
              <a:buFont typeface="Arial" panose="020B0604020202020204" pitchFamily="34" charset="0"/>
              <a:buChar char="•"/>
              <a:defRPr sz="280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defRPr>
            </a:lvl2pPr>
            <a:lvl3pPr marL="1143000" indent="-228600">
              <a:buClrTx/>
              <a:buFont typeface="Arial" panose="020B0604020202020204" pitchFamily="34" charset="0"/>
              <a:buChar char="•"/>
              <a:defRPr sz="280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defRPr>
            </a:lvl3pPr>
            <a:lvl4pPr marL="1600200" indent="-228600">
              <a:buClrTx/>
              <a:buFont typeface="Arial" panose="020B0604020202020204" pitchFamily="34" charset="0"/>
              <a:buChar char="•"/>
              <a:defRPr sz="280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defRPr>
            </a:lvl4pPr>
            <a:lvl5pPr marL="2057400" indent="-228600">
              <a:buClrTx/>
              <a:buFont typeface="Arial" panose="020B0604020202020204" pitchFamily="34" charset="0"/>
              <a:buChar char="•"/>
              <a:defRPr sz="280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81327F7B-5D69-4D60-B426-5AB8111F7B61}"/>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394BEC9C-8ADD-401E-860A-FC414480A6ED}"/>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pic>
        <p:nvPicPr>
          <p:cNvPr id="12" name="Picture 11">
            <a:extLst>
              <a:ext uri="{FF2B5EF4-FFF2-40B4-BE49-F238E27FC236}">
                <a16:creationId xmlns:a16="http://schemas.microsoft.com/office/drawing/2014/main" id="{5DCCD2C6-79CC-485E-8D48-7E59D23DD5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
        <p:nvSpPr>
          <p:cNvPr id="13" name="Rectangle 12">
            <a:extLst>
              <a:ext uri="{FF2B5EF4-FFF2-40B4-BE49-F238E27FC236}">
                <a16:creationId xmlns:a16="http://schemas.microsoft.com/office/drawing/2014/main" id="{F4EC1346-44EE-40B5-8AF9-721E65E8EBB3}"/>
              </a:ext>
            </a:extLst>
          </p:cNvPr>
          <p:cNvSpPr/>
          <p:nvPr userDrawn="1"/>
        </p:nvSpPr>
        <p:spPr>
          <a:xfrm>
            <a:off x="11734801" y="6393067"/>
            <a:ext cx="457199" cy="464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4">
            <a:extLst>
              <a:ext uri="{FF2B5EF4-FFF2-40B4-BE49-F238E27FC236}">
                <a16:creationId xmlns:a16="http://schemas.microsoft.com/office/drawing/2014/main" id="{288DE5C8-3F15-477B-923C-9752FAF8DDB3}"/>
              </a:ext>
            </a:extLst>
          </p:cNvPr>
          <p:cNvSpPr>
            <a:spLocks noGrp="1"/>
          </p:cNvSpPr>
          <p:nvPr>
            <p:ph type="sldNum" sz="quarter" idx="12"/>
          </p:nvPr>
        </p:nvSpPr>
        <p:spPr>
          <a:xfrm>
            <a:off x="11725564" y="6495398"/>
            <a:ext cx="457200" cy="360363"/>
          </a:xfrm>
        </p:spPr>
        <p:txBody>
          <a:bodyPr/>
          <a:lstStyle>
            <a:lvl1pPr algn="ctr">
              <a:defRPr sz="1000">
                <a:solidFill>
                  <a:schemeClr val="tx1"/>
                </a:solidFill>
                <a:latin typeface="IntelOne Display Light" panose="020B0403020203020204" pitchFamily="34" charset="0"/>
              </a:defRPr>
            </a:lvl1pPr>
          </a:lstStyle>
          <a:p>
            <a:fld id="{8E424D08-BD54-4DFE-9D9D-D2FBE329B493}" type="slidenum">
              <a:rPr lang="en-US" smtClean="0"/>
              <a:pPr/>
              <a:t>‹#›</a:t>
            </a:fld>
            <a:endParaRPr lang="en-US" dirty="0"/>
          </a:p>
        </p:txBody>
      </p:sp>
    </p:spTree>
    <p:extLst>
      <p:ext uri="{BB962C8B-B14F-4D97-AF65-F5344CB8AC3E}">
        <p14:creationId xmlns:p14="http://schemas.microsoft.com/office/powerpoint/2010/main" val="2204870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_USF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4110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End Slide_USF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A1DDE7F-94DA-4BEA-A04B-ECCCFDEFA590}"/>
              </a:ext>
            </a:extLst>
          </p:cNvPr>
          <p:cNvSpPr txBox="1">
            <a:spLocks/>
          </p:cNvSpPr>
          <p:nvPr userDrawn="1"/>
        </p:nvSpPr>
        <p:spPr>
          <a:xfrm>
            <a:off x="8017438" y="1842906"/>
            <a:ext cx="3598410" cy="1874852"/>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4500" kern="1200">
                <a:solidFill>
                  <a:srgbClr val="000000"/>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500" b="0" i="0" u="none" strike="noStrike" kern="1200" cap="none" spc="0" normalizeH="0" baseline="0" noProof="0" dirty="0">
                <a:ln>
                  <a:noFill/>
                </a:ln>
                <a:solidFill>
                  <a:srgbClr val="000000"/>
                </a:solidFill>
                <a:effectLst/>
                <a:uLnTx/>
                <a:uFillTx/>
                <a:latin typeface="IntelOne Display Light"/>
              </a:rPr>
              <a:t>Click to edit Master title style</a:t>
            </a:r>
          </a:p>
        </p:txBody>
      </p:sp>
      <p:sp>
        <p:nvSpPr>
          <p:cNvPr id="8" name="Subtitle 2">
            <a:extLst>
              <a:ext uri="{FF2B5EF4-FFF2-40B4-BE49-F238E27FC236}">
                <a16:creationId xmlns:a16="http://schemas.microsoft.com/office/drawing/2014/main" id="{D0380E54-5BF9-4C60-A602-75721AA5C07F}"/>
              </a:ext>
            </a:extLst>
          </p:cNvPr>
          <p:cNvSpPr txBox="1">
            <a:spLocks/>
          </p:cNvSpPr>
          <p:nvPr userDrawn="1"/>
        </p:nvSpPr>
        <p:spPr>
          <a:xfrm>
            <a:off x="8017438" y="3809833"/>
            <a:ext cx="3598410" cy="93060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2400" kern="1200">
                <a:solidFill>
                  <a:srgbClr val="000000"/>
                </a:solidFill>
                <a:latin typeface="+mj-lt"/>
                <a:ea typeface="+mn-ea"/>
                <a:cs typeface="+mn-cs"/>
              </a:defRPr>
            </a:lvl1pPr>
            <a:lvl2pPr marL="457200" indent="0" algn="ctr" defTabSz="914400" rtl="0" eaLnBrk="1" latinLnBrk="0" hangingPunct="1">
              <a:lnSpc>
                <a:spcPct val="90000"/>
              </a:lnSpc>
              <a:spcBef>
                <a:spcPts val="500"/>
              </a:spcBef>
              <a:buFont typeface="IntelOne Display Regular" panose="020B0503020203020204" pitchFamily="34" charset="0"/>
              <a:buNone/>
              <a:defRPr sz="2000" kern="1200">
                <a:solidFill>
                  <a:schemeClr val="tx1"/>
                </a:solidFill>
                <a:latin typeface="+mj-lt"/>
                <a:ea typeface="+mn-ea"/>
                <a:cs typeface="+mn-cs"/>
              </a:defRPr>
            </a:lvl2pPr>
            <a:lvl3pPr marL="914400" indent="0" algn="ctr" defTabSz="914400" rtl="0" eaLnBrk="1" latinLnBrk="0" hangingPunct="1">
              <a:lnSpc>
                <a:spcPct val="90000"/>
              </a:lnSpc>
              <a:spcBef>
                <a:spcPts val="500"/>
              </a:spcBef>
              <a:buFont typeface="IntelOne Display Regular" panose="020B0503020203020204" pitchFamily="34" charset="0"/>
              <a:buNone/>
              <a:defRPr sz="1800" kern="1200">
                <a:solidFill>
                  <a:schemeClr val="tx1"/>
                </a:solidFill>
                <a:latin typeface="+mj-lt"/>
                <a:ea typeface="+mn-ea"/>
                <a:cs typeface="+mn-cs"/>
              </a:defRPr>
            </a:lvl3pPr>
            <a:lvl4pPr marL="1371600" indent="0" algn="ctr" defTabSz="914400" rtl="0" eaLnBrk="1" latinLnBrk="0" hangingPunct="1">
              <a:lnSpc>
                <a:spcPct val="90000"/>
              </a:lnSpc>
              <a:spcBef>
                <a:spcPts val="500"/>
              </a:spcBef>
              <a:buFont typeface="IntelOne Display Regular" panose="020B0503020203020204" pitchFamily="34" charset="0"/>
              <a:buNone/>
              <a:defRPr sz="1600" kern="1200">
                <a:solidFill>
                  <a:schemeClr val="tx1"/>
                </a:solidFill>
                <a:latin typeface="+mj-lt"/>
                <a:ea typeface="+mn-ea"/>
                <a:cs typeface="+mn-cs"/>
              </a:defRPr>
            </a:lvl4pPr>
            <a:lvl5pPr marL="1828800" indent="0" algn="ctr" defTabSz="914400" rtl="0" eaLnBrk="1" latinLnBrk="0" hangingPunct="1">
              <a:lnSpc>
                <a:spcPct val="90000"/>
              </a:lnSpc>
              <a:spcBef>
                <a:spcPts val="500"/>
              </a:spcBef>
              <a:buFont typeface="IntelOne Display Regular" panose="020B0503020203020204" pitchFamily="34" charset="0"/>
              <a:buNone/>
              <a:defRPr sz="1600" kern="1200">
                <a:solidFill>
                  <a:schemeClr val="tx1"/>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2400" b="0" i="0" u="none" strike="noStrike" kern="1200" cap="none" spc="0" normalizeH="0" baseline="0" noProof="0" dirty="0">
                <a:ln>
                  <a:noFill/>
                </a:ln>
                <a:solidFill>
                  <a:srgbClr val="000000"/>
                </a:solidFill>
                <a:effectLst/>
                <a:uLnTx/>
                <a:uFillTx/>
                <a:latin typeface="IntelOne Display Light"/>
              </a:rPr>
              <a:t>Click to edit Master subtitle style</a:t>
            </a:r>
          </a:p>
        </p:txBody>
      </p:sp>
    </p:spTree>
    <p:extLst>
      <p:ext uri="{BB962C8B-B14F-4D97-AF65-F5344CB8AC3E}">
        <p14:creationId xmlns:p14="http://schemas.microsoft.com/office/powerpoint/2010/main" val="410100397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2E30C-6858-464F-9E1E-CC8D92E3A9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9E8ACB-D67A-441C-AFC0-E1B3B551A3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5579F1-81D4-4C0F-A18D-1A59C92A2199}"/>
              </a:ext>
            </a:extLst>
          </p:cNvPr>
          <p:cNvSpPr>
            <a:spLocks noGrp="1"/>
          </p:cNvSpPr>
          <p:nvPr>
            <p:ph type="dt" sz="half" idx="10"/>
          </p:nvPr>
        </p:nvSpPr>
        <p:spPr/>
        <p:txBody>
          <a:bodyPr/>
          <a:lstStyle/>
          <a:p>
            <a:fld id="{2B61C38D-A0E7-4CBE-9266-4CC6737D1707}" type="datetimeFigureOut">
              <a:rPr lang="en-US" smtClean="0"/>
              <a:t>9/1/2026</a:t>
            </a:fld>
            <a:endParaRPr lang="en-US"/>
          </a:p>
        </p:txBody>
      </p:sp>
      <p:sp>
        <p:nvSpPr>
          <p:cNvPr id="5" name="Footer Placeholder 4">
            <a:extLst>
              <a:ext uri="{FF2B5EF4-FFF2-40B4-BE49-F238E27FC236}">
                <a16:creationId xmlns:a16="http://schemas.microsoft.com/office/drawing/2014/main" id="{3FB83A95-15F7-4C40-A0EF-D59E7D525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D0A0F0-099A-494A-831A-155E8B4666D1}"/>
              </a:ext>
            </a:extLst>
          </p:cNvPr>
          <p:cNvSpPr>
            <a:spLocks noGrp="1"/>
          </p:cNvSpPr>
          <p:nvPr>
            <p:ph type="sldNum" sz="quarter" idx="12"/>
          </p:nvPr>
        </p:nvSpPr>
        <p:spPr/>
        <p:txBody>
          <a:bodyPr/>
          <a:lstStyle/>
          <a:p>
            <a:fld id="{4E276F94-7540-421F-BBDE-BA7F84FB7CA1}" type="slidenum">
              <a:rPr lang="en-US" smtClean="0"/>
              <a:t>‹#›</a:t>
            </a:fld>
            <a:endParaRPr lang="en-US"/>
          </a:p>
        </p:txBody>
      </p:sp>
    </p:spTree>
    <p:extLst>
      <p:ext uri="{BB962C8B-B14F-4D97-AF65-F5344CB8AC3E}">
        <p14:creationId xmlns:p14="http://schemas.microsoft.com/office/powerpoint/2010/main" val="264777590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A9EED-0B82-4966-841D-F33894071F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742E0-543B-4767-9621-174D828FA5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DF07080-6478-4A3C-8485-C2FB41595F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82A19A-0637-44CD-B271-9AFEA63A470B}"/>
              </a:ext>
            </a:extLst>
          </p:cNvPr>
          <p:cNvSpPr>
            <a:spLocks noGrp="1"/>
          </p:cNvSpPr>
          <p:nvPr>
            <p:ph type="dt" sz="half" idx="10"/>
          </p:nvPr>
        </p:nvSpPr>
        <p:spPr/>
        <p:txBody>
          <a:bodyPr/>
          <a:lstStyle/>
          <a:p>
            <a:fld id="{2B61C38D-A0E7-4CBE-9266-4CC6737D1707}" type="datetimeFigureOut">
              <a:rPr lang="en-US" smtClean="0"/>
              <a:t>9/1/2026</a:t>
            </a:fld>
            <a:endParaRPr lang="en-US"/>
          </a:p>
        </p:txBody>
      </p:sp>
      <p:sp>
        <p:nvSpPr>
          <p:cNvPr id="6" name="Footer Placeholder 5">
            <a:extLst>
              <a:ext uri="{FF2B5EF4-FFF2-40B4-BE49-F238E27FC236}">
                <a16:creationId xmlns:a16="http://schemas.microsoft.com/office/drawing/2014/main" id="{D352FBCE-C194-4A4A-AB01-D5FE8E6B2C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9146E3-8BA9-49EB-A195-CA1B15BAA460}"/>
              </a:ext>
            </a:extLst>
          </p:cNvPr>
          <p:cNvSpPr>
            <a:spLocks noGrp="1"/>
          </p:cNvSpPr>
          <p:nvPr>
            <p:ph type="sldNum" sz="quarter" idx="12"/>
          </p:nvPr>
        </p:nvSpPr>
        <p:spPr/>
        <p:txBody>
          <a:bodyPr/>
          <a:lstStyle/>
          <a:p>
            <a:fld id="{4E276F94-7540-421F-BBDE-BA7F84FB7CA1}" type="slidenum">
              <a:rPr lang="en-US" smtClean="0"/>
              <a:t>‹#›</a:t>
            </a:fld>
            <a:endParaRPr lang="en-US"/>
          </a:p>
        </p:txBody>
      </p:sp>
    </p:spTree>
    <p:extLst>
      <p:ext uri="{BB962C8B-B14F-4D97-AF65-F5344CB8AC3E}">
        <p14:creationId xmlns:p14="http://schemas.microsoft.com/office/powerpoint/2010/main" val="358066871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AA637-BFA3-4B61-A3EC-FB5C57974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367093-4786-4E60-AFC9-F2AC624252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B0EAD2-63B7-457D-873E-740451FBDF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5C17C3-4DB2-4E25-AC29-2C7E6E33DD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218EF3-7ACF-45AF-969C-B7D6DFF5C0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0DDDFB-2706-4EC4-B77B-3181AF9E1444}"/>
              </a:ext>
            </a:extLst>
          </p:cNvPr>
          <p:cNvSpPr>
            <a:spLocks noGrp="1"/>
          </p:cNvSpPr>
          <p:nvPr>
            <p:ph type="dt" sz="half" idx="10"/>
          </p:nvPr>
        </p:nvSpPr>
        <p:spPr/>
        <p:txBody>
          <a:bodyPr/>
          <a:lstStyle/>
          <a:p>
            <a:fld id="{2B61C38D-A0E7-4CBE-9266-4CC6737D1707}" type="datetimeFigureOut">
              <a:rPr lang="en-US" smtClean="0"/>
              <a:t>9/1/2026</a:t>
            </a:fld>
            <a:endParaRPr lang="en-US"/>
          </a:p>
        </p:txBody>
      </p:sp>
      <p:sp>
        <p:nvSpPr>
          <p:cNvPr id="8" name="Footer Placeholder 7">
            <a:extLst>
              <a:ext uri="{FF2B5EF4-FFF2-40B4-BE49-F238E27FC236}">
                <a16:creationId xmlns:a16="http://schemas.microsoft.com/office/drawing/2014/main" id="{C8664EF0-320E-447B-A362-C67A44933C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9A3355-4CF7-4D73-ACBC-BAAA5E3BE020}"/>
              </a:ext>
            </a:extLst>
          </p:cNvPr>
          <p:cNvSpPr>
            <a:spLocks noGrp="1"/>
          </p:cNvSpPr>
          <p:nvPr>
            <p:ph type="sldNum" sz="quarter" idx="12"/>
          </p:nvPr>
        </p:nvSpPr>
        <p:spPr/>
        <p:txBody>
          <a:bodyPr/>
          <a:lstStyle/>
          <a:p>
            <a:fld id="{4E276F94-7540-421F-BBDE-BA7F84FB7CA1}" type="slidenum">
              <a:rPr lang="en-US" smtClean="0"/>
              <a:t>‹#›</a:t>
            </a:fld>
            <a:endParaRPr lang="en-US"/>
          </a:p>
        </p:txBody>
      </p:sp>
    </p:spTree>
    <p:extLst>
      <p:ext uri="{BB962C8B-B14F-4D97-AF65-F5344CB8AC3E}">
        <p14:creationId xmlns:p14="http://schemas.microsoft.com/office/powerpoint/2010/main" val="15821044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34FB6-1F60-4D95-8E83-302BA52B12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986036-E07B-4830-9596-EC5CA0F83A25}"/>
              </a:ext>
            </a:extLst>
          </p:cNvPr>
          <p:cNvSpPr>
            <a:spLocks noGrp="1"/>
          </p:cNvSpPr>
          <p:nvPr>
            <p:ph type="dt" sz="half" idx="10"/>
          </p:nvPr>
        </p:nvSpPr>
        <p:spPr/>
        <p:txBody>
          <a:bodyPr/>
          <a:lstStyle/>
          <a:p>
            <a:fld id="{2B61C38D-A0E7-4CBE-9266-4CC6737D1707}" type="datetimeFigureOut">
              <a:rPr lang="en-US" smtClean="0"/>
              <a:t>9/1/2026</a:t>
            </a:fld>
            <a:endParaRPr lang="en-US"/>
          </a:p>
        </p:txBody>
      </p:sp>
      <p:sp>
        <p:nvSpPr>
          <p:cNvPr id="4" name="Footer Placeholder 3">
            <a:extLst>
              <a:ext uri="{FF2B5EF4-FFF2-40B4-BE49-F238E27FC236}">
                <a16:creationId xmlns:a16="http://schemas.microsoft.com/office/drawing/2014/main" id="{AE217CE1-260B-4784-AAA8-4CF8962245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C89355-80E2-4F72-AC39-661F7A4D68FA}"/>
              </a:ext>
            </a:extLst>
          </p:cNvPr>
          <p:cNvSpPr>
            <a:spLocks noGrp="1"/>
          </p:cNvSpPr>
          <p:nvPr>
            <p:ph type="sldNum" sz="quarter" idx="12"/>
          </p:nvPr>
        </p:nvSpPr>
        <p:spPr/>
        <p:txBody>
          <a:bodyPr/>
          <a:lstStyle/>
          <a:p>
            <a:fld id="{4E276F94-7540-421F-BBDE-BA7F84FB7CA1}" type="slidenum">
              <a:rPr lang="en-US" smtClean="0"/>
              <a:t>‹#›</a:t>
            </a:fld>
            <a:endParaRPr lang="en-US"/>
          </a:p>
        </p:txBody>
      </p:sp>
    </p:spTree>
    <p:extLst>
      <p:ext uri="{BB962C8B-B14F-4D97-AF65-F5344CB8AC3E}">
        <p14:creationId xmlns:p14="http://schemas.microsoft.com/office/powerpoint/2010/main" val="156619237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044E58-800D-4922-9B75-F2152B87EF2E}"/>
              </a:ext>
            </a:extLst>
          </p:cNvPr>
          <p:cNvSpPr>
            <a:spLocks noGrp="1"/>
          </p:cNvSpPr>
          <p:nvPr>
            <p:ph type="dt" sz="half" idx="10"/>
          </p:nvPr>
        </p:nvSpPr>
        <p:spPr/>
        <p:txBody>
          <a:bodyPr/>
          <a:lstStyle/>
          <a:p>
            <a:fld id="{2B61C38D-A0E7-4CBE-9266-4CC6737D1707}" type="datetimeFigureOut">
              <a:rPr lang="en-US" smtClean="0"/>
              <a:t>9/1/2026</a:t>
            </a:fld>
            <a:endParaRPr lang="en-US"/>
          </a:p>
        </p:txBody>
      </p:sp>
      <p:sp>
        <p:nvSpPr>
          <p:cNvPr id="3" name="Footer Placeholder 2">
            <a:extLst>
              <a:ext uri="{FF2B5EF4-FFF2-40B4-BE49-F238E27FC236}">
                <a16:creationId xmlns:a16="http://schemas.microsoft.com/office/drawing/2014/main" id="{1E7A915D-62C9-4ABB-B5ED-31F675C8C9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F8E7B1-3DED-4320-B1F5-7EA27330C283}"/>
              </a:ext>
            </a:extLst>
          </p:cNvPr>
          <p:cNvSpPr>
            <a:spLocks noGrp="1"/>
          </p:cNvSpPr>
          <p:nvPr>
            <p:ph type="sldNum" sz="quarter" idx="12"/>
          </p:nvPr>
        </p:nvSpPr>
        <p:spPr/>
        <p:txBody>
          <a:bodyPr/>
          <a:lstStyle/>
          <a:p>
            <a:fld id="{4E276F94-7540-421F-BBDE-BA7F84FB7CA1}" type="slidenum">
              <a:rPr lang="en-US" smtClean="0"/>
              <a:t>‹#›</a:t>
            </a:fld>
            <a:endParaRPr lang="en-US"/>
          </a:p>
        </p:txBody>
      </p:sp>
    </p:spTree>
    <p:extLst>
      <p:ext uri="{BB962C8B-B14F-4D97-AF65-F5344CB8AC3E}">
        <p14:creationId xmlns:p14="http://schemas.microsoft.com/office/powerpoint/2010/main" val="26477727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CAD80-44E7-43DA-9D2C-FBDC508C8F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D34A2-6238-49CF-817D-578986B7C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B8EC94-3449-4D59-98C7-B49BF166E2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5A5C53-8156-454A-84D4-14786FF8D546}"/>
              </a:ext>
            </a:extLst>
          </p:cNvPr>
          <p:cNvSpPr>
            <a:spLocks noGrp="1"/>
          </p:cNvSpPr>
          <p:nvPr>
            <p:ph type="dt" sz="half" idx="10"/>
          </p:nvPr>
        </p:nvSpPr>
        <p:spPr/>
        <p:txBody>
          <a:bodyPr/>
          <a:lstStyle/>
          <a:p>
            <a:fld id="{2B61C38D-A0E7-4CBE-9266-4CC6737D1707}" type="datetimeFigureOut">
              <a:rPr lang="en-US" smtClean="0"/>
              <a:t>9/1/2026</a:t>
            </a:fld>
            <a:endParaRPr lang="en-US"/>
          </a:p>
        </p:txBody>
      </p:sp>
      <p:sp>
        <p:nvSpPr>
          <p:cNvPr id="6" name="Footer Placeholder 5">
            <a:extLst>
              <a:ext uri="{FF2B5EF4-FFF2-40B4-BE49-F238E27FC236}">
                <a16:creationId xmlns:a16="http://schemas.microsoft.com/office/drawing/2014/main" id="{1AD5D90E-C182-4F87-8050-F55CBE2251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FF7EF1-521C-43DD-8D1B-B2CE75C56792}"/>
              </a:ext>
            </a:extLst>
          </p:cNvPr>
          <p:cNvSpPr>
            <a:spLocks noGrp="1"/>
          </p:cNvSpPr>
          <p:nvPr>
            <p:ph type="sldNum" sz="quarter" idx="12"/>
          </p:nvPr>
        </p:nvSpPr>
        <p:spPr/>
        <p:txBody>
          <a:bodyPr/>
          <a:lstStyle/>
          <a:p>
            <a:fld id="{4E276F94-7540-421F-BBDE-BA7F84FB7CA1}" type="slidenum">
              <a:rPr lang="en-US" smtClean="0"/>
              <a:t>‹#›</a:t>
            </a:fld>
            <a:endParaRPr lang="en-US"/>
          </a:p>
        </p:txBody>
      </p:sp>
    </p:spTree>
    <p:extLst>
      <p:ext uri="{BB962C8B-B14F-4D97-AF65-F5344CB8AC3E}">
        <p14:creationId xmlns:p14="http://schemas.microsoft.com/office/powerpoint/2010/main" val="332680754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8445A-3D07-4138-B86A-E8D7AA805D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48F4A6-3F37-4C31-9C88-73A5D15BD7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166C6D-E854-4C68-8A43-58E50F0493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4C1081-808C-4C85-83D3-D94B3F1D8CEF}"/>
              </a:ext>
            </a:extLst>
          </p:cNvPr>
          <p:cNvSpPr>
            <a:spLocks noGrp="1"/>
          </p:cNvSpPr>
          <p:nvPr>
            <p:ph type="dt" sz="half" idx="10"/>
          </p:nvPr>
        </p:nvSpPr>
        <p:spPr/>
        <p:txBody>
          <a:bodyPr/>
          <a:lstStyle/>
          <a:p>
            <a:fld id="{2B61C38D-A0E7-4CBE-9266-4CC6737D1707}" type="datetimeFigureOut">
              <a:rPr lang="en-US" smtClean="0"/>
              <a:t>9/1/2026</a:t>
            </a:fld>
            <a:endParaRPr lang="en-US"/>
          </a:p>
        </p:txBody>
      </p:sp>
      <p:sp>
        <p:nvSpPr>
          <p:cNvPr id="6" name="Footer Placeholder 5">
            <a:extLst>
              <a:ext uri="{FF2B5EF4-FFF2-40B4-BE49-F238E27FC236}">
                <a16:creationId xmlns:a16="http://schemas.microsoft.com/office/drawing/2014/main" id="{370EDFC3-CAC6-413B-98A3-F9AD899C09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8E5B9F-6E5B-4918-9043-4E621EBA95A0}"/>
              </a:ext>
            </a:extLst>
          </p:cNvPr>
          <p:cNvSpPr>
            <a:spLocks noGrp="1"/>
          </p:cNvSpPr>
          <p:nvPr>
            <p:ph type="sldNum" sz="quarter" idx="12"/>
          </p:nvPr>
        </p:nvSpPr>
        <p:spPr/>
        <p:txBody>
          <a:bodyPr/>
          <a:lstStyle/>
          <a:p>
            <a:fld id="{4E276F94-7540-421F-BBDE-BA7F84FB7CA1}" type="slidenum">
              <a:rPr lang="en-US" smtClean="0"/>
              <a:t>‹#›</a:t>
            </a:fld>
            <a:endParaRPr lang="en-US"/>
          </a:p>
        </p:txBody>
      </p:sp>
    </p:spTree>
    <p:extLst>
      <p:ext uri="{BB962C8B-B14F-4D97-AF65-F5344CB8AC3E}">
        <p14:creationId xmlns:p14="http://schemas.microsoft.com/office/powerpoint/2010/main" val="283952270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D2690-F23F-4396-9D91-BAE5F9ED19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4C9769-8D60-45C1-BC9B-D9FBFFA798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335E9A-091D-44B0-ACED-0E26718569BE}"/>
              </a:ext>
            </a:extLst>
          </p:cNvPr>
          <p:cNvSpPr>
            <a:spLocks noGrp="1"/>
          </p:cNvSpPr>
          <p:nvPr>
            <p:ph type="dt" sz="half" idx="10"/>
          </p:nvPr>
        </p:nvSpPr>
        <p:spPr/>
        <p:txBody>
          <a:bodyPr/>
          <a:lstStyle/>
          <a:p>
            <a:fld id="{2B61C38D-A0E7-4CBE-9266-4CC6737D1707}" type="datetimeFigureOut">
              <a:rPr lang="en-US" smtClean="0"/>
              <a:t>9/1/2026</a:t>
            </a:fld>
            <a:endParaRPr lang="en-US"/>
          </a:p>
        </p:txBody>
      </p:sp>
      <p:sp>
        <p:nvSpPr>
          <p:cNvPr id="5" name="Footer Placeholder 4">
            <a:extLst>
              <a:ext uri="{FF2B5EF4-FFF2-40B4-BE49-F238E27FC236}">
                <a16:creationId xmlns:a16="http://schemas.microsoft.com/office/drawing/2014/main" id="{94343C49-BA5B-4899-B17F-28ED29EA62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5B2566-3CC7-4D9A-8132-F49E9875A081}"/>
              </a:ext>
            </a:extLst>
          </p:cNvPr>
          <p:cNvSpPr>
            <a:spLocks noGrp="1"/>
          </p:cNvSpPr>
          <p:nvPr>
            <p:ph type="sldNum" sz="quarter" idx="12"/>
          </p:nvPr>
        </p:nvSpPr>
        <p:spPr/>
        <p:txBody>
          <a:bodyPr/>
          <a:lstStyle/>
          <a:p>
            <a:fld id="{4E276F94-7540-421F-BBDE-BA7F84FB7CA1}" type="slidenum">
              <a:rPr lang="en-US" smtClean="0"/>
              <a:t>‹#›</a:t>
            </a:fld>
            <a:endParaRPr lang="en-US"/>
          </a:p>
        </p:txBody>
      </p:sp>
    </p:spTree>
    <p:extLst>
      <p:ext uri="{BB962C8B-B14F-4D97-AF65-F5344CB8AC3E}">
        <p14:creationId xmlns:p14="http://schemas.microsoft.com/office/powerpoint/2010/main" val="194497030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6C1649-C937-4249-A672-A55CA6F308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189B3B-BA84-4CDB-B0FE-CB74258019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C55901-6A94-4846-BC67-412B96D2C48D}"/>
              </a:ext>
            </a:extLst>
          </p:cNvPr>
          <p:cNvSpPr>
            <a:spLocks noGrp="1"/>
          </p:cNvSpPr>
          <p:nvPr>
            <p:ph type="dt" sz="half" idx="10"/>
          </p:nvPr>
        </p:nvSpPr>
        <p:spPr/>
        <p:txBody>
          <a:bodyPr/>
          <a:lstStyle/>
          <a:p>
            <a:fld id="{2B61C38D-A0E7-4CBE-9266-4CC6737D1707}" type="datetimeFigureOut">
              <a:rPr lang="en-US" smtClean="0"/>
              <a:t>9/1/2026</a:t>
            </a:fld>
            <a:endParaRPr lang="en-US"/>
          </a:p>
        </p:txBody>
      </p:sp>
      <p:sp>
        <p:nvSpPr>
          <p:cNvPr id="5" name="Footer Placeholder 4">
            <a:extLst>
              <a:ext uri="{FF2B5EF4-FFF2-40B4-BE49-F238E27FC236}">
                <a16:creationId xmlns:a16="http://schemas.microsoft.com/office/drawing/2014/main" id="{78290272-23C7-44EF-942F-786D4839BB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1E9C45-B5CF-4AE2-BB12-1D2EB88F58E3}"/>
              </a:ext>
            </a:extLst>
          </p:cNvPr>
          <p:cNvSpPr>
            <a:spLocks noGrp="1"/>
          </p:cNvSpPr>
          <p:nvPr>
            <p:ph type="sldNum" sz="quarter" idx="12"/>
          </p:nvPr>
        </p:nvSpPr>
        <p:spPr/>
        <p:txBody>
          <a:bodyPr/>
          <a:lstStyle/>
          <a:p>
            <a:fld id="{4E276F94-7540-421F-BBDE-BA7F84FB7CA1}" type="slidenum">
              <a:rPr lang="en-US" smtClean="0"/>
              <a:t>‹#›</a:t>
            </a:fld>
            <a:endParaRPr lang="en-US"/>
          </a:p>
        </p:txBody>
      </p:sp>
    </p:spTree>
    <p:extLst>
      <p:ext uri="{BB962C8B-B14F-4D97-AF65-F5344CB8AC3E}">
        <p14:creationId xmlns:p14="http://schemas.microsoft.com/office/powerpoint/2010/main" val="46207350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2_divider">
    <p:bg>
      <p:bgPr>
        <a:solidFill>
          <a:srgbClr val="FFE27A"/>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EE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pic>
        <p:nvPicPr>
          <p:cNvPr id="13" name="Picture 12">
            <a:extLst>
              <a:ext uri="{FF2B5EF4-FFF2-40B4-BE49-F238E27FC236}">
                <a16:creationId xmlns:a16="http://schemas.microsoft.com/office/drawing/2014/main" id="{CDC93839-0AF4-9641-A56E-902F9122E1AD}"/>
              </a:ext>
            </a:extLst>
          </p:cNvPr>
          <p:cNvPicPr>
            <a:picLocks noChangeAspect="1"/>
          </p:cNvPicPr>
          <p:nvPr userDrawn="1"/>
        </p:nvPicPr>
        <p:blipFill>
          <a:blip r:embed="rId2"/>
          <a:stretch>
            <a:fillRect/>
          </a:stretch>
        </p:blipFill>
        <p:spPr>
          <a:xfrm>
            <a:off x="1352747" y="6253214"/>
            <a:ext cx="1352277" cy="356414"/>
          </a:xfrm>
          <a:prstGeom prst="rect">
            <a:avLst/>
          </a:prstGeom>
        </p:spPr>
      </p:pic>
    </p:spTree>
    <p:extLst>
      <p:ext uri="{BB962C8B-B14F-4D97-AF65-F5344CB8AC3E}">
        <p14:creationId xmlns:p14="http://schemas.microsoft.com/office/powerpoint/2010/main" val="351219631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pic>
        <p:nvPicPr>
          <p:cNvPr id="7" name="Picture 6" descr="Two people looking at a tablet&#10;&#10;Description automatically generated with medium confidence">
            <a:extLst>
              <a:ext uri="{FF2B5EF4-FFF2-40B4-BE49-F238E27FC236}">
                <a16:creationId xmlns:a16="http://schemas.microsoft.com/office/drawing/2014/main" id="{EB6201E7-1DB4-4CDB-9727-4D2D1A8678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Subtitle 5">
            <a:extLst>
              <a:ext uri="{FF2B5EF4-FFF2-40B4-BE49-F238E27FC236}">
                <a16:creationId xmlns:a16="http://schemas.microsoft.com/office/drawing/2014/main" id="{5A8CBDA1-3828-428F-90D7-D8E7310B10EF}"/>
              </a:ext>
            </a:extLst>
          </p:cNvPr>
          <p:cNvSpPr txBox="1">
            <a:spLocks/>
          </p:cNvSpPr>
          <p:nvPr userDrawn="1"/>
        </p:nvSpPr>
        <p:spPr>
          <a:xfrm>
            <a:off x="1482438" y="5246255"/>
            <a:ext cx="6734282" cy="930609"/>
          </a:xfrm>
          <a:prstGeom prst="rect">
            <a:avLst/>
          </a:prstGeom>
          <a:effectLst/>
        </p:spPr>
        <p:txBody>
          <a:bodyP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endParaRPr lang="en-US" sz="2400" kern="0">
              <a:solidFill>
                <a:srgbClr val="FFFFFF"/>
              </a:solidFill>
              <a:latin typeface="IntelOne Display Medium" panose="020B0703020203020204" pitchFamily="34" charset="0"/>
            </a:endParaRPr>
          </a:p>
        </p:txBody>
      </p:sp>
      <p:sp>
        <p:nvSpPr>
          <p:cNvPr id="10" name="Title 9">
            <a:extLst>
              <a:ext uri="{FF2B5EF4-FFF2-40B4-BE49-F238E27FC236}">
                <a16:creationId xmlns:a16="http://schemas.microsoft.com/office/drawing/2014/main" id="{EE45FE4C-AF2B-4796-AFD4-D709A1CABFF8}"/>
              </a:ext>
            </a:extLst>
          </p:cNvPr>
          <p:cNvSpPr>
            <a:spLocks noGrp="1"/>
          </p:cNvSpPr>
          <p:nvPr>
            <p:ph type="title"/>
          </p:nvPr>
        </p:nvSpPr>
        <p:spPr>
          <a:xfrm>
            <a:off x="1482437" y="2766218"/>
            <a:ext cx="5491017" cy="2480037"/>
          </a:xfrm>
        </p:spPr>
        <p:txBody>
          <a:bodyPr>
            <a:noAutofit/>
          </a:bodyPr>
          <a:lstStyle>
            <a:lvl1pPr>
              <a:defRPr sz="6000">
                <a:solidFill>
                  <a:schemeClr val="bg1"/>
                </a:solidFill>
              </a:defRPr>
            </a:lvl1pPr>
          </a:lstStyle>
          <a:p>
            <a:r>
              <a:rPr lang="en-US"/>
              <a:t>Click to edit Master title style</a:t>
            </a:r>
          </a:p>
        </p:txBody>
      </p:sp>
      <p:sp>
        <p:nvSpPr>
          <p:cNvPr id="12" name="Text Placeholder 11">
            <a:extLst>
              <a:ext uri="{FF2B5EF4-FFF2-40B4-BE49-F238E27FC236}">
                <a16:creationId xmlns:a16="http://schemas.microsoft.com/office/drawing/2014/main" id="{3FBB7E08-F8E9-4EC0-BFD1-931AAA71B2F2}"/>
              </a:ext>
            </a:extLst>
          </p:cNvPr>
          <p:cNvSpPr>
            <a:spLocks noGrp="1"/>
          </p:cNvSpPr>
          <p:nvPr>
            <p:ph type="body" sz="quarter" idx="10"/>
          </p:nvPr>
        </p:nvSpPr>
        <p:spPr>
          <a:xfrm>
            <a:off x="1482438" y="5347422"/>
            <a:ext cx="5491016" cy="914400"/>
          </a:xfrm>
        </p:spPr>
        <p:txBody>
          <a:bodyPr>
            <a:normAutofit/>
          </a:bodyPr>
          <a:lstStyle>
            <a:lvl1pPr marL="0" indent="0">
              <a:buNone/>
              <a:defRPr sz="2400">
                <a:solidFill>
                  <a:schemeClr val="bg1"/>
                </a:solidFill>
                <a:latin typeface="IntelOne Display Medium" panose="020B0703020203020204" pitchFamily="34" charset="0"/>
              </a:defRPr>
            </a:lvl1pPr>
          </a:lstStyle>
          <a:p>
            <a:pPr lvl="0"/>
            <a:endParaRPr lang="en-US"/>
          </a:p>
        </p:txBody>
      </p:sp>
    </p:spTree>
    <p:extLst>
      <p:ext uri="{BB962C8B-B14F-4D97-AF65-F5344CB8AC3E}">
        <p14:creationId xmlns:p14="http://schemas.microsoft.com/office/powerpoint/2010/main" val="456320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Section Break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DD06A29-BBC6-494F-A59E-2D0B4F30B9A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174"/>
            <a:ext cx="12202447" cy="6861174"/>
          </a:xfrm>
          <a:prstGeom prst="rect">
            <a:avLst/>
          </a:prstGeom>
        </p:spPr>
      </p:pic>
      <p:sp>
        <p:nvSpPr>
          <p:cNvPr id="12" name="Title 11">
            <a:extLst>
              <a:ext uri="{FF2B5EF4-FFF2-40B4-BE49-F238E27FC236}">
                <a16:creationId xmlns:a16="http://schemas.microsoft.com/office/drawing/2014/main" id="{626255CE-0D5B-412F-B73D-2326DF86CCBE}"/>
              </a:ext>
            </a:extLst>
          </p:cNvPr>
          <p:cNvSpPr>
            <a:spLocks noGrp="1"/>
          </p:cNvSpPr>
          <p:nvPr>
            <p:ph type="title"/>
          </p:nvPr>
        </p:nvSpPr>
        <p:spPr>
          <a:xfrm>
            <a:off x="1833785" y="1743334"/>
            <a:ext cx="8781661" cy="1874852"/>
          </a:xfrm>
        </p:spPr>
        <p:txBody>
          <a:bodyPr>
            <a:normAutofit/>
          </a:bodyPr>
          <a:lstStyle>
            <a:lvl1pPr>
              <a:defRPr sz="6000">
                <a:latin typeface="IntelOne Display Light" panose="020B0403020203020204" pitchFamily="34" charset="0"/>
              </a:defRPr>
            </a:lvl1pPr>
          </a:lstStyle>
          <a:p>
            <a:r>
              <a:rPr lang="en-US"/>
              <a:t>Click to edit Master title style</a:t>
            </a:r>
          </a:p>
        </p:txBody>
      </p:sp>
      <p:sp>
        <p:nvSpPr>
          <p:cNvPr id="15" name="Text Placeholder 14">
            <a:extLst>
              <a:ext uri="{FF2B5EF4-FFF2-40B4-BE49-F238E27FC236}">
                <a16:creationId xmlns:a16="http://schemas.microsoft.com/office/drawing/2014/main" id="{C5FB3502-A6DE-4A32-8CF9-3A20486907D4}"/>
              </a:ext>
            </a:extLst>
          </p:cNvPr>
          <p:cNvSpPr>
            <a:spLocks noGrp="1"/>
          </p:cNvSpPr>
          <p:nvPr>
            <p:ph type="body" sz="quarter" idx="13"/>
          </p:nvPr>
        </p:nvSpPr>
        <p:spPr>
          <a:xfrm>
            <a:off x="1833563" y="3710273"/>
            <a:ext cx="5176837" cy="649287"/>
          </a:xfrm>
        </p:spPr>
        <p:txBody>
          <a:bodyPr>
            <a:normAutofit/>
          </a:bodyPr>
          <a:lstStyle>
            <a:lvl1pPr marL="0" indent="0">
              <a:buNone/>
              <a:defRPr sz="2400">
                <a:latin typeface="IntelOne Display Light" panose="020B0403020203020204" pitchFamily="34" charset="0"/>
              </a:defRPr>
            </a:lvl1pPr>
          </a:lstStyle>
          <a:p>
            <a:pPr lvl="0"/>
            <a:r>
              <a:rPr lang="en-US" dirty="0"/>
              <a:t>Click to edit Master text styles</a:t>
            </a:r>
          </a:p>
        </p:txBody>
      </p:sp>
    </p:spTree>
    <p:extLst>
      <p:ext uri="{BB962C8B-B14F-4D97-AF65-F5344CB8AC3E}">
        <p14:creationId xmlns:p14="http://schemas.microsoft.com/office/powerpoint/2010/main" val="4029219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Agenda / Review">
    <p:bg>
      <p:bgPr>
        <a:solidFill>
          <a:srgbClr val="FFE17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2BDAD-AB5E-4EF8-B743-B7880CF7A8D1}"/>
              </a:ext>
            </a:extLst>
          </p:cNvPr>
          <p:cNvSpPr>
            <a:spLocks noGrp="1"/>
          </p:cNvSpPr>
          <p:nvPr>
            <p:ph type="title"/>
          </p:nvPr>
        </p:nvSpPr>
        <p:spPr>
          <a:xfrm>
            <a:off x="484237" y="106709"/>
            <a:ext cx="10515600" cy="1325563"/>
          </a:xfrm>
        </p:spPr>
        <p:txBody>
          <a:bodyPr>
            <a:normAutofit/>
          </a:bodyPr>
          <a:lstStyle>
            <a:lvl1pPr>
              <a:defRPr sz="3600">
                <a:solidFill>
                  <a:schemeClr val="tx1"/>
                </a:solidFill>
                <a:latin typeface="IntelOne Display Light" panose="020B0403020203020204" pitchFamily="34" charset="0"/>
                <a:ea typeface="Intel Clear" panose="020B0604020203020204" pitchFamily="34" charset="0"/>
                <a:cs typeface="Intel Clear" panose="020B0604020203020204" pitchFamily="34" charset="0"/>
              </a:defRPr>
            </a:lvl1pPr>
          </a:lstStyle>
          <a:p>
            <a:r>
              <a:rPr lang="en-US" dirty="0"/>
              <a:t>Click to edit Master title style</a:t>
            </a:r>
          </a:p>
        </p:txBody>
      </p:sp>
      <p:sp>
        <p:nvSpPr>
          <p:cNvPr id="6" name="Rectangle 5">
            <a:extLst>
              <a:ext uri="{FF2B5EF4-FFF2-40B4-BE49-F238E27FC236}">
                <a16:creationId xmlns:a16="http://schemas.microsoft.com/office/drawing/2014/main" id="{BBB273A2-E6C0-461E-A111-BCFA9A5A05D0}"/>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EC91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8EBA6094-46BA-4F15-AD54-A9651D517946}"/>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EC91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8" name="Slide Number Placeholder 4">
            <a:extLst>
              <a:ext uri="{FF2B5EF4-FFF2-40B4-BE49-F238E27FC236}">
                <a16:creationId xmlns:a16="http://schemas.microsoft.com/office/drawing/2014/main" id="{2C557182-AD73-44F9-A962-23A93FC3C944}"/>
              </a:ext>
            </a:extLst>
          </p:cNvPr>
          <p:cNvSpPr>
            <a:spLocks noGrp="1"/>
          </p:cNvSpPr>
          <p:nvPr>
            <p:ph type="sldNum" sz="quarter" idx="12"/>
          </p:nvPr>
        </p:nvSpPr>
        <p:spPr>
          <a:xfrm>
            <a:off x="11725564" y="6495398"/>
            <a:ext cx="457200" cy="360363"/>
          </a:xfrm>
        </p:spPr>
        <p:txBody>
          <a:bodyPr/>
          <a:lstStyle>
            <a:lvl1pPr algn="ctr">
              <a:defRPr sz="1000">
                <a:solidFill>
                  <a:schemeClr val="tx1"/>
                </a:solidFill>
                <a:latin typeface="IntelOne Display Light" panose="020B0403020203020204" pitchFamily="34" charset="0"/>
              </a:defRPr>
            </a:lvl1pPr>
          </a:lstStyle>
          <a:p>
            <a:fld id="{8E424D08-BD54-4DFE-9D9D-D2FBE329B493}" type="slidenum">
              <a:rPr lang="en-US" smtClean="0"/>
              <a:pPr/>
              <a:t>‹#›</a:t>
            </a:fld>
            <a:endParaRPr lang="en-US"/>
          </a:p>
        </p:txBody>
      </p:sp>
      <p:sp>
        <p:nvSpPr>
          <p:cNvPr id="10" name="Text Placeholder 9">
            <a:extLst>
              <a:ext uri="{FF2B5EF4-FFF2-40B4-BE49-F238E27FC236}">
                <a16:creationId xmlns:a16="http://schemas.microsoft.com/office/drawing/2014/main" id="{38CD1580-7C2B-4F1C-8279-A3BE4A22DCFF}"/>
              </a:ext>
            </a:extLst>
          </p:cNvPr>
          <p:cNvSpPr>
            <a:spLocks noGrp="1"/>
          </p:cNvSpPr>
          <p:nvPr>
            <p:ph type="body" sz="quarter" idx="13"/>
          </p:nvPr>
        </p:nvSpPr>
        <p:spPr>
          <a:xfrm>
            <a:off x="484237" y="1432272"/>
            <a:ext cx="10069513" cy="3473450"/>
          </a:xfrm>
        </p:spPr>
        <p:txBody>
          <a:bodyPr>
            <a:normAutofit/>
          </a:bodyPr>
          <a:lstStyle>
            <a:lvl1pPr marL="360363" indent="-360363">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1pPr>
            <a:lvl2pPr marL="457200" indent="0">
              <a:buNone/>
              <a:defRPr/>
            </a:lvl2pPr>
          </a:lstStyle>
          <a:p>
            <a:pPr lvl="0"/>
            <a:r>
              <a:rPr lang="en-US" dirty="0"/>
              <a:t>Click to edit Master text styles</a:t>
            </a:r>
          </a:p>
        </p:txBody>
      </p:sp>
      <p:pic>
        <p:nvPicPr>
          <p:cNvPr id="11" name="Picture 10">
            <a:extLst>
              <a:ext uri="{FF2B5EF4-FFF2-40B4-BE49-F238E27FC236}">
                <a16:creationId xmlns:a16="http://schemas.microsoft.com/office/drawing/2014/main" id="{5286DD6F-4243-4C25-B836-618CD9B64E7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Tree>
    <p:extLst>
      <p:ext uri="{BB962C8B-B14F-4D97-AF65-F5344CB8AC3E}">
        <p14:creationId xmlns:p14="http://schemas.microsoft.com/office/powerpoint/2010/main" val="2214093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Normal 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CBE35-7284-41BD-A052-C38A3C9C757B}"/>
              </a:ext>
            </a:extLst>
          </p:cNvPr>
          <p:cNvSpPr>
            <a:spLocks noGrp="1"/>
          </p:cNvSpPr>
          <p:nvPr>
            <p:ph type="title"/>
          </p:nvPr>
        </p:nvSpPr>
        <p:spPr>
          <a:xfrm>
            <a:off x="431800" y="118268"/>
            <a:ext cx="10515600" cy="1325563"/>
          </a:xfrm>
        </p:spPr>
        <p:txBody>
          <a:bodyPr>
            <a:normAutofit/>
          </a:bodyPr>
          <a:lstStyle>
            <a:lvl1pPr>
              <a:defRPr sz="3600">
                <a:latin typeface="IntelOne Display Light" panose="020B0403020203020204" pitchFamily="34"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id="{62573FF1-8380-4CA6-94C0-5C13DD3EEDB1}"/>
              </a:ext>
            </a:extLst>
          </p:cNvPr>
          <p:cNvSpPr>
            <a:spLocks noGrp="1"/>
          </p:cNvSpPr>
          <p:nvPr>
            <p:ph type="body" sz="quarter" idx="13"/>
          </p:nvPr>
        </p:nvSpPr>
        <p:spPr>
          <a:xfrm>
            <a:off x="431799" y="1443831"/>
            <a:ext cx="10515600" cy="3998912"/>
          </a:xfrm>
        </p:spPr>
        <p:txBody>
          <a:bodyPr>
            <a:normAutofit/>
          </a:bodyPr>
          <a:lstStyle>
            <a:lvl1pPr marL="0" indent="0">
              <a:buClrTx/>
              <a:buFont typeface="Arial" panose="020B0604020202020204" pitchFamily="34" charset="0"/>
              <a:buNone/>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1pPr>
            <a:lvl2pPr marL="803275" indent="-346075">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2pPr>
            <a:lvl3pPr marL="1143000" indent="-228600">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3pPr>
            <a:lvl4pPr marL="1600200" indent="-228600">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4pPr>
            <a:lvl5pPr marL="2057400" indent="-228600">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81327F7B-5D69-4D60-B426-5AB8111F7B61}"/>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394BEC9C-8ADD-401E-860A-FC414480A6ED}"/>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12" name="Picture 11">
            <a:extLst>
              <a:ext uri="{FF2B5EF4-FFF2-40B4-BE49-F238E27FC236}">
                <a16:creationId xmlns:a16="http://schemas.microsoft.com/office/drawing/2014/main" id="{5DCCD2C6-79CC-485E-8D48-7E59D23DD5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
        <p:nvSpPr>
          <p:cNvPr id="13" name="Rectangle 12">
            <a:extLst>
              <a:ext uri="{FF2B5EF4-FFF2-40B4-BE49-F238E27FC236}">
                <a16:creationId xmlns:a16="http://schemas.microsoft.com/office/drawing/2014/main" id="{F4EC1346-44EE-40B5-8AF9-721E65E8EBB3}"/>
              </a:ext>
            </a:extLst>
          </p:cNvPr>
          <p:cNvSpPr/>
          <p:nvPr userDrawn="1"/>
        </p:nvSpPr>
        <p:spPr>
          <a:xfrm>
            <a:off x="11734801" y="6393067"/>
            <a:ext cx="457199" cy="464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4">
            <a:extLst>
              <a:ext uri="{FF2B5EF4-FFF2-40B4-BE49-F238E27FC236}">
                <a16:creationId xmlns:a16="http://schemas.microsoft.com/office/drawing/2014/main" id="{288DE5C8-3F15-477B-923C-9752FAF8DDB3}"/>
              </a:ext>
            </a:extLst>
          </p:cNvPr>
          <p:cNvSpPr>
            <a:spLocks noGrp="1"/>
          </p:cNvSpPr>
          <p:nvPr>
            <p:ph type="sldNum" sz="quarter" idx="12"/>
          </p:nvPr>
        </p:nvSpPr>
        <p:spPr>
          <a:xfrm>
            <a:off x="11725564" y="6495398"/>
            <a:ext cx="457200" cy="360363"/>
          </a:xfrm>
        </p:spPr>
        <p:txBody>
          <a:bodyPr/>
          <a:lstStyle>
            <a:lvl1pPr algn="ctr">
              <a:defRPr sz="1000">
                <a:solidFill>
                  <a:schemeClr val="tx1"/>
                </a:solidFill>
                <a:latin typeface="IntelOne Display Light" panose="020B0403020203020204" pitchFamily="34" charset="0"/>
              </a:defRPr>
            </a:lvl1pPr>
          </a:lstStyle>
          <a:p>
            <a:fld id="{8E424D08-BD54-4DFE-9D9D-D2FBE329B493}" type="slidenum">
              <a:rPr lang="en-US" smtClean="0"/>
              <a:pPr/>
              <a:t>‹#›</a:t>
            </a:fld>
            <a:endParaRPr lang="en-US"/>
          </a:p>
        </p:txBody>
      </p:sp>
    </p:spTree>
    <p:extLst>
      <p:ext uri="{BB962C8B-B14F-4D97-AF65-F5344CB8AC3E}">
        <p14:creationId xmlns:p14="http://schemas.microsoft.com/office/powerpoint/2010/main" val="1482343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Middle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96BED7D-D569-42D7-9F12-069C18C3B576}"/>
              </a:ext>
            </a:extLst>
          </p:cNvPr>
          <p:cNvSpPr>
            <a:spLocks noGrp="1"/>
          </p:cNvSpPr>
          <p:nvPr>
            <p:ph type="title"/>
          </p:nvPr>
        </p:nvSpPr>
        <p:spPr>
          <a:xfrm>
            <a:off x="247073" y="2766218"/>
            <a:ext cx="10515600" cy="1325563"/>
          </a:xfrm>
        </p:spPr>
        <p:txBody>
          <a:bodyPr>
            <a:normAutofit/>
          </a:bodyPr>
          <a:lstStyle>
            <a:lvl1pPr algn="l">
              <a:defRPr sz="4800">
                <a:solidFill>
                  <a:schemeClr val="tx1"/>
                </a:solidFill>
                <a:latin typeface="IntelOne Display Light" panose="020B0403020203020204" pitchFamily="34" charset="0"/>
                <a:ea typeface="Intel Clear Light" panose="020B0404020203020204" pitchFamily="34" charset="0"/>
                <a:cs typeface="Intel Clear Light" panose="020B0404020203020204" pitchFamily="34" charset="0"/>
              </a:defRPr>
            </a:lvl1pPr>
          </a:lstStyle>
          <a:p>
            <a:r>
              <a:rPr lang="en-US"/>
              <a:t>Click to edit Master title style</a:t>
            </a:r>
          </a:p>
        </p:txBody>
      </p:sp>
      <p:sp>
        <p:nvSpPr>
          <p:cNvPr id="7" name="Text Placeholder 9">
            <a:extLst>
              <a:ext uri="{FF2B5EF4-FFF2-40B4-BE49-F238E27FC236}">
                <a16:creationId xmlns:a16="http://schemas.microsoft.com/office/drawing/2014/main" id="{561A9DAA-C3BB-4385-9293-B4AC1C09835C}"/>
              </a:ext>
            </a:extLst>
          </p:cNvPr>
          <p:cNvSpPr>
            <a:spLocks noGrp="1"/>
          </p:cNvSpPr>
          <p:nvPr>
            <p:ph type="body" sz="quarter" idx="10"/>
          </p:nvPr>
        </p:nvSpPr>
        <p:spPr>
          <a:xfrm>
            <a:off x="247073" y="4116720"/>
            <a:ext cx="10515600" cy="569482"/>
          </a:xfrm>
        </p:spPr>
        <p:txBody>
          <a:bodyPr>
            <a:normAutofit/>
          </a:bodyPr>
          <a:lstStyle>
            <a:lvl1pPr marL="0" indent="0" algn="l">
              <a:buNone/>
              <a:defRPr sz="2400">
                <a:solidFill>
                  <a:schemeClr val="tx1"/>
                </a:solidFill>
                <a:latin typeface="IntelOne Text" panose="020B0503020203020204" pitchFamily="34" charset="0"/>
                <a:ea typeface="Intel Clear" panose="020B0604020203020204" pitchFamily="34" charset="0"/>
                <a:cs typeface="Intel Clear" panose="020B0604020203020204" pitchFamily="34" charset="0"/>
              </a:defRPr>
            </a:lvl1pPr>
          </a:lstStyle>
          <a:p>
            <a:pPr lvl="0"/>
            <a:r>
              <a:rPr lang="en-US" dirty="0"/>
              <a:t>Click to edit Master text styles</a:t>
            </a:r>
          </a:p>
        </p:txBody>
      </p:sp>
      <p:sp>
        <p:nvSpPr>
          <p:cNvPr id="8" name="Rectangle 7">
            <a:extLst>
              <a:ext uri="{FF2B5EF4-FFF2-40B4-BE49-F238E27FC236}">
                <a16:creationId xmlns:a16="http://schemas.microsoft.com/office/drawing/2014/main" id="{B280199E-6402-4A47-AF9E-49CBE919EC18}"/>
              </a:ext>
            </a:extLst>
          </p:cNvPr>
          <p:cNvSpPr/>
          <p:nvPr userDrawn="1"/>
        </p:nvSpPr>
        <p:spPr>
          <a:xfrm>
            <a:off x="11734800" y="6393067"/>
            <a:ext cx="457199" cy="464933"/>
          </a:xfrm>
          <a:prstGeom prst="rect">
            <a:avLst/>
          </a:prstGeom>
          <a:solidFill>
            <a:srgbClr val="FFE1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82AD13B-3823-4A4E-8E3E-36B29C7D2F15}"/>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EC91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0" name="Rectangle 9">
            <a:extLst>
              <a:ext uri="{FF2B5EF4-FFF2-40B4-BE49-F238E27FC236}">
                <a16:creationId xmlns:a16="http://schemas.microsoft.com/office/drawing/2014/main" id="{F3BA46FF-BE4C-40D5-9117-26F774E10EBB}"/>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EC91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2" name="Slide Number Placeholder 4">
            <a:extLst>
              <a:ext uri="{FF2B5EF4-FFF2-40B4-BE49-F238E27FC236}">
                <a16:creationId xmlns:a16="http://schemas.microsoft.com/office/drawing/2014/main" id="{F6B3439C-D352-4A93-BBAE-FB1967E4B471}"/>
              </a:ext>
            </a:extLst>
          </p:cNvPr>
          <p:cNvSpPr>
            <a:spLocks noGrp="1"/>
          </p:cNvSpPr>
          <p:nvPr>
            <p:ph type="sldNum" sz="quarter" idx="12"/>
          </p:nvPr>
        </p:nvSpPr>
        <p:spPr>
          <a:xfrm>
            <a:off x="11734799" y="6497493"/>
            <a:ext cx="457201" cy="365125"/>
          </a:xfrm>
        </p:spPr>
        <p:txBody>
          <a:bodyPr/>
          <a:lstStyle>
            <a:lvl1pPr algn="ctr">
              <a:defRPr sz="1000">
                <a:solidFill>
                  <a:schemeClr val="tx1"/>
                </a:solidFill>
                <a:latin typeface="IntelOne Display Regular" panose="020B0503020203020204" pitchFamily="34" charset="0"/>
              </a:defRPr>
            </a:lvl1pPr>
          </a:lstStyle>
          <a:p>
            <a:fld id="{8E424D08-BD54-4DFE-9D9D-D2FBE329B493}" type="slidenum">
              <a:rPr lang="en-US" smtClean="0"/>
              <a:pPr/>
              <a:t>‹#›</a:t>
            </a:fld>
            <a:endParaRPr lang="en-US"/>
          </a:p>
        </p:txBody>
      </p:sp>
      <p:pic>
        <p:nvPicPr>
          <p:cNvPr id="13" name="Picture 12">
            <a:extLst>
              <a:ext uri="{FF2B5EF4-FFF2-40B4-BE49-F238E27FC236}">
                <a16:creationId xmlns:a16="http://schemas.microsoft.com/office/drawing/2014/main" id="{EB6B7DF1-6569-40DD-BF68-964EEE4A57A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Tree>
    <p:extLst>
      <p:ext uri="{BB962C8B-B14F-4D97-AF65-F5344CB8AC3E}">
        <p14:creationId xmlns:p14="http://schemas.microsoft.com/office/powerpoint/2010/main" val="341859089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Highlight Activity">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7805233-F8BA-46EC-B1E4-4229467ED8E3}"/>
              </a:ext>
            </a:extLst>
          </p:cNvPr>
          <p:cNvSpPr/>
          <p:nvPr userDrawn="1"/>
        </p:nvSpPr>
        <p:spPr>
          <a:xfrm>
            <a:off x="11734800" y="6393067"/>
            <a:ext cx="457199" cy="464933"/>
          </a:xfrm>
          <a:prstGeom prst="rect">
            <a:avLst/>
          </a:prstGeom>
          <a:solidFill>
            <a:srgbClr val="FFE1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CFB301-EC50-4EF2-96C0-4EEC5BC782C7}"/>
              </a:ext>
            </a:extLst>
          </p:cNvPr>
          <p:cNvSpPr>
            <a:spLocks noGrp="1"/>
          </p:cNvSpPr>
          <p:nvPr>
            <p:ph type="title"/>
          </p:nvPr>
        </p:nvSpPr>
        <p:spPr>
          <a:xfrm>
            <a:off x="838200" y="2766218"/>
            <a:ext cx="10515600" cy="1325563"/>
          </a:xfrm>
        </p:spPr>
        <p:txBody>
          <a:bodyPr>
            <a:normAutofit/>
          </a:bodyPr>
          <a:lstStyle>
            <a:lvl1pPr algn="ctr">
              <a:defRPr sz="4800">
                <a:solidFill>
                  <a:schemeClr val="tx1"/>
                </a:solidFill>
                <a:latin typeface="IntelOne Display Light" panose="020B0403020203020204" pitchFamily="34" charset="0"/>
                <a:ea typeface="Intel Clear Light" panose="020B0404020203020204" pitchFamily="34" charset="0"/>
                <a:cs typeface="Intel Clear Light" panose="020B0404020203020204" pitchFamily="34" charset="0"/>
              </a:defRPr>
            </a:lvl1pPr>
          </a:lstStyle>
          <a:p>
            <a:r>
              <a:rPr lang="en-US" dirty="0"/>
              <a:t>Click to edit Master title style</a:t>
            </a:r>
          </a:p>
        </p:txBody>
      </p:sp>
      <p:sp>
        <p:nvSpPr>
          <p:cNvPr id="6" name="Rectangle 5">
            <a:extLst>
              <a:ext uri="{FF2B5EF4-FFF2-40B4-BE49-F238E27FC236}">
                <a16:creationId xmlns:a16="http://schemas.microsoft.com/office/drawing/2014/main" id="{BBF0E2E8-A004-464E-A2AF-10775EEB0148}"/>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EC91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1481DB0A-17A5-43CE-831C-C3A5BFFA44D7}"/>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EC91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0" name="Text Placeholder 9">
            <a:extLst>
              <a:ext uri="{FF2B5EF4-FFF2-40B4-BE49-F238E27FC236}">
                <a16:creationId xmlns:a16="http://schemas.microsoft.com/office/drawing/2014/main" id="{CBD8EFD3-BFC6-4C7C-BDDE-FFEF368EA181}"/>
              </a:ext>
            </a:extLst>
          </p:cNvPr>
          <p:cNvSpPr>
            <a:spLocks noGrp="1"/>
          </p:cNvSpPr>
          <p:nvPr>
            <p:ph type="body" sz="quarter" idx="10"/>
          </p:nvPr>
        </p:nvSpPr>
        <p:spPr>
          <a:xfrm>
            <a:off x="838200" y="4196482"/>
            <a:ext cx="10515600" cy="1724025"/>
          </a:xfrm>
        </p:spPr>
        <p:txBody>
          <a:bodyPr>
            <a:normAutofit/>
          </a:bodyPr>
          <a:lstStyle>
            <a:lvl1pPr marL="0" indent="0" algn="ctr">
              <a:buNone/>
              <a:defRPr sz="2400">
                <a:solidFill>
                  <a:schemeClr val="tx1"/>
                </a:solidFill>
                <a:latin typeface="IntelOne Text" panose="020B0503020203020204" pitchFamily="34" charset="0"/>
                <a:ea typeface="Intel Clear" panose="020B0604020203020204" pitchFamily="34" charset="0"/>
                <a:cs typeface="Intel Clear" panose="020B0604020203020204" pitchFamily="34" charset="0"/>
              </a:defRPr>
            </a:lvl1pPr>
          </a:lstStyle>
          <a:p>
            <a:pPr lvl="0"/>
            <a:r>
              <a:rPr lang="en-US" dirty="0"/>
              <a:t>Click to edit Master text styles</a:t>
            </a:r>
          </a:p>
        </p:txBody>
      </p:sp>
      <p:sp>
        <p:nvSpPr>
          <p:cNvPr id="9" name="Rectangle 8">
            <a:extLst>
              <a:ext uri="{FF2B5EF4-FFF2-40B4-BE49-F238E27FC236}">
                <a16:creationId xmlns:a16="http://schemas.microsoft.com/office/drawing/2014/main" id="{76EC008B-EA1F-4462-888E-A0656A511144}"/>
              </a:ext>
              <a:ext uri="{C183D7F6-B498-43B3-948B-1728B52AA6E4}">
                <adec:decorative xmlns:adec="http://schemas.microsoft.com/office/drawing/2017/decorative" val="1"/>
              </a:ext>
            </a:extLst>
          </p:cNvPr>
          <p:cNvSpPr/>
          <p:nvPr userDrawn="1"/>
        </p:nvSpPr>
        <p:spPr>
          <a:xfrm>
            <a:off x="0" y="0"/>
            <a:ext cx="457200" cy="6400800"/>
          </a:xfrm>
          <a:prstGeom prst="rect">
            <a:avLst/>
          </a:prstGeom>
          <a:solidFill>
            <a:srgbClr val="FEC91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8B76B8CC-7532-4945-BC51-D01468AD25C9}"/>
              </a:ext>
              <a:ext uri="{C183D7F6-B498-43B3-948B-1728B52AA6E4}">
                <adec:decorative xmlns:adec="http://schemas.microsoft.com/office/drawing/2017/decorative" val="1"/>
              </a:ext>
            </a:extLst>
          </p:cNvPr>
          <p:cNvSpPr/>
          <p:nvPr userDrawn="1"/>
        </p:nvSpPr>
        <p:spPr>
          <a:xfrm>
            <a:off x="457200" y="-3695"/>
            <a:ext cx="11734800" cy="457200"/>
          </a:xfrm>
          <a:prstGeom prst="rect">
            <a:avLst/>
          </a:prstGeom>
          <a:solidFill>
            <a:srgbClr val="FEC91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2" name="Slide Number Placeholder 4">
            <a:extLst>
              <a:ext uri="{FF2B5EF4-FFF2-40B4-BE49-F238E27FC236}">
                <a16:creationId xmlns:a16="http://schemas.microsoft.com/office/drawing/2014/main" id="{D8A1B080-B410-4A06-AC12-B1F43BD4D2B8}"/>
              </a:ext>
            </a:extLst>
          </p:cNvPr>
          <p:cNvSpPr>
            <a:spLocks noGrp="1"/>
          </p:cNvSpPr>
          <p:nvPr>
            <p:ph type="sldNum" sz="quarter" idx="12"/>
          </p:nvPr>
        </p:nvSpPr>
        <p:spPr>
          <a:xfrm>
            <a:off x="11734799" y="6497493"/>
            <a:ext cx="457201" cy="365125"/>
          </a:xfrm>
        </p:spPr>
        <p:txBody>
          <a:bodyPr/>
          <a:lstStyle>
            <a:lvl1pPr algn="ctr">
              <a:defRPr sz="1000">
                <a:solidFill>
                  <a:schemeClr val="tx1"/>
                </a:solidFill>
                <a:latin typeface="IntelOne Display Regular" panose="020B0503020203020204" pitchFamily="34" charset="0"/>
              </a:defRPr>
            </a:lvl1pPr>
          </a:lstStyle>
          <a:p>
            <a:fld id="{8E424D08-BD54-4DFE-9D9D-D2FBE329B493}" type="slidenum">
              <a:rPr lang="en-US" smtClean="0"/>
              <a:pPr/>
              <a:t>‹#›</a:t>
            </a:fld>
            <a:endParaRPr lang="en-US"/>
          </a:p>
        </p:txBody>
      </p:sp>
      <p:pic>
        <p:nvPicPr>
          <p:cNvPr id="14" name="Picture 13">
            <a:extLst>
              <a:ext uri="{FF2B5EF4-FFF2-40B4-BE49-F238E27FC236}">
                <a16:creationId xmlns:a16="http://schemas.microsoft.com/office/drawing/2014/main" id="{A4ACC207-3AA0-4B2D-8017-915C3CA3F0A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Tree>
    <p:extLst>
      <p:ext uri="{BB962C8B-B14F-4D97-AF65-F5344CB8AC3E}">
        <p14:creationId xmlns:p14="http://schemas.microsoft.com/office/powerpoint/2010/main" val="2112205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Recap Visual Slide">
    <p:spTree>
      <p:nvGrpSpPr>
        <p:cNvPr id="1" name=""/>
        <p:cNvGrpSpPr/>
        <p:nvPr/>
      </p:nvGrpSpPr>
      <p:grpSpPr>
        <a:xfrm>
          <a:off x="0" y="0"/>
          <a:ext cx="0" cy="0"/>
          <a:chOff x="0" y="0"/>
          <a:chExt cx="0" cy="0"/>
        </a:xfrm>
      </p:grpSpPr>
      <p:pic>
        <p:nvPicPr>
          <p:cNvPr id="8" name="Picture 7" descr="A picture containing text, person, yellow&#10;&#10;Description automatically generated">
            <a:extLst>
              <a:ext uri="{FF2B5EF4-FFF2-40B4-BE49-F238E27FC236}">
                <a16:creationId xmlns:a16="http://schemas.microsoft.com/office/drawing/2014/main" id="{DD0D5D53-61B5-4DC8-99D1-C4DF735C1D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4">
            <a:extLst>
              <a:ext uri="{FF2B5EF4-FFF2-40B4-BE49-F238E27FC236}">
                <a16:creationId xmlns:a16="http://schemas.microsoft.com/office/drawing/2014/main" id="{8A732683-D02F-4F0C-97AF-E78A422C5052}"/>
              </a:ext>
            </a:extLst>
          </p:cNvPr>
          <p:cNvSpPr txBox="1">
            <a:spLocks/>
          </p:cNvSpPr>
          <p:nvPr userDrawn="1"/>
        </p:nvSpPr>
        <p:spPr>
          <a:xfrm>
            <a:off x="8880600" y="2827905"/>
            <a:ext cx="2757218" cy="1874852"/>
          </a:xfrm>
          <a:prstGeom prst="rect">
            <a:avLst/>
          </a:prstGeom>
        </p:spPr>
        <p:txBody>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500" b="0" i="0" u="none" strike="noStrike" kern="1200" cap="none" spc="0" normalizeH="0" baseline="0" noProof="0">
                <a:ln>
                  <a:noFill/>
                </a:ln>
                <a:solidFill>
                  <a:srgbClr val="000000"/>
                </a:solidFill>
                <a:effectLst/>
                <a:uLnTx/>
                <a:uFillTx/>
                <a:latin typeface="IntelOne Display Light"/>
                <a:ea typeface="+mj-ea"/>
                <a:cs typeface="+mj-cs"/>
              </a:rPr>
              <a:t>Recap</a:t>
            </a:r>
          </a:p>
        </p:txBody>
      </p:sp>
    </p:spTree>
    <p:extLst>
      <p:ext uri="{BB962C8B-B14F-4D97-AF65-F5344CB8AC3E}">
        <p14:creationId xmlns:p14="http://schemas.microsoft.com/office/powerpoint/2010/main" val="73987080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ection Breaker Image">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DF23EF7B-73F3-4F29-B519-A022F84587BC}"/>
              </a:ext>
            </a:extLst>
          </p:cNvPr>
          <p:cNvSpPr txBox="1"/>
          <p:nvPr userDrawn="1"/>
        </p:nvSpPr>
        <p:spPr>
          <a:xfrm>
            <a:off x="1515309" y="3581295"/>
            <a:ext cx="2837616"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lvl="0" indent="0" defTabSz="2438338" rtl="0" eaLnBrk="1"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IntelOne Text" panose="020B0503020203020204"/>
                <a:sym typeface="Helvetica Neue"/>
              </a:rPr>
              <a:t>     </a:t>
            </a:r>
            <a:endParaRPr kumimoji="0" lang="en-SG" sz="800" i="0" u="none" strike="noStrike" cap="none" spc="0" normalizeH="0" baseline="0">
              <a:ln>
                <a:noFill/>
              </a:ln>
              <a:solidFill>
                <a:schemeClr val="bg1"/>
              </a:solidFill>
              <a:effectLst/>
              <a:uFillTx/>
              <a:latin typeface="IntelOne Text" panose="020B0503020203020204"/>
              <a:sym typeface="Helvetica Neue"/>
            </a:endParaRPr>
          </a:p>
        </p:txBody>
      </p:sp>
      <p:sp>
        <p:nvSpPr>
          <p:cNvPr id="8" name="Rectangle 7">
            <a:extLst>
              <a:ext uri="{FF2B5EF4-FFF2-40B4-BE49-F238E27FC236}">
                <a16:creationId xmlns:a16="http://schemas.microsoft.com/office/drawing/2014/main" id="{A0BF546C-D4FE-46B0-890A-BAE5412CA584}"/>
              </a:ext>
            </a:extLst>
          </p:cNvPr>
          <p:cNvSpPr/>
          <p:nvPr userDrawn="1"/>
        </p:nvSpPr>
        <p:spPr>
          <a:xfrm>
            <a:off x="1181933" y="1160392"/>
            <a:ext cx="3314700" cy="3314700"/>
          </a:xfrm>
          <a:prstGeom prst="rect">
            <a:avLst/>
          </a:prstGeom>
          <a:solidFill>
            <a:srgbClr val="FEC91B">
              <a:alpha val="94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IntelOne Display Regular"/>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44EEA707-BBDA-4939-847D-F6BF56EAB129}"/>
              </a:ext>
            </a:extLst>
          </p:cNvPr>
          <p:cNvSpPr/>
          <p:nvPr userDrawn="1"/>
        </p:nvSpPr>
        <p:spPr>
          <a:xfrm>
            <a:off x="797124" y="4475092"/>
            <a:ext cx="384809" cy="384809"/>
          </a:xfrm>
          <a:prstGeom prst="rect">
            <a:avLst/>
          </a:prstGeom>
          <a:solidFill>
            <a:srgbClr val="FEC91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IntelOne Display Regular"/>
              <a:ea typeface="Helvetica Neue Medium"/>
              <a:cs typeface="Helvetica Neue Medium"/>
              <a:sym typeface="Helvetica Neue Medium"/>
            </a:endParaRPr>
          </a:p>
        </p:txBody>
      </p:sp>
      <p:sp>
        <p:nvSpPr>
          <p:cNvPr id="10" name="Rectangle 9">
            <a:extLst>
              <a:ext uri="{FF2B5EF4-FFF2-40B4-BE49-F238E27FC236}">
                <a16:creationId xmlns:a16="http://schemas.microsoft.com/office/drawing/2014/main" id="{B0ABBF28-5873-4489-A5B7-98A7A59CF148}"/>
              </a:ext>
            </a:extLst>
          </p:cNvPr>
          <p:cNvSpPr/>
          <p:nvPr userDrawn="1"/>
        </p:nvSpPr>
        <p:spPr>
          <a:xfrm>
            <a:off x="622806" y="4300774"/>
            <a:ext cx="174318" cy="174318"/>
          </a:xfrm>
          <a:prstGeom prst="rect">
            <a:avLst/>
          </a:prstGeom>
          <a:solidFill>
            <a:srgbClr val="FFE17A"/>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IntelOne Display Regular"/>
              <a:ea typeface="Helvetica Neue Medium"/>
              <a:cs typeface="Helvetica Neue Medium"/>
              <a:sym typeface="Helvetica Neue Medium"/>
            </a:endParaRPr>
          </a:p>
        </p:txBody>
      </p:sp>
      <p:sp>
        <p:nvSpPr>
          <p:cNvPr id="11" name="Title 2">
            <a:extLst>
              <a:ext uri="{FF2B5EF4-FFF2-40B4-BE49-F238E27FC236}">
                <a16:creationId xmlns:a16="http://schemas.microsoft.com/office/drawing/2014/main" id="{ED8DC6DA-718B-40B6-9A85-6F4DC03927E1}"/>
              </a:ext>
            </a:extLst>
          </p:cNvPr>
          <p:cNvSpPr>
            <a:spLocks noGrp="1"/>
          </p:cNvSpPr>
          <p:nvPr>
            <p:ph type="title" idx="4294967295"/>
          </p:nvPr>
        </p:nvSpPr>
        <p:spPr>
          <a:xfrm>
            <a:off x="1391067" y="1694763"/>
            <a:ext cx="2961858" cy="882650"/>
          </a:xfrm>
        </p:spPr>
        <p:txBody>
          <a:bodyPr>
            <a:noAutofit/>
          </a:bodyPr>
          <a:lstStyle>
            <a:lvl1pPr>
              <a:defRPr sz="3200">
                <a:latin typeface="IntelOne Display Light" panose="020B0403020203020204" pitchFamily="34" charset="0"/>
              </a:defRPr>
            </a:lvl1pPr>
          </a:lstStyle>
          <a:p>
            <a:endParaRPr lang="en-US">
              <a:solidFill>
                <a:schemeClr val="bg1"/>
              </a:solidFill>
            </a:endParaRPr>
          </a:p>
        </p:txBody>
      </p:sp>
      <p:sp>
        <p:nvSpPr>
          <p:cNvPr id="14" name="Text Placeholder 13">
            <a:extLst>
              <a:ext uri="{FF2B5EF4-FFF2-40B4-BE49-F238E27FC236}">
                <a16:creationId xmlns:a16="http://schemas.microsoft.com/office/drawing/2014/main" id="{611D1104-AF7C-43B8-A67A-406E733487BE}"/>
              </a:ext>
            </a:extLst>
          </p:cNvPr>
          <p:cNvSpPr>
            <a:spLocks noGrp="1"/>
          </p:cNvSpPr>
          <p:nvPr>
            <p:ph type="body" sz="quarter" idx="11" hasCustomPrompt="1"/>
          </p:nvPr>
        </p:nvSpPr>
        <p:spPr>
          <a:xfrm>
            <a:off x="1390233" y="3575050"/>
            <a:ext cx="2961858" cy="705538"/>
          </a:xfrm>
        </p:spPr>
        <p:txBody>
          <a:bodyPr>
            <a:normAutofit/>
          </a:bodyPr>
          <a:lstStyle>
            <a:lvl1pPr marL="0" indent="0">
              <a:buNone/>
              <a:defRPr sz="1000">
                <a:solidFill>
                  <a:schemeClr val="bg1"/>
                </a:solidFill>
                <a:latin typeface="IntelOne Text" panose="020B0503020203020204"/>
              </a:defRPr>
            </a:lvl1pPr>
          </a:lstStyle>
          <a:p>
            <a:pPr lvl="0"/>
            <a:r>
              <a:rPr lang="en-US"/>
              <a:t>  </a:t>
            </a:r>
          </a:p>
        </p:txBody>
      </p:sp>
    </p:spTree>
    <p:extLst>
      <p:ext uri="{BB962C8B-B14F-4D97-AF65-F5344CB8AC3E}">
        <p14:creationId xmlns:p14="http://schemas.microsoft.com/office/powerpoint/2010/main" val="549662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Presentation Ending">
    <p:spTree>
      <p:nvGrpSpPr>
        <p:cNvPr id="1" name=""/>
        <p:cNvGrpSpPr/>
        <p:nvPr/>
      </p:nvGrpSpPr>
      <p:grpSpPr>
        <a:xfrm>
          <a:off x="0" y="0"/>
          <a:ext cx="0" cy="0"/>
          <a:chOff x="0" y="0"/>
          <a:chExt cx="0" cy="0"/>
        </a:xfrm>
      </p:grpSpPr>
      <p:pic>
        <p:nvPicPr>
          <p:cNvPr id="7" name="Picture 6" descr="A group of people looking at a computer&#10;&#10;Description automatically generated with medium confidence">
            <a:extLst>
              <a:ext uri="{FF2B5EF4-FFF2-40B4-BE49-F238E27FC236}">
                <a16:creationId xmlns:a16="http://schemas.microsoft.com/office/drawing/2014/main" id="{03A49E46-7B2E-4A04-A9AE-6DE0BC3E48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Picture 7" descr="Graphical user interface&#10;&#10;Description automatically generated">
            <a:extLst>
              <a:ext uri="{FF2B5EF4-FFF2-40B4-BE49-F238E27FC236}">
                <a16:creationId xmlns:a16="http://schemas.microsoft.com/office/drawing/2014/main" id="{0E412BC7-9ADA-4C69-8246-7C6B184AAFB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6633" y="432187"/>
            <a:ext cx="7567992" cy="4255427"/>
          </a:xfrm>
          <a:prstGeom prst="rect">
            <a:avLst/>
          </a:prstGeom>
        </p:spPr>
      </p:pic>
    </p:spTree>
    <p:extLst>
      <p:ext uri="{BB962C8B-B14F-4D97-AF65-F5344CB8AC3E}">
        <p14:creationId xmlns:p14="http://schemas.microsoft.com/office/powerpoint/2010/main" val="219548193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Start / Finish">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114302C-CDBA-4310-9D21-7E66494CDFB0}"/>
              </a:ext>
            </a:extLst>
          </p:cNvPr>
          <p:cNvSpPr>
            <a:spLocks noGrp="1"/>
          </p:cNvSpPr>
          <p:nvPr>
            <p:ph type="pic" sz="quarter" idx="10"/>
          </p:nvPr>
        </p:nvSpPr>
        <p:spPr>
          <a:xfrm>
            <a:off x="0" y="0"/>
            <a:ext cx="12192000" cy="6858000"/>
          </a:xfrm>
        </p:spPr>
        <p:txBody>
          <a:bodyPr/>
          <a:lstStyle>
            <a:lvl1pPr marL="0" indent="0">
              <a:buNone/>
              <a:defRPr/>
            </a:lvl1pPr>
          </a:lstStyle>
          <a:p>
            <a:endParaRPr lang="en-US"/>
          </a:p>
        </p:txBody>
      </p:sp>
    </p:spTree>
    <p:extLst>
      <p:ext uri="{BB962C8B-B14F-4D97-AF65-F5344CB8AC3E}">
        <p14:creationId xmlns:p14="http://schemas.microsoft.com/office/powerpoint/2010/main" val="345974076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Title with Frame White">
    <p:bg>
      <p:bgPr>
        <a:solidFill>
          <a:schemeClr val="bg1">
            <a:lumMod val="9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5A302-45A3-481F-BFAB-9A074C3F7794}"/>
              </a:ext>
              <a:ext uri="{C183D7F6-B498-43B3-948B-1728B52AA6E4}">
                <adec:decorative xmlns:adec="http://schemas.microsoft.com/office/drawing/2017/decorative" val="1"/>
              </a:ext>
            </a:extLst>
          </p:cNvPr>
          <p:cNvSpPr/>
          <p:nvPr userDrawn="1"/>
        </p:nvSpPr>
        <p:spPr>
          <a:xfrm>
            <a:off x="457200" y="464127"/>
            <a:ext cx="11286348" cy="594483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8DFA79AD-8981-4F51-8CC1-43C885681348}"/>
              </a:ext>
            </a:extLst>
          </p:cNvPr>
          <p:cNvSpPr>
            <a:spLocks noGrp="1"/>
          </p:cNvSpPr>
          <p:nvPr>
            <p:ph type="title"/>
          </p:nvPr>
        </p:nvSpPr>
        <p:spPr>
          <a:xfrm>
            <a:off x="806922" y="1828800"/>
            <a:ext cx="10557387" cy="3200400"/>
          </a:xfrm>
        </p:spPr>
        <p:txBody>
          <a:bodyPr>
            <a:normAutofit/>
          </a:bodyPr>
          <a:lstStyle>
            <a:lvl1pPr algn="ctr">
              <a:defRPr sz="4800">
                <a:solidFill>
                  <a:schemeClr val="accent1"/>
                </a:solidFill>
              </a:defRPr>
            </a:lvl1pPr>
          </a:lstStyle>
          <a:p>
            <a:r>
              <a:rPr lang="en-US" dirty="0"/>
              <a:t>Click to edit Master title style</a:t>
            </a:r>
          </a:p>
        </p:txBody>
      </p:sp>
      <p:sp>
        <p:nvSpPr>
          <p:cNvPr id="4" name="Rectangle 3">
            <a:extLst>
              <a:ext uri="{FF2B5EF4-FFF2-40B4-BE49-F238E27FC236}">
                <a16:creationId xmlns:a16="http://schemas.microsoft.com/office/drawing/2014/main" id="{56A6F6B2-1DD0-42F2-9039-5327CC0EF19D}"/>
              </a:ext>
              <a:ext uri="{C183D7F6-B498-43B3-948B-1728B52AA6E4}">
                <adec:decorative xmlns:adec="http://schemas.microsoft.com/office/drawing/2017/decorative" val="1"/>
              </a:ext>
            </a:extLst>
          </p:cNvPr>
          <p:cNvSpPr/>
          <p:nvPr userDrawn="1"/>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5" name="TextBox 4">
            <a:extLst>
              <a:ext uri="{FF2B5EF4-FFF2-40B4-BE49-F238E27FC236}">
                <a16:creationId xmlns:a16="http://schemas.microsoft.com/office/drawing/2014/main" id="{7DB3A20D-927D-4DD1-8E5E-A3AC6EDE3968}"/>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77504936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923183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24B4991-1563-CD48-A701-9F919CD703A7}"/>
              </a:ext>
            </a:extLst>
          </p:cNvPr>
          <p:cNvSpPr>
            <a:spLocks noGrp="1"/>
          </p:cNvSpPr>
          <p:nvPr>
            <p:ph type="pic" sz="quarter" idx="10"/>
          </p:nvPr>
        </p:nvSpPr>
        <p:spPr>
          <a:xfrm>
            <a:off x="0" y="0"/>
            <a:ext cx="12192000" cy="6858000"/>
          </a:xfrm>
        </p:spPr>
        <p:txBody>
          <a:bodyPr/>
          <a:lstStyle/>
          <a:p>
            <a:endParaRPr lang="en-US"/>
          </a:p>
        </p:txBody>
      </p:sp>
      <p:pic>
        <p:nvPicPr>
          <p:cNvPr id="13" name="Picture 12">
            <a:extLst>
              <a:ext uri="{FF2B5EF4-FFF2-40B4-BE49-F238E27FC236}">
                <a16:creationId xmlns:a16="http://schemas.microsoft.com/office/drawing/2014/main" id="{5285161C-9BA7-5E4E-B54D-8D68B1F07DD7}"/>
              </a:ext>
            </a:extLst>
          </p:cNvPr>
          <p:cNvPicPr>
            <a:picLocks noChangeAspect="1"/>
          </p:cNvPicPr>
          <p:nvPr userDrawn="1"/>
        </p:nvPicPr>
        <p:blipFill>
          <a:blip r:embed="rId2"/>
          <a:stretch>
            <a:fillRect/>
          </a:stretch>
        </p:blipFill>
        <p:spPr>
          <a:xfrm>
            <a:off x="0" y="0"/>
            <a:ext cx="7638757" cy="7638757"/>
          </a:xfrm>
          <a:prstGeom prst="rect">
            <a:avLst/>
          </a:prstGeom>
        </p:spPr>
      </p:pic>
      <p:pic>
        <p:nvPicPr>
          <p:cNvPr id="6" name="Picture 5">
            <a:extLst>
              <a:ext uri="{FF2B5EF4-FFF2-40B4-BE49-F238E27FC236}">
                <a16:creationId xmlns:a16="http://schemas.microsoft.com/office/drawing/2014/main" id="{9DECACAC-C286-974A-BC1A-9A17E3E92C84}"/>
              </a:ext>
            </a:extLst>
          </p:cNvPr>
          <p:cNvPicPr>
            <a:picLocks noChangeAspect="1"/>
          </p:cNvPicPr>
          <p:nvPr userDrawn="1"/>
        </p:nvPicPr>
        <p:blipFill>
          <a:blip r:embed="rId3"/>
          <a:stretch>
            <a:fillRect/>
          </a:stretch>
        </p:blipFill>
        <p:spPr>
          <a:xfrm>
            <a:off x="1379122" y="1392116"/>
            <a:ext cx="1358900" cy="838200"/>
          </a:xfrm>
          <a:prstGeom prst="rect">
            <a:avLst/>
          </a:prstGeom>
        </p:spPr>
      </p:pic>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264245" y="2920341"/>
            <a:ext cx="4566715" cy="1874852"/>
          </a:xfrm>
        </p:spPr>
        <p:txBody>
          <a:bodyPr anchor="b"/>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90363145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title">
    <p:bg>
      <p:bgPr>
        <a:solidFill>
          <a:srgbClr val="1F31AD"/>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90008" y="1554148"/>
            <a:ext cx="3598410" cy="1874852"/>
          </a:xfrm>
        </p:spPr>
        <p:txBody>
          <a:bodyPr anchor="b">
            <a:normAutofit/>
          </a:bodyPr>
          <a:lstStyle>
            <a:lvl1pPr algn="l">
              <a:defRPr sz="45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90008" y="3521075"/>
            <a:ext cx="3598410"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8DB3934E-9463-F742-BC92-1AA4EE518C24}"/>
              </a:ext>
            </a:extLst>
          </p:cNvPr>
          <p:cNvPicPr>
            <a:picLocks noChangeAspect="1"/>
          </p:cNvPicPr>
          <p:nvPr userDrawn="1"/>
        </p:nvPicPr>
        <p:blipFill>
          <a:blip r:embed="rId2"/>
          <a:stretch>
            <a:fillRect/>
          </a:stretch>
        </p:blipFill>
        <p:spPr>
          <a:xfrm>
            <a:off x="-1" y="5983357"/>
            <a:ext cx="874643" cy="874643"/>
          </a:xfrm>
          <a:prstGeom prst="rect">
            <a:avLst/>
          </a:prstGeom>
        </p:spPr>
      </p:pic>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pic>
        <p:nvPicPr>
          <p:cNvPr id="11" name="Picture 10">
            <a:extLst>
              <a:ext uri="{FF2B5EF4-FFF2-40B4-BE49-F238E27FC236}">
                <a16:creationId xmlns:a16="http://schemas.microsoft.com/office/drawing/2014/main" id="{30BD1181-CE3D-5745-AE82-02C37EE3E3D6}"/>
              </a:ext>
            </a:extLst>
          </p:cNvPr>
          <p:cNvPicPr>
            <a:picLocks noChangeAspect="1"/>
          </p:cNvPicPr>
          <p:nvPr userDrawn="1"/>
        </p:nvPicPr>
        <p:blipFill>
          <a:blip r:embed="rId3"/>
          <a:stretch>
            <a:fillRect/>
          </a:stretch>
        </p:blipFill>
        <p:spPr>
          <a:xfrm>
            <a:off x="8926848" y="5621866"/>
            <a:ext cx="2523761" cy="665177"/>
          </a:xfrm>
          <a:prstGeom prst="rect">
            <a:avLst/>
          </a:prstGeom>
        </p:spPr>
      </p:pic>
    </p:spTree>
    <p:extLst>
      <p:ext uri="{BB962C8B-B14F-4D97-AF65-F5344CB8AC3E}">
        <p14:creationId xmlns:p14="http://schemas.microsoft.com/office/powerpoint/2010/main" val="198745110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_title">
    <p:bg>
      <p:bgPr>
        <a:solidFill>
          <a:schemeClr val="tx1">
            <a:lumMod val="20000"/>
            <a:lumOff val="8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7118003" y="2330005"/>
            <a:ext cx="4351373" cy="1874852"/>
          </a:xfrm>
        </p:spPr>
        <p:txBody>
          <a:bodyPr anchor="b">
            <a:noAutofit/>
          </a:bodyPr>
          <a:lstStyle>
            <a:lvl1pPr algn="l">
              <a:defRPr sz="50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7118003" y="4296932"/>
            <a:ext cx="4351373" cy="1301497"/>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8DB3934E-9463-F742-BC92-1AA4EE518C24}"/>
              </a:ext>
            </a:extLst>
          </p:cNvPr>
          <p:cNvPicPr>
            <a:picLocks noChangeAspect="1"/>
          </p:cNvPicPr>
          <p:nvPr userDrawn="1"/>
        </p:nvPicPr>
        <p:blipFill>
          <a:blip r:embed="rId2"/>
          <a:stretch>
            <a:fillRect/>
          </a:stretch>
        </p:blipFill>
        <p:spPr>
          <a:xfrm>
            <a:off x="-1" y="0"/>
            <a:ext cx="722625" cy="722625"/>
          </a:xfrm>
          <a:prstGeom prst="rect">
            <a:avLst/>
          </a:prstGeom>
        </p:spPr>
      </p:pic>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722624" y="724112"/>
            <a:ext cx="5517866" cy="5517866"/>
          </a:xfrm>
          <a:prstGeom prst="flowChartDelay">
            <a:avLst/>
          </a:prstGeom>
        </p:spPr>
        <p:txBody>
          <a:bodyPr/>
          <a:lstStyle/>
          <a:p>
            <a:endParaRPr lang="en-US"/>
          </a:p>
        </p:txBody>
      </p:sp>
      <p:pic>
        <p:nvPicPr>
          <p:cNvPr id="6" name="Picture 5">
            <a:extLst>
              <a:ext uri="{FF2B5EF4-FFF2-40B4-BE49-F238E27FC236}">
                <a16:creationId xmlns:a16="http://schemas.microsoft.com/office/drawing/2014/main" id="{E3FF7966-7827-A648-B36F-C52A3D73CAE5}"/>
              </a:ext>
            </a:extLst>
          </p:cNvPr>
          <p:cNvPicPr>
            <a:picLocks noChangeAspect="1"/>
          </p:cNvPicPr>
          <p:nvPr userDrawn="1"/>
        </p:nvPicPr>
        <p:blipFill>
          <a:blip r:embed="rId3"/>
          <a:stretch>
            <a:fillRect/>
          </a:stretch>
        </p:blipFill>
        <p:spPr>
          <a:xfrm>
            <a:off x="6462165" y="995711"/>
            <a:ext cx="2281959" cy="604907"/>
          </a:xfrm>
          <a:prstGeom prst="rect">
            <a:avLst/>
          </a:prstGeom>
        </p:spPr>
      </p:pic>
    </p:spTree>
    <p:extLst>
      <p:ext uri="{BB962C8B-B14F-4D97-AF65-F5344CB8AC3E}">
        <p14:creationId xmlns:p14="http://schemas.microsoft.com/office/powerpoint/2010/main" val="316991377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4_titl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24B4991-1563-CD48-A701-9F919CD703A7}"/>
              </a:ext>
            </a:extLst>
          </p:cNvPr>
          <p:cNvSpPr>
            <a:spLocks noGrp="1"/>
          </p:cNvSpPr>
          <p:nvPr>
            <p:ph type="pic" sz="quarter" idx="10"/>
          </p:nvPr>
        </p:nvSpPr>
        <p:spPr>
          <a:xfrm>
            <a:off x="0" y="0"/>
            <a:ext cx="12192000" cy="6858000"/>
          </a:xfrm>
        </p:spPr>
        <p:txBody>
          <a:bodyPr/>
          <a:lstStyle/>
          <a:p>
            <a:endParaRPr lang="en-US"/>
          </a:p>
        </p:txBody>
      </p:sp>
      <p:pic>
        <p:nvPicPr>
          <p:cNvPr id="18" name="Picture 17">
            <a:extLst>
              <a:ext uri="{FF2B5EF4-FFF2-40B4-BE49-F238E27FC236}">
                <a16:creationId xmlns:a16="http://schemas.microsoft.com/office/drawing/2014/main" id="{5B4888C3-FC13-6F44-A597-157602F9D15D}"/>
              </a:ext>
            </a:extLst>
          </p:cNvPr>
          <p:cNvPicPr>
            <a:picLocks noChangeAspect="1"/>
          </p:cNvPicPr>
          <p:nvPr userDrawn="1"/>
        </p:nvPicPr>
        <p:blipFill>
          <a:blip r:embed="rId2"/>
          <a:stretch>
            <a:fillRect/>
          </a:stretch>
        </p:blipFill>
        <p:spPr>
          <a:xfrm>
            <a:off x="-1" y="-3491246"/>
            <a:ext cx="10358214" cy="10358214"/>
          </a:xfrm>
          <a:prstGeom prst="rect">
            <a:avLst/>
          </a:prstGeom>
        </p:spPr>
      </p:pic>
      <p:sp>
        <p:nvSpPr>
          <p:cNvPr id="12" name="Picture Placeholder 2">
            <a:extLst>
              <a:ext uri="{FF2B5EF4-FFF2-40B4-BE49-F238E27FC236}">
                <a16:creationId xmlns:a16="http://schemas.microsoft.com/office/drawing/2014/main" id="{CCE1F23C-0D98-364F-92DB-0F350F9D1C3A}"/>
              </a:ext>
            </a:extLst>
          </p:cNvPr>
          <p:cNvSpPr>
            <a:spLocks noGrp="1"/>
          </p:cNvSpPr>
          <p:nvPr>
            <p:ph type="pic" sz="quarter" idx="11"/>
          </p:nvPr>
        </p:nvSpPr>
        <p:spPr>
          <a:xfrm>
            <a:off x="0" y="0"/>
            <a:ext cx="12192000" cy="6858000"/>
          </a:xfrm>
        </p:spPr>
        <p:txBody>
          <a:bodyPr/>
          <a:lstStyle/>
          <a:p>
            <a:endParaRPr lang="en-US"/>
          </a:p>
        </p:txBody>
      </p:sp>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786741"/>
            <a:ext cx="5921680" cy="1874852"/>
          </a:xfrm>
        </p:spPr>
        <p:txBody>
          <a:bodyPr anchor="b"/>
          <a:lstStyle>
            <a:lvl1pPr algn="l">
              <a:defRPr sz="6000">
                <a:solidFill>
                  <a:schemeClr val="bg1"/>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2753669"/>
            <a:ext cx="5921680" cy="694666"/>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3"/>
          <a:stretch>
            <a:fillRect/>
          </a:stretch>
        </p:blipFill>
        <p:spPr>
          <a:xfrm>
            <a:off x="8926848" y="5621866"/>
            <a:ext cx="2523761" cy="665177"/>
          </a:xfrm>
          <a:prstGeom prst="rect">
            <a:avLst/>
          </a:prstGeom>
        </p:spPr>
      </p:pic>
    </p:spTree>
    <p:extLst>
      <p:ext uri="{BB962C8B-B14F-4D97-AF65-F5344CB8AC3E}">
        <p14:creationId xmlns:p14="http://schemas.microsoft.com/office/powerpoint/2010/main" val="2040472143"/>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divider">
    <p:bg>
      <p:bgPr>
        <a:solidFill>
          <a:srgbClr val="1F31AD"/>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285161C-9BA7-5E4E-B54D-8D68B1F07DD7}"/>
              </a:ext>
            </a:extLst>
          </p:cNvPr>
          <p:cNvPicPr>
            <a:picLocks noChangeAspect="1"/>
          </p:cNvPicPr>
          <p:nvPr userDrawn="1"/>
        </p:nvPicPr>
        <p:blipFill>
          <a:blip r:embed="rId2"/>
          <a:stretch>
            <a:fillRect/>
          </a:stretch>
        </p:blipFill>
        <p:spPr>
          <a:xfrm>
            <a:off x="0" y="0"/>
            <a:ext cx="8518358" cy="8518358"/>
          </a:xfrm>
          <a:prstGeom prst="rect">
            <a:avLst/>
          </a:prstGeom>
        </p:spPr>
      </p:pic>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3"/>
          <a:stretch>
            <a:fillRect/>
          </a:stretch>
        </p:blipFill>
        <p:spPr>
          <a:xfrm>
            <a:off x="1352549" y="288758"/>
            <a:ext cx="1352277" cy="356414"/>
          </a:xfrm>
          <a:prstGeom prst="rect">
            <a:avLst/>
          </a:prstGeom>
        </p:spPr>
      </p:pic>
    </p:spTree>
    <p:extLst>
      <p:ext uri="{BB962C8B-B14F-4D97-AF65-F5344CB8AC3E}">
        <p14:creationId xmlns:p14="http://schemas.microsoft.com/office/powerpoint/2010/main" val="422011346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2_divider">
    <p:bg>
      <p:bgPr>
        <a:solidFill>
          <a:srgbClr val="5B69F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842DAB-0471-7F4F-9BD2-B3643D8F550C}"/>
              </a:ext>
            </a:extLst>
          </p:cNvPr>
          <p:cNvPicPr>
            <a:picLocks noChangeAspect="1"/>
          </p:cNvPicPr>
          <p:nvPr userDrawn="1"/>
        </p:nvPicPr>
        <p:blipFill>
          <a:blip r:embed="rId2"/>
          <a:stretch>
            <a:fillRect/>
          </a:stretch>
        </p:blipFill>
        <p:spPr>
          <a:xfrm>
            <a:off x="-18007" y="-2896617"/>
            <a:ext cx="9763585" cy="9763585"/>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3"/>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362350359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divider">
    <p:bg>
      <p:bgPr>
        <a:solidFill>
          <a:srgbClr val="98A1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8DB3934E-9463-F742-BC92-1AA4EE518C24}"/>
              </a:ext>
            </a:extLst>
          </p:cNvPr>
          <p:cNvPicPr>
            <a:picLocks noChangeAspect="1"/>
          </p:cNvPicPr>
          <p:nvPr userDrawn="1"/>
        </p:nvPicPr>
        <p:blipFill>
          <a:blip r:embed="rId2"/>
          <a:stretch>
            <a:fillRect/>
          </a:stretch>
        </p:blipFill>
        <p:spPr>
          <a:xfrm>
            <a:off x="-1" y="5983357"/>
            <a:ext cx="874643" cy="874643"/>
          </a:xfrm>
          <a:prstGeom prst="rect">
            <a:avLst/>
          </a:prstGeom>
        </p:spPr>
      </p:pic>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pic>
        <p:nvPicPr>
          <p:cNvPr id="12" name="Picture 11">
            <a:extLst>
              <a:ext uri="{FF2B5EF4-FFF2-40B4-BE49-F238E27FC236}">
                <a16:creationId xmlns:a16="http://schemas.microsoft.com/office/drawing/2014/main" id="{ED5B0CAE-5B88-4445-8ECF-3B795699265F}"/>
              </a:ext>
            </a:extLst>
          </p:cNvPr>
          <p:cNvPicPr>
            <a:picLocks noChangeAspect="1"/>
          </p:cNvPicPr>
          <p:nvPr userDrawn="1"/>
        </p:nvPicPr>
        <p:blipFill>
          <a:blip r:embed="rId3"/>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33675445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4_divider">
    <p:bg>
      <p:bgPr>
        <a:solidFill>
          <a:srgbClr val="C81326"/>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2"/>
          <a:stretch>
            <a:fillRect/>
          </a:stretch>
        </p:blipFill>
        <p:spPr>
          <a:xfrm>
            <a:off x="1352549" y="288758"/>
            <a:ext cx="1352277" cy="356414"/>
          </a:xfrm>
          <a:prstGeom prst="rect">
            <a:avLst/>
          </a:prstGeom>
        </p:spPr>
      </p:pic>
      <p:pic>
        <p:nvPicPr>
          <p:cNvPr id="8" name="Picture 7">
            <a:extLst>
              <a:ext uri="{FF2B5EF4-FFF2-40B4-BE49-F238E27FC236}">
                <a16:creationId xmlns:a16="http://schemas.microsoft.com/office/drawing/2014/main" id="{F364929F-F499-474C-A04F-FD8C0F5E8B2F}"/>
              </a:ext>
            </a:extLst>
          </p:cNvPr>
          <p:cNvPicPr>
            <a:picLocks noChangeAspect="1"/>
          </p:cNvPicPr>
          <p:nvPr userDrawn="1"/>
        </p:nvPicPr>
        <p:blipFill>
          <a:blip r:embed="rId3"/>
          <a:stretch>
            <a:fillRect/>
          </a:stretch>
        </p:blipFill>
        <p:spPr>
          <a:xfrm>
            <a:off x="-1" y="-1"/>
            <a:ext cx="8518357" cy="8518357"/>
          </a:xfrm>
          <a:prstGeom prst="rect">
            <a:avLst/>
          </a:prstGeom>
        </p:spPr>
      </p:pic>
    </p:spTree>
    <p:extLst>
      <p:ext uri="{BB962C8B-B14F-4D97-AF65-F5344CB8AC3E}">
        <p14:creationId xmlns:p14="http://schemas.microsoft.com/office/powerpoint/2010/main" val="168385125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5_divider">
    <p:bg>
      <p:bgPr>
        <a:solidFill>
          <a:srgbClr val="FF5660"/>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50E24A5-9FB3-7040-8456-A21981F9830F}"/>
              </a:ext>
            </a:extLst>
          </p:cNvPr>
          <p:cNvPicPr>
            <a:picLocks noChangeAspect="1"/>
          </p:cNvPicPr>
          <p:nvPr userDrawn="1"/>
        </p:nvPicPr>
        <p:blipFill>
          <a:blip r:embed="rId2"/>
          <a:stretch>
            <a:fillRect/>
          </a:stretch>
        </p:blipFill>
        <p:spPr>
          <a:xfrm>
            <a:off x="-18008" y="-2891071"/>
            <a:ext cx="9763585" cy="9763585"/>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3"/>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254220540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6_divider">
    <p:bg>
      <p:bgPr>
        <a:solidFill>
          <a:srgbClr val="FF858A"/>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a:solidFill>
            <a:srgbClr val="FF858A"/>
          </a:solidFill>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a:solidFill>
            <a:srgbClr val="FF858A"/>
          </a:solidFill>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FFB6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E9CA1B1D-CE54-164F-B6CF-75F6855A7876}"/>
              </a:ext>
            </a:extLst>
          </p:cNvPr>
          <p:cNvPicPr>
            <a:picLocks noChangeAspect="1"/>
          </p:cNvPicPr>
          <p:nvPr userDrawn="1"/>
        </p:nvPicPr>
        <p:blipFill>
          <a:blip r:embed="rId2"/>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4254956986"/>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7_divider">
    <p:bg>
      <p:bgPr>
        <a:solidFill>
          <a:srgbClr val="005C84"/>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2"/>
          <a:stretch>
            <a:fillRect/>
          </a:stretch>
        </p:blipFill>
        <p:spPr>
          <a:xfrm>
            <a:off x="1352549" y="288758"/>
            <a:ext cx="1352277" cy="356414"/>
          </a:xfrm>
          <a:prstGeom prst="rect">
            <a:avLst/>
          </a:prstGeom>
        </p:spPr>
      </p:pic>
      <p:pic>
        <p:nvPicPr>
          <p:cNvPr id="9" name="Picture 8">
            <a:extLst>
              <a:ext uri="{FF2B5EF4-FFF2-40B4-BE49-F238E27FC236}">
                <a16:creationId xmlns:a16="http://schemas.microsoft.com/office/drawing/2014/main" id="{7854E2B1-463E-7246-A916-5D0E97EC4708}"/>
              </a:ext>
            </a:extLst>
          </p:cNvPr>
          <p:cNvPicPr>
            <a:picLocks noChangeAspect="1"/>
          </p:cNvPicPr>
          <p:nvPr userDrawn="1"/>
        </p:nvPicPr>
        <p:blipFill>
          <a:blip r:embed="rId3"/>
          <a:stretch>
            <a:fillRect/>
          </a:stretch>
        </p:blipFill>
        <p:spPr>
          <a:xfrm>
            <a:off x="0" y="-1"/>
            <a:ext cx="8518356" cy="8518356"/>
          </a:xfrm>
          <a:prstGeom prst="rect">
            <a:avLst/>
          </a:prstGeom>
        </p:spPr>
      </p:pic>
    </p:spTree>
    <p:extLst>
      <p:ext uri="{BB962C8B-B14F-4D97-AF65-F5344CB8AC3E}">
        <p14:creationId xmlns:p14="http://schemas.microsoft.com/office/powerpoint/2010/main" val="244035891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8_divider">
    <p:bg>
      <p:bgPr>
        <a:solidFill>
          <a:srgbClr val="02C8FD"/>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FE8491-95A9-B249-9C43-FCE3E713D408}"/>
              </a:ext>
            </a:extLst>
          </p:cNvPr>
          <p:cNvPicPr>
            <a:picLocks noChangeAspect="1"/>
          </p:cNvPicPr>
          <p:nvPr userDrawn="1"/>
        </p:nvPicPr>
        <p:blipFill>
          <a:blip r:embed="rId2"/>
          <a:stretch>
            <a:fillRect/>
          </a:stretch>
        </p:blipFill>
        <p:spPr>
          <a:xfrm>
            <a:off x="-14515" y="-2893472"/>
            <a:ext cx="9760092" cy="9760092"/>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3"/>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274017624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9_divider">
    <p:bg>
      <p:bgPr>
        <a:solidFill>
          <a:srgbClr val="7ADE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02C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5355E62-8248-1943-AD86-B7FAC72B910D}"/>
              </a:ext>
            </a:extLst>
          </p:cNvPr>
          <p:cNvPicPr>
            <a:picLocks noChangeAspect="1"/>
          </p:cNvPicPr>
          <p:nvPr userDrawn="1"/>
        </p:nvPicPr>
        <p:blipFill>
          <a:blip r:embed="rId2"/>
          <a:stretch>
            <a:fillRect/>
          </a:stretch>
        </p:blipFill>
        <p:spPr>
          <a:xfrm>
            <a:off x="1919978" y="7168467"/>
            <a:ext cx="8268750" cy="6858000"/>
          </a:xfrm>
          <a:prstGeom prst="rect">
            <a:avLst/>
          </a:prstGeom>
        </p:spPr>
      </p:pic>
      <p:pic>
        <p:nvPicPr>
          <p:cNvPr id="9" name="Picture 8">
            <a:extLst>
              <a:ext uri="{FF2B5EF4-FFF2-40B4-BE49-F238E27FC236}">
                <a16:creationId xmlns:a16="http://schemas.microsoft.com/office/drawing/2014/main" id="{6B619A79-937E-5346-A232-75D959C58F59}"/>
              </a:ext>
            </a:extLst>
          </p:cNvPr>
          <p:cNvPicPr>
            <a:picLocks noChangeAspect="1"/>
          </p:cNvPicPr>
          <p:nvPr userDrawn="1"/>
        </p:nvPicPr>
        <p:blipFill>
          <a:blip r:embed="rId3"/>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202386837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0_divider">
    <p:bg>
      <p:bgPr>
        <a:solidFill>
          <a:srgbClr val="CA8F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2"/>
          <a:stretch>
            <a:fillRect/>
          </a:stretch>
        </p:blipFill>
        <p:spPr>
          <a:xfrm>
            <a:off x="1352549" y="288758"/>
            <a:ext cx="1352277" cy="356414"/>
          </a:xfrm>
          <a:prstGeom prst="rect">
            <a:avLst/>
          </a:prstGeom>
        </p:spPr>
      </p:pic>
      <p:pic>
        <p:nvPicPr>
          <p:cNvPr id="8" name="Picture 7">
            <a:extLst>
              <a:ext uri="{FF2B5EF4-FFF2-40B4-BE49-F238E27FC236}">
                <a16:creationId xmlns:a16="http://schemas.microsoft.com/office/drawing/2014/main" id="{AB4F79F6-7126-F24D-8204-8208DE04B9F4}"/>
              </a:ext>
            </a:extLst>
          </p:cNvPr>
          <p:cNvPicPr>
            <a:picLocks noChangeAspect="1"/>
          </p:cNvPicPr>
          <p:nvPr userDrawn="1"/>
        </p:nvPicPr>
        <p:blipFill>
          <a:blip r:embed="rId3"/>
          <a:stretch>
            <a:fillRect/>
          </a:stretch>
        </p:blipFill>
        <p:spPr>
          <a:xfrm>
            <a:off x="0" y="0"/>
            <a:ext cx="8518356" cy="8518356"/>
          </a:xfrm>
          <a:prstGeom prst="rect">
            <a:avLst/>
          </a:prstGeom>
        </p:spPr>
      </p:pic>
    </p:spTree>
    <p:extLst>
      <p:ext uri="{BB962C8B-B14F-4D97-AF65-F5344CB8AC3E}">
        <p14:creationId xmlns:p14="http://schemas.microsoft.com/office/powerpoint/2010/main" val="2215170829"/>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1_divider">
    <p:bg>
      <p:bgPr>
        <a:solidFill>
          <a:srgbClr val="F7CC4A"/>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0EF56D7-2183-C34F-B771-2D93161BCCBA}"/>
              </a:ext>
            </a:extLst>
          </p:cNvPr>
          <p:cNvPicPr>
            <a:picLocks noChangeAspect="1"/>
          </p:cNvPicPr>
          <p:nvPr userDrawn="1"/>
        </p:nvPicPr>
        <p:blipFill>
          <a:blip r:embed="rId2"/>
          <a:stretch>
            <a:fillRect/>
          </a:stretch>
        </p:blipFill>
        <p:spPr>
          <a:xfrm>
            <a:off x="-14516" y="-2893471"/>
            <a:ext cx="9760091" cy="9760091"/>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3"/>
          <a:stretch>
            <a:fillRect/>
          </a:stretch>
        </p:blipFill>
        <p:spPr>
          <a:xfrm>
            <a:off x="9566490" y="5871410"/>
            <a:ext cx="2124749" cy="560011"/>
          </a:xfrm>
          <a:prstGeom prst="rect">
            <a:avLst/>
          </a:prstGeom>
        </p:spPr>
      </p:pic>
      <p:pic>
        <p:nvPicPr>
          <p:cNvPr id="6" name="Picture 5">
            <a:extLst>
              <a:ext uri="{FF2B5EF4-FFF2-40B4-BE49-F238E27FC236}">
                <a16:creationId xmlns:a16="http://schemas.microsoft.com/office/drawing/2014/main" id="{25F1D60F-38CF-524A-A8CB-833245F60A86}"/>
              </a:ext>
            </a:extLst>
          </p:cNvPr>
          <p:cNvPicPr>
            <a:picLocks noChangeAspect="1"/>
          </p:cNvPicPr>
          <p:nvPr userDrawn="1"/>
        </p:nvPicPr>
        <p:blipFill>
          <a:blip r:embed="rId4"/>
          <a:stretch>
            <a:fillRect/>
          </a:stretch>
        </p:blipFill>
        <p:spPr>
          <a:xfrm>
            <a:off x="1919978" y="7168467"/>
            <a:ext cx="8268750" cy="6858000"/>
          </a:xfrm>
          <a:prstGeom prst="rect">
            <a:avLst/>
          </a:prstGeom>
        </p:spPr>
      </p:pic>
    </p:spTree>
    <p:extLst>
      <p:ext uri="{BB962C8B-B14F-4D97-AF65-F5344CB8AC3E}">
        <p14:creationId xmlns:p14="http://schemas.microsoft.com/office/powerpoint/2010/main" val="150639588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2_divider">
    <p:bg>
      <p:bgPr>
        <a:solidFill>
          <a:srgbClr val="FFE27A"/>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EE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CDC93839-0AF4-9641-A56E-902F9122E1AD}"/>
              </a:ext>
            </a:extLst>
          </p:cNvPr>
          <p:cNvPicPr>
            <a:picLocks noChangeAspect="1"/>
          </p:cNvPicPr>
          <p:nvPr userDrawn="1"/>
        </p:nvPicPr>
        <p:blipFill>
          <a:blip r:embed="rId2"/>
          <a:stretch>
            <a:fillRect/>
          </a:stretch>
        </p:blipFill>
        <p:spPr>
          <a:xfrm>
            <a:off x="1352747" y="6253214"/>
            <a:ext cx="1352277" cy="356414"/>
          </a:xfrm>
          <a:prstGeom prst="rect">
            <a:avLst/>
          </a:prstGeom>
        </p:spPr>
      </p:pic>
    </p:spTree>
    <p:extLst>
      <p:ext uri="{BB962C8B-B14F-4D97-AF65-F5344CB8AC3E}">
        <p14:creationId xmlns:p14="http://schemas.microsoft.com/office/powerpoint/2010/main" val="3272029170"/>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3_divider">
    <p:bg>
      <p:bgPr>
        <a:solidFill>
          <a:srgbClr val="515A3C"/>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2"/>
          <a:stretch>
            <a:fillRect/>
          </a:stretch>
        </p:blipFill>
        <p:spPr>
          <a:xfrm>
            <a:off x="1352549" y="288758"/>
            <a:ext cx="1352277" cy="356414"/>
          </a:xfrm>
          <a:prstGeom prst="rect">
            <a:avLst/>
          </a:prstGeom>
        </p:spPr>
      </p:pic>
      <p:pic>
        <p:nvPicPr>
          <p:cNvPr id="9" name="Picture 8">
            <a:extLst>
              <a:ext uri="{FF2B5EF4-FFF2-40B4-BE49-F238E27FC236}">
                <a16:creationId xmlns:a16="http://schemas.microsoft.com/office/drawing/2014/main" id="{C17D3AC9-A100-9E4A-B282-7D8FFC555BD7}"/>
              </a:ext>
            </a:extLst>
          </p:cNvPr>
          <p:cNvPicPr>
            <a:picLocks noChangeAspect="1"/>
          </p:cNvPicPr>
          <p:nvPr userDrawn="1"/>
        </p:nvPicPr>
        <p:blipFill>
          <a:blip r:embed="rId3"/>
          <a:stretch>
            <a:fillRect/>
          </a:stretch>
        </p:blipFill>
        <p:spPr>
          <a:xfrm>
            <a:off x="3406" y="-1"/>
            <a:ext cx="8529463" cy="8529463"/>
          </a:xfrm>
          <a:prstGeom prst="rect">
            <a:avLst/>
          </a:prstGeom>
        </p:spPr>
      </p:pic>
    </p:spTree>
    <p:extLst>
      <p:ext uri="{BB962C8B-B14F-4D97-AF65-F5344CB8AC3E}">
        <p14:creationId xmlns:p14="http://schemas.microsoft.com/office/powerpoint/2010/main" val="64580417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4_divider">
    <p:bg>
      <p:bgPr>
        <a:solidFill>
          <a:srgbClr val="8BAE46"/>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1793224-44E2-CF4F-A264-12C56110B6BD}"/>
              </a:ext>
            </a:extLst>
          </p:cNvPr>
          <p:cNvPicPr>
            <a:picLocks noChangeAspect="1"/>
          </p:cNvPicPr>
          <p:nvPr userDrawn="1"/>
        </p:nvPicPr>
        <p:blipFill>
          <a:blip r:embed="rId2"/>
          <a:stretch>
            <a:fillRect/>
          </a:stretch>
        </p:blipFill>
        <p:spPr>
          <a:xfrm>
            <a:off x="-14515" y="-2878954"/>
            <a:ext cx="9745574" cy="9745574"/>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3"/>
          <a:stretch>
            <a:fillRect/>
          </a:stretch>
        </p:blipFill>
        <p:spPr>
          <a:xfrm>
            <a:off x="9566490" y="5871410"/>
            <a:ext cx="2124749" cy="560011"/>
          </a:xfrm>
          <a:prstGeom prst="rect">
            <a:avLst/>
          </a:prstGeom>
        </p:spPr>
      </p:pic>
      <p:pic>
        <p:nvPicPr>
          <p:cNvPr id="6" name="Picture 5">
            <a:extLst>
              <a:ext uri="{FF2B5EF4-FFF2-40B4-BE49-F238E27FC236}">
                <a16:creationId xmlns:a16="http://schemas.microsoft.com/office/drawing/2014/main" id="{25F1D60F-38CF-524A-A8CB-833245F60A86}"/>
              </a:ext>
            </a:extLst>
          </p:cNvPr>
          <p:cNvPicPr>
            <a:picLocks noChangeAspect="1"/>
          </p:cNvPicPr>
          <p:nvPr userDrawn="1"/>
        </p:nvPicPr>
        <p:blipFill>
          <a:blip r:embed="rId4"/>
          <a:stretch>
            <a:fillRect/>
          </a:stretch>
        </p:blipFill>
        <p:spPr>
          <a:xfrm>
            <a:off x="1919978" y="7168467"/>
            <a:ext cx="8268750" cy="6858000"/>
          </a:xfrm>
          <a:prstGeom prst="rect">
            <a:avLst/>
          </a:prstGeom>
        </p:spPr>
      </p:pic>
    </p:spTree>
    <p:extLst>
      <p:ext uri="{BB962C8B-B14F-4D97-AF65-F5344CB8AC3E}">
        <p14:creationId xmlns:p14="http://schemas.microsoft.com/office/powerpoint/2010/main" val="332624574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5_divider">
    <p:bg>
      <p:bgPr>
        <a:solidFill>
          <a:srgbClr val="ADCC6E"/>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8BAE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94761A6-3E4C-D946-8DC7-1CA62B83A06F}"/>
              </a:ext>
            </a:extLst>
          </p:cNvPr>
          <p:cNvPicPr>
            <a:picLocks noChangeAspect="1"/>
          </p:cNvPicPr>
          <p:nvPr userDrawn="1"/>
        </p:nvPicPr>
        <p:blipFill>
          <a:blip r:embed="rId2"/>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106422500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6_divider">
    <p:bg>
      <p:bgPr>
        <a:solidFill>
          <a:srgbClr val="272727"/>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4FA227F-93DE-644B-80A3-8F38CFD11BA4}"/>
              </a:ext>
            </a:extLst>
          </p:cNvPr>
          <p:cNvPicPr>
            <a:picLocks noChangeAspect="1"/>
          </p:cNvPicPr>
          <p:nvPr userDrawn="1"/>
        </p:nvPicPr>
        <p:blipFill>
          <a:blip r:embed="rId2"/>
          <a:stretch>
            <a:fillRect/>
          </a:stretch>
        </p:blipFill>
        <p:spPr>
          <a:xfrm>
            <a:off x="-1" y="-1"/>
            <a:ext cx="8529463" cy="8529463"/>
          </a:xfrm>
          <a:prstGeom prst="rect">
            <a:avLst/>
          </a:prstGeom>
        </p:spPr>
      </p:pic>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2" name="Picture 1">
            <a:extLst>
              <a:ext uri="{FF2B5EF4-FFF2-40B4-BE49-F238E27FC236}">
                <a16:creationId xmlns:a16="http://schemas.microsoft.com/office/drawing/2014/main" id="{B1CC62AA-3F8A-684C-8C1A-D4B10943F9CC}"/>
              </a:ext>
            </a:extLst>
          </p:cNvPr>
          <p:cNvPicPr>
            <a:picLocks noChangeAspect="1"/>
          </p:cNvPicPr>
          <p:nvPr userDrawn="1"/>
        </p:nvPicPr>
        <p:blipFill>
          <a:blip r:embed="rId3"/>
          <a:stretch>
            <a:fillRect/>
          </a:stretch>
        </p:blipFill>
        <p:spPr>
          <a:xfrm>
            <a:off x="1352549" y="288758"/>
            <a:ext cx="1352277" cy="356414"/>
          </a:xfrm>
          <a:prstGeom prst="rect">
            <a:avLst/>
          </a:prstGeom>
        </p:spPr>
      </p:pic>
    </p:spTree>
    <p:extLst>
      <p:ext uri="{BB962C8B-B14F-4D97-AF65-F5344CB8AC3E}">
        <p14:creationId xmlns:p14="http://schemas.microsoft.com/office/powerpoint/2010/main" val="400250976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7_divider">
    <p:bg>
      <p:bgPr>
        <a:solidFill>
          <a:srgbClr val="AEAEAE"/>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B17C03-A0CD-2F43-A972-812BE1F49440}"/>
              </a:ext>
            </a:extLst>
          </p:cNvPr>
          <p:cNvPicPr>
            <a:picLocks noChangeAspect="1"/>
          </p:cNvPicPr>
          <p:nvPr userDrawn="1"/>
        </p:nvPicPr>
        <p:blipFill>
          <a:blip r:embed="rId2"/>
          <a:stretch>
            <a:fillRect/>
          </a:stretch>
        </p:blipFill>
        <p:spPr>
          <a:xfrm>
            <a:off x="-14516" y="-2887573"/>
            <a:ext cx="9745573" cy="9745573"/>
          </a:xfrm>
          <a:prstGeom prst="rect">
            <a:avLst/>
          </a:prstGeom>
        </p:spPr>
      </p:pic>
      <p:pic>
        <p:nvPicPr>
          <p:cNvPr id="2" name="Picture 1">
            <a:extLst>
              <a:ext uri="{FF2B5EF4-FFF2-40B4-BE49-F238E27FC236}">
                <a16:creationId xmlns:a16="http://schemas.microsoft.com/office/drawing/2014/main" id="{5A631794-58EE-7C4C-BAE6-9F861582B13F}"/>
              </a:ext>
            </a:extLst>
          </p:cNvPr>
          <p:cNvPicPr>
            <a:picLocks noChangeAspect="1"/>
          </p:cNvPicPr>
          <p:nvPr userDrawn="1"/>
        </p:nvPicPr>
        <p:blipFill>
          <a:blip r:embed="rId3"/>
          <a:stretch>
            <a:fillRect/>
          </a:stretch>
        </p:blipFill>
        <p:spPr>
          <a:xfrm>
            <a:off x="-14515" y="-2878954"/>
            <a:ext cx="9745574" cy="9745574"/>
          </a:xfrm>
          <a:prstGeom prst="rect">
            <a:avLst/>
          </a:prstGeom>
        </p:spPr>
      </p:pic>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4"/>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413375317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8_divider">
    <p:bg>
      <p:bgPr>
        <a:solidFill>
          <a:srgbClr val="E9E9E9"/>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8">
            <a:extLst>
              <a:ext uri="{FF2B5EF4-FFF2-40B4-BE49-F238E27FC236}">
                <a16:creationId xmlns:a16="http://schemas.microsoft.com/office/drawing/2014/main" id="{03AA55BD-D8F3-964B-AC53-E163DE3B6747}"/>
              </a:ext>
            </a:extLst>
          </p:cNvPr>
          <p:cNvSpPr>
            <a:spLocks noGrp="1"/>
          </p:cNvSpPr>
          <p:nvPr>
            <p:ph type="pic" sz="quarter" idx="10"/>
          </p:nvPr>
        </p:nvSpPr>
        <p:spPr>
          <a:xfrm>
            <a:off x="874642" y="-695294"/>
            <a:ext cx="6678652" cy="6678652"/>
          </a:xfrm>
          <a:prstGeom prst="flowChartDelay">
            <a:avLst/>
          </a:prstGeom>
        </p:spPr>
        <p:txBody>
          <a:bodyPr/>
          <a:lstStyle/>
          <a:p>
            <a:endParaRPr lang="en-US"/>
          </a:p>
        </p:txBody>
      </p:sp>
      <p:sp>
        <p:nvSpPr>
          <p:cNvPr id="11" name="Rectangle 10">
            <a:extLst>
              <a:ext uri="{FF2B5EF4-FFF2-40B4-BE49-F238E27FC236}">
                <a16:creationId xmlns:a16="http://schemas.microsoft.com/office/drawing/2014/main" id="{674F3924-16D6-064C-8232-E1DE4D5489F9}"/>
              </a:ext>
            </a:extLst>
          </p:cNvPr>
          <p:cNvSpPr/>
          <p:nvPr userDrawn="1"/>
        </p:nvSpPr>
        <p:spPr>
          <a:xfrm>
            <a:off x="0" y="5983356"/>
            <a:ext cx="874643" cy="874643"/>
          </a:xfrm>
          <a:prstGeom prst="rect">
            <a:avLst/>
          </a:prstGeom>
          <a:solidFill>
            <a:srgbClr val="AEA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D1102DC-4A08-8240-A4D0-517D989AE08D}"/>
              </a:ext>
            </a:extLst>
          </p:cNvPr>
          <p:cNvPicPr>
            <a:picLocks noChangeAspect="1"/>
          </p:cNvPicPr>
          <p:nvPr userDrawn="1"/>
        </p:nvPicPr>
        <p:blipFill>
          <a:blip r:embed="rId2"/>
          <a:stretch>
            <a:fillRect/>
          </a:stretch>
        </p:blipFill>
        <p:spPr>
          <a:xfrm>
            <a:off x="1352747" y="6253214"/>
            <a:ext cx="1352277" cy="356414"/>
          </a:xfrm>
          <a:prstGeom prst="rect">
            <a:avLst/>
          </a:prstGeom>
        </p:spPr>
      </p:pic>
    </p:spTree>
    <p:extLst>
      <p:ext uri="{BB962C8B-B14F-4D97-AF65-F5344CB8AC3E}">
        <p14:creationId xmlns:p14="http://schemas.microsoft.com/office/powerpoint/2010/main" val="424088302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9_divid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24B4991-1563-CD48-A701-9F919CD703A7}"/>
              </a:ext>
            </a:extLst>
          </p:cNvPr>
          <p:cNvSpPr>
            <a:spLocks noGrp="1"/>
          </p:cNvSpPr>
          <p:nvPr>
            <p:ph type="pic" sz="quarter" idx="10"/>
          </p:nvPr>
        </p:nvSpPr>
        <p:spPr>
          <a:xfrm>
            <a:off x="0" y="0"/>
            <a:ext cx="12192000" cy="6858000"/>
          </a:xfrm>
        </p:spPr>
        <p:txBody>
          <a:bodyPr/>
          <a:lstStyle/>
          <a:p>
            <a:endParaRPr lang="en-US"/>
          </a:p>
        </p:txBody>
      </p:sp>
      <p:pic>
        <p:nvPicPr>
          <p:cNvPr id="13" name="Picture 12">
            <a:extLst>
              <a:ext uri="{FF2B5EF4-FFF2-40B4-BE49-F238E27FC236}">
                <a16:creationId xmlns:a16="http://schemas.microsoft.com/office/drawing/2014/main" id="{5285161C-9BA7-5E4E-B54D-8D68B1F07DD7}"/>
              </a:ext>
            </a:extLst>
          </p:cNvPr>
          <p:cNvPicPr>
            <a:picLocks noChangeAspect="1"/>
          </p:cNvPicPr>
          <p:nvPr userDrawn="1"/>
        </p:nvPicPr>
        <p:blipFill>
          <a:blip r:embed="rId2"/>
          <a:stretch>
            <a:fillRect/>
          </a:stretch>
        </p:blipFill>
        <p:spPr>
          <a:xfrm>
            <a:off x="0" y="0"/>
            <a:ext cx="7638757" cy="7638757"/>
          </a:xfrm>
          <a:prstGeom prst="rect">
            <a:avLst/>
          </a:prstGeom>
        </p:spPr>
      </p:pic>
      <p:pic>
        <p:nvPicPr>
          <p:cNvPr id="6" name="Picture 5">
            <a:extLst>
              <a:ext uri="{FF2B5EF4-FFF2-40B4-BE49-F238E27FC236}">
                <a16:creationId xmlns:a16="http://schemas.microsoft.com/office/drawing/2014/main" id="{9DECACAC-C286-974A-BC1A-9A17E3E92C84}"/>
              </a:ext>
            </a:extLst>
          </p:cNvPr>
          <p:cNvPicPr>
            <a:picLocks noChangeAspect="1"/>
          </p:cNvPicPr>
          <p:nvPr userDrawn="1"/>
        </p:nvPicPr>
        <p:blipFill>
          <a:blip r:embed="rId3"/>
          <a:stretch>
            <a:fillRect/>
          </a:stretch>
        </p:blipFill>
        <p:spPr>
          <a:xfrm>
            <a:off x="1379122" y="1392116"/>
            <a:ext cx="1358900" cy="838200"/>
          </a:xfrm>
          <a:prstGeom prst="rect">
            <a:avLst/>
          </a:prstGeom>
        </p:spPr>
      </p:pic>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264245" y="2920341"/>
            <a:ext cx="4566715" cy="1874852"/>
          </a:xfrm>
        </p:spPr>
        <p:txBody>
          <a:bodyPr anchor="b"/>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599199242"/>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20_divider">
    <p:bg>
      <p:bgPr>
        <a:solidFill>
          <a:srgbClr val="5B69FF"/>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DECACAC-C286-974A-BC1A-9A17E3E92C84}"/>
              </a:ext>
            </a:extLst>
          </p:cNvPr>
          <p:cNvPicPr>
            <a:picLocks noChangeAspect="1"/>
          </p:cNvPicPr>
          <p:nvPr userDrawn="1"/>
        </p:nvPicPr>
        <p:blipFill>
          <a:blip r:embed="rId2"/>
          <a:stretch>
            <a:fillRect/>
          </a:stretch>
        </p:blipFill>
        <p:spPr>
          <a:xfrm>
            <a:off x="1379122" y="1392116"/>
            <a:ext cx="1358900" cy="838200"/>
          </a:xfrm>
          <a:prstGeom prst="rect">
            <a:avLst/>
          </a:prstGeom>
        </p:spPr>
      </p:pic>
      <p:sp>
        <p:nvSpPr>
          <p:cNvPr id="4" name="Title 1">
            <a:extLst>
              <a:ext uri="{FF2B5EF4-FFF2-40B4-BE49-F238E27FC236}">
                <a16:creationId xmlns:a16="http://schemas.microsoft.com/office/drawing/2014/main" id="{4487695E-CC2D-D141-813C-DB86DC6B7692}"/>
              </a:ext>
            </a:extLst>
          </p:cNvPr>
          <p:cNvSpPr>
            <a:spLocks noGrp="1"/>
          </p:cNvSpPr>
          <p:nvPr>
            <p:ph type="ctrTitle"/>
          </p:nvPr>
        </p:nvSpPr>
        <p:spPr>
          <a:xfrm>
            <a:off x="1264245" y="2920341"/>
            <a:ext cx="4566715" cy="1874852"/>
          </a:xfrm>
        </p:spPr>
        <p:txBody>
          <a:bodyPr anchor="b"/>
          <a:lstStyle>
            <a:lvl1pPr algn="l">
              <a:defRPr sz="600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0EE795E-8CC1-9243-A30A-755321126430}"/>
              </a:ext>
            </a:extLst>
          </p:cNvPr>
          <p:cNvSpPr>
            <a:spLocks noGrp="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0D92EAC3-0CD2-1A47-ACFF-54D45C4AE7B9}"/>
              </a:ext>
            </a:extLst>
          </p:cNvPr>
          <p:cNvSpPr>
            <a:spLocks noGrp="1"/>
          </p:cNvSpPr>
          <p:nvPr>
            <p:ph type="pic" sz="quarter" idx="10"/>
          </p:nvPr>
        </p:nvSpPr>
        <p:spPr>
          <a:xfrm>
            <a:off x="1637956" y="669235"/>
            <a:ext cx="5094287" cy="5094287"/>
          </a:xfrm>
          <a:prstGeom prst="flowChartDelay">
            <a:avLst/>
          </a:prstGeom>
        </p:spPr>
        <p:txBody>
          <a:bodyPr/>
          <a:lstStyle/>
          <a:p>
            <a:endParaRPr lang="en-US"/>
          </a:p>
        </p:txBody>
      </p:sp>
    </p:spTree>
    <p:extLst>
      <p:ext uri="{BB962C8B-B14F-4D97-AF65-F5344CB8AC3E}">
        <p14:creationId xmlns:p14="http://schemas.microsoft.com/office/powerpoint/2010/main" val="89916649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21_divid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24B4991-1563-CD48-A701-9F919CD703A7}"/>
              </a:ext>
            </a:extLst>
          </p:cNvPr>
          <p:cNvSpPr>
            <a:spLocks noGrp="1"/>
          </p:cNvSpPr>
          <p:nvPr>
            <p:ph type="pic" sz="quarter" idx="10"/>
          </p:nvPr>
        </p:nvSpPr>
        <p:spPr>
          <a:xfrm>
            <a:off x="0" y="0"/>
            <a:ext cx="12192000" cy="6858000"/>
          </a:xfrm>
        </p:spPr>
        <p:txBody>
          <a:bodyPr/>
          <a:lstStyle/>
          <a:p>
            <a:endParaRPr lang="en-US"/>
          </a:p>
        </p:txBody>
      </p:sp>
      <p:pic>
        <p:nvPicPr>
          <p:cNvPr id="18" name="Picture 17">
            <a:extLst>
              <a:ext uri="{FF2B5EF4-FFF2-40B4-BE49-F238E27FC236}">
                <a16:creationId xmlns:a16="http://schemas.microsoft.com/office/drawing/2014/main" id="{5B4888C3-FC13-6F44-A597-157602F9D15D}"/>
              </a:ext>
            </a:extLst>
          </p:cNvPr>
          <p:cNvPicPr>
            <a:picLocks noChangeAspect="1"/>
          </p:cNvPicPr>
          <p:nvPr userDrawn="1"/>
        </p:nvPicPr>
        <p:blipFill>
          <a:blip r:embed="rId2"/>
          <a:stretch>
            <a:fillRect/>
          </a:stretch>
        </p:blipFill>
        <p:spPr>
          <a:xfrm>
            <a:off x="-1" y="-3491246"/>
            <a:ext cx="10358214" cy="10358214"/>
          </a:xfrm>
          <a:prstGeom prst="rect">
            <a:avLst/>
          </a:prstGeom>
        </p:spPr>
      </p:pic>
      <p:sp>
        <p:nvSpPr>
          <p:cNvPr id="12" name="Picture Placeholder 2">
            <a:extLst>
              <a:ext uri="{FF2B5EF4-FFF2-40B4-BE49-F238E27FC236}">
                <a16:creationId xmlns:a16="http://schemas.microsoft.com/office/drawing/2014/main" id="{CCE1F23C-0D98-364F-92DB-0F350F9D1C3A}"/>
              </a:ext>
            </a:extLst>
          </p:cNvPr>
          <p:cNvSpPr>
            <a:spLocks noGrp="1"/>
          </p:cNvSpPr>
          <p:nvPr>
            <p:ph type="pic" sz="quarter" idx="11"/>
          </p:nvPr>
        </p:nvSpPr>
        <p:spPr>
          <a:xfrm>
            <a:off x="0" y="0"/>
            <a:ext cx="12192000" cy="6858000"/>
          </a:xfrm>
        </p:spPr>
        <p:txBody>
          <a:bodyPr/>
          <a:lstStyle/>
          <a:p>
            <a:endParaRPr lang="en-US"/>
          </a:p>
        </p:txBody>
      </p:sp>
      <p:sp>
        <p:nvSpPr>
          <p:cNvPr id="14" name="Title 1">
            <a:extLst>
              <a:ext uri="{FF2B5EF4-FFF2-40B4-BE49-F238E27FC236}">
                <a16:creationId xmlns:a16="http://schemas.microsoft.com/office/drawing/2014/main" id="{297136BF-9357-F34C-B60A-013790759674}"/>
              </a:ext>
            </a:extLst>
          </p:cNvPr>
          <p:cNvSpPr>
            <a:spLocks noGrp="1"/>
          </p:cNvSpPr>
          <p:nvPr>
            <p:ph type="ctrTitle"/>
          </p:nvPr>
        </p:nvSpPr>
        <p:spPr>
          <a:xfrm>
            <a:off x="1833787" y="786741"/>
            <a:ext cx="5921680" cy="1874852"/>
          </a:xfrm>
        </p:spPr>
        <p:txBody>
          <a:bodyPr anchor="b"/>
          <a:lstStyle>
            <a:lvl1pPr algn="l">
              <a:defRPr sz="6000">
                <a:solidFill>
                  <a:schemeClr val="bg1"/>
                </a:solidFill>
              </a:defRPr>
            </a:lvl1pPr>
          </a:lstStyle>
          <a:p>
            <a:r>
              <a:rPr lang="en-US" dirty="0"/>
              <a:t>Click to edit Master title style</a:t>
            </a:r>
          </a:p>
        </p:txBody>
      </p:sp>
      <p:sp>
        <p:nvSpPr>
          <p:cNvPr id="15" name="Subtitle 2">
            <a:extLst>
              <a:ext uri="{FF2B5EF4-FFF2-40B4-BE49-F238E27FC236}">
                <a16:creationId xmlns:a16="http://schemas.microsoft.com/office/drawing/2014/main" id="{BD56DC78-7482-6E4F-BA10-BED241F1D4EC}"/>
              </a:ext>
            </a:extLst>
          </p:cNvPr>
          <p:cNvSpPr>
            <a:spLocks noGrp="1"/>
          </p:cNvSpPr>
          <p:nvPr>
            <p:ph type="subTitle" idx="1"/>
          </p:nvPr>
        </p:nvSpPr>
        <p:spPr>
          <a:xfrm>
            <a:off x="1833787" y="2753669"/>
            <a:ext cx="5921680" cy="694666"/>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7" name="Picture 16">
            <a:extLst>
              <a:ext uri="{FF2B5EF4-FFF2-40B4-BE49-F238E27FC236}">
                <a16:creationId xmlns:a16="http://schemas.microsoft.com/office/drawing/2014/main" id="{9B8009C2-87E2-F140-B591-1EF38D89DCD4}"/>
              </a:ext>
            </a:extLst>
          </p:cNvPr>
          <p:cNvPicPr>
            <a:picLocks noChangeAspect="1"/>
          </p:cNvPicPr>
          <p:nvPr userDrawn="1"/>
        </p:nvPicPr>
        <p:blipFill>
          <a:blip r:embed="rId3"/>
          <a:stretch>
            <a:fillRect/>
          </a:stretch>
        </p:blipFill>
        <p:spPr>
          <a:xfrm>
            <a:off x="8926848" y="5621866"/>
            <a:ext cx="2523761" cy="665177"/>
          </a:xfrm>
          <a:prstGeom prst="rect">
            <a:avLst/>
          </a:prstGeom>
        </p:spPr>
      </p:pic>
    </p:spTree>
    <p:extLst>
      <p:ext uri="{BB962C8B-B14F-4D97-AF65-F5344CB8AC3E}">
        <p14:creationId xmlns:p14="http://schemas.microsoft.com/office/powerpoint/2010/main" val="3172405479"/>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Title with Frame White">
    <p:bg>
      <p:bgPr>
        <a:solidFill>
          <a:schemeClr val="bg1">
            <a:lumMod val="9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5A302-45A3-481F-BFAB-9A074C3F7794}"/>
              </a:ext>
              <a:ext uri="{C183D7F6-B498-43B3-948B-1728B52AA6E4}">
                <adec:decorative xmlns:adec="http://schemas.microsoft.com/office/drawing/2017/decorative" val="1"/>
              </a:ext>
            </a:extLst>
          </p:cNvPr>
          <p:cNvSpPr/>
          <p:nvPr userDrawn="1"/>
        </p:nvSpPr>
        <p:spPr>
          <a:xfrm>
            <a:off x="457200" y="464127"/>
            <a:ext cx="11286348" cy="594483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8DFA79AD-8981-4F51-8CC1-43C885681348}"/>
              </a:ext>
            </a:extLst>
          </p:cNvPr>
          <p:cNvSpPr>
            <a:spLocks noGrp="1"/>
          </p:cNvSpPr>
          <p:nvPr>
            <p:ph type="title"/>
          </p:nvPr>
        </p:nvSpPr>
        <p:spPr>
          <a:xfrm>
            <a:off x="806922" y="1828800"/>
            <a:ext cx="10557387" cy="3200400"/>
          </a:xfrm>
        </p:spPr>
        <p:txBody>
          <a:bodyPr>
            <a:normAutofit/>
          </a:bodyPr>
          <a:lstStyle>
            <a:lvl1pPr algn="ctr">
              <a:defRPr sz="4800">
                <a:solidFill>
                  <a:schemeClr val="accent1"/>
                </a:solidFill>
              </a:defRPr>
            </a:lvl1pPr>
          </a:lstStyle>
          <a:p>
            <a:r>
              <a:rPr lang="en-US" dirty="0"/>
              <a:t>Click to edit Master title style</a:t>
            </a:r>
          </a:p>
        </p:txBody>
      </p:sp>
      <p:sp>
        <p:nvSpPr>
          <p:cNvPr id="4" name="Rectangle 3">
            <a:extLst>
              <a:ext uri="{FF2B5EF4-FFF2-40B4-BE49-F238E27FC236}">
                <a16:creationId xmlns:a16="http://schemas.microsoft.com/office/drawing/2014/main" id="{56A6F6B2-1DD0-42F2-9039-5327CC0EF19D}"/>
              </a:ext>
              <a:ext uri="{C183D7F6-B498-43B3-948B-1728B52AA6E4}">
                <adec:decorative xmlns:adec="http://schemas.microsoft.com/office/drawing/2017/decorative" val="1"/>
              </a:ext>
            </a:extLst>
          </p:cNvPr>
          <p:cNvSpPr/>
          <p:nvPr userDrawn="1"/>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5" name="TextBox 4">
            <a:extLst>
              <a:ext uri="{FF2B5EF4-FFF2-40B4-BE49-F238E27FC236}">
                <a16:creationId xmlns:a16="http://schemas.microsoft.com/office/drawing/2014/main" id="{7DB3A20D-927D-4DD1-8E5E-A3AC6EDE3968}"/>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1356073231"/>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userDrawn="1">
  <p:cSld name="Title Slide White">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6D8E5A8-9477-47F6-9CA7-9A7DC46705CE}"/>
              </a:ext>
              <a:ext uri="{C183D7F6-B498-43B3-948B-1728B52AA6E4}">
                <adec:decorative xmlns:adec="http://schemas.microsoft.com/office/drawing/2017/decorative" val="1"/>
              </a:ext>
            </a:extLst>
          </p:cNvPr>
          <p:cNvGrpSpPr/>
          <p:nvPr userDrawn="1"/>
        </p:nvGrpSpPr>
        <p:grpSpPr>
          <a:xfrm>
            <a:off x="573803" y="0"/>
            <a:ext cx="4325371" cy="6377476"/>
            <a:chOff x="573803" y="0"/>
            <a:chExt cx="4325371" cy="6377476"/>
          </a:xfrm>
        </p:grpSpPr>
        <p:sp>
          <p:nvSpPr>
            <p:cNvPr id="7" name="Rectangle 6">
              <a:extLst>
                <a:ext uri="{FF2B5EF4-FFF2-40B4-BE49-F238E27FC236}">
                  <a16:creationId xmlns:a16="http://schemas.microsoft.com/office/drawing/2014/main" id="{EF200040-B841-47B7-8555-E0299CDC24FA}"/>
                </a:ext>
              </a:extLst>
            </p:cNvPr>
            <p:cNvSpPr/>
            <p:nvPr userDrawn="1"/>
          </p:nvSpPr>
          <p:spPr>
            <a:xfrm>
              <a:off x="1468406" y="0"/>
              <a:ext cx="3430768" cy="539087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8" name="Rectangle 17">
              <a:extLst>
                <a:ext uri="{FF2B5EF4-FFF2-40B4-BE49-F238E27FC236}">
                  <a16:creationId xmlns:a16="http://schemas.microsoft.com/office/drawing/2014/main" id="{A24C56C1-BF0A-4234-81F8-D2B769834C58}"/>
                </a:ext>
              </a:extLst>
            </p:cNvPr>
            <p:cNvSpPr/>
            <p:nvPr userDrawn="1"/>
          </p:nvSpPr>
          <p:spPr>
            <a:xfrm>
              <a:off x="860457" y="4951823"/>
              <a:ext cx="158111" cy="15811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9" name="Rectangle 18">
              <a:extLst>
                <a:ext uri="{FF2B5EF4-FFF2-40B4-BE49-F238E27FC236}">
                  <a16:creationId xmlns:a16="http://schemas.microsoft.com/office/drawing/2014/main" id="{657C8AC4-A26E-48AF-9B2F-93A0F02E758D}"/>
                </a:ext>
              </a:extLst>
            </p:cNvPr>
            <p:cNvSpPr/>
            <p:nvPr userDrawn="1"/>
          </p:nvSpPr>
          <p:spPr>
            <a:xfrm>
              <a:off x="573803" y="5104242"/>
              <a:ext cx="286654" cy="286654"/>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0" name="Rectangle 19">
              <a:extLst>
                <a:ext uri="{FF2B5EF4-FFF2-40B4-BE49-F238E27FC236}">
                  <a16:creationId xmlns:a16="http://schemas.microsoft.com/office/drawing/2014/main" id="{6D5060BD-E2D2-44BB-ADFB-2B20CEB8775D}"/>
                </a:ext>
              </a:extLst>
            </p:cNvPr>
            <p:cNvSpPr/>
            <p:nvPr userDrawn="1"/>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pic>
          <p:nvPicPr>
            <p:cNvPr id="21" name="Graphic 20">
              <a:extLst>
                <a:ext uri="{FF2B5EF4-FFF2-40B4-BE49-F238E27FC236}">
                  <a16:creationId xmlns:a16="http://schemas.microsoft.com/office/drawing/2014/main" id="{5A184651-D34A-4937-8369-48ADD8E89C0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6513" y="5992753"/>
              <a:ext cx="1031758" cy="384723"/>
            </a:xfrm>
            <a:prstGeom prst="rect">
              <a:avLst/>
            </a:prstGeom>
          </p:spPr>
        </p:pic>
      </p:gr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p:nvPr>
        </p:nvSpPr>
        <p:spPr>
          <a:xfrm>
            <a:off x="1543438" y="944163"/>
            <a:ext cx="9810362" cy="627700"/>
          </a:xfrm>
        </p:spPr>
        <p:txBody>
          <a:bodyPr anchor="b" anchorCtr="0">
            <a:normAutofit/>
          </a:bodyPr>
          <a:lstStyle>
            <a:lvl1pPr marL="0" indent="0">
              <a:buFontTx/>
              <a:buNone/>
              <a:defRPr sz="1600">
                <a:solidFill>
                  <a:schemeClr val="accent1"/>
                </a:solidFill>
                <a:latin typeface="IntelOne Text" panose="020B0503020203020204" pitchFamily="34" charset="77"/>
              </a:defRPr>
            </a:lvl1pPr>
          </a:lstStyle>
          <a:p>
            <a:pPr lvl="0"/>
            <a:r>
              <a:rPr lang="en-US" dirty="0"/>
              <a:t>Click to edit Master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1542536" y="1635111"/>
            <a:ext cx="9789007" cy="1874852"/>
          </a:xfrm>
        </p:spPr>
        <p:txBody>
          <a:bodyPr anchor="b"/>
          <a:lstStyle>
            <a:lvl1pPr algn="l">
              <a:defRPr sz="60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1542536" y="3602038"/>
            <a:ext cx="9789007" cy="1655762"/>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916422808"/>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221694"/>
            <a:ext cx="10972800" cy="1199822"/>
          </a:xfrm>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p:nvPr>
        </p:nvSpPr>
        <p:spPr>
          <a:xfrm>
            <a:off x="381000" y="1487056"/>
            <a:ext cx="10972800" cy="46899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8853010"/>
      </p:ext>
    </p:extLst>
  </p:cSld>
  <p:clrMapOvr>
    <a:masterClrMapping/>
  </p:clrMapOvr>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Title, Sub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221694"/>
            <a:ext cx="10972800" cy="1199822"/>
          </a:xfrm>
        </p:spPr>
        <p:txBody>
          <a:bodyPr>
            <a:normAutofit/>
          </a:bodyPr>
          <a:lstStyle>
            <a:lvl1pPr>
              <a:defRPr sz="3600"/>
            </a:lvl1pPr>
          </a:lstStyle>
          <a:p>
            <a:r>
              <a:rPr lang="en-US" dirty="0"/>
              <a:t>Click to edit Master title style</a:t>
            </a:r>
          </a:p>
        </p:txBody>
      </p:sp>
      <p:sp>
        <p:nvSpPr>
          <p:cNvPr id="5" name="Text Placeholder 4">
            <a:extLst>
              <a:ext uri="{FF2B5EF4-FFF2-40B4-BE49-F238E27FC236}">
                <a16:creationId xmlns:a16="http://schemas.microsoft.com/office/drawing/2014/main" id="{22C827E3-834F-40BA-9518-B0648BD536F2}"/>
              </a:ext>
            </a:extLst>
          </p:cNvPr>
          <p:cNvSpPr>
            <a:spLocks noGrp="1"/>
          </p:cNvSpPr>
          <p:nvPr>
            <p:ph type="body" sz="quarter" idx="10"/>
          </p:nvPr>
        </p:nvSpPr>
        <p:spPr>
          <a:xfrm>
            <a:off x="381000" y="1494289"/>
            <a:ext cx="10972800" cy="525462"/>
          </a:xfrm>
        </p:spPr>
        <p:txBody>
          <a:bodyPr>
            <a:noAutofit/>
          </a:bodyPr>
          <a:lstStyle>
            <a:lvl1pPr marL="0" indent="0">
              <a:buFontTx/>
              <a:buNone/>
              <a:defRPr sz="3200" b="0" i="0">
                <a:solidFill>
                  <a:schemeClr val="accent1"/>
                </a:solidFill>
                <a:latin typeface="IntelOne Text" panose="020B0503020203020204" pitchFamily="34" charset="77"/>
              </a:defRPr>
            </a:lvl1pPr>
          </a:lstStyle>
          <a:p>
            <a:pPr lvl="0"/>
            <a:r>
              <a:rPr lang="en-US" dirty="0"/>
              <a:t>Click to edit Master text styles</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p:nvPr>
        </p:nvSpPr>
        <p:spPr>
          <a:xfrm>
            <a:off x="381000" y="2110067"/>
            <a:ext cx="10972800" cy="408425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3646049"/>
      </p:ext>
    </p:extLst>
  </p:cSld>
  <p:clrMapOvr>
    <a:masterClrMapping/>
  </p:clrMapOvr>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Title, Sub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p:txBody>
          <a:bodyPr/>
          <a:lstStyle/>
          <a:p>
            <a:r>
              <a:rPr lang="en-US" dirty="0"/>
              <a:t>Click to edit Master title style</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p:nvPr>
        </p:nvSpPr>
        <p:spPr>
          <a:xfrm>
            <a:off x="381000" y="1495361"/>
            <a:ext cx="10972800" cy="530454"/>
          </a:xfrm>
        </p:spPr>
        <p:txBody>
          <a:bodyPr>
            <a:noAutofit/>
          </a:bodyPr>
          <a:lstStyle>
            <a:lvl1pPr marL="0" indent="0">
              <a:buNone/>
              <a:defRPr sz="3200" b="0" i="0">
                <a:solidFill>
                  <a:schemeClr val="accent1"/>
                </a:solidFill>
                <a:latin typeface="IntelOne Text" panose="020B0503020203020204" pitchFamily="34" charset="77"/>
              </a:defRPr>
            </a:lvl1pPr>
            <a:lvl2pPr marL="457200" indent="0">
              <a:buNone/>
              <a:defRPr/>
            </a:lvl2pPr>
          </a:lstStyle>
          <a:p>
            <a:pPr lvl="0"/>
            <a:r>
              <a:rPr lang="en-US" dirty="0"/>
              <a:t>Click to edit Master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2105680"/>
            <a:ext cx="5429865" cy="40957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p:nvPr>
        </p:nvSpPr>
        <p:spPr>
          <a:xfrm>
            <a:off x="5923935" y="2105680"/>
            <a:ext cx="5429865" cy="40957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68520652"/>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1496292"/>
            <a:ext cx="5429865" cy="46866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p:nvPr>
        </p:nvSpPr>
        <p:spPr>
          <a:xfrm>
            <a:off x="5923935" y="1496292"/>
            <a:ext cx="5429865" cy="46866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531643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Title, Sub, Content &amp; 2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a:xfrm>
            <a:off x="381000" y="221694"/>
            <a:ext cx="5429864" cy="1199822"/>
          </a:xfrm>
        </p:spPr>
        <p:txBody>
          <a:bodyPr/>
          <a:lstStyle/>
          <a:p>
            <a:r>
              <a:rPr lang="en-US" dirty="0"/>
              <a:t>Click to edit Master title style</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p:nvPr>
        </p:nvSpPr>
        <p:spPr>
          <a:xfrm>
            <a:off x="381000" y="1495361"/>
            <a:ext cx="5429864" cy="530454"/>
          </a:xfrm>
        </p:spPr>
        <p:txBody>
          <a:bodyPr>
            <a:noAutofit/>
          </a:bodyPr>
          <a:lstStyle>
            <a:lvl1pPr marL="0" indent="0">
              <a:buNone/>
              <a:defRPr sz="2800">
                <a:solidFill>
                  <a:schemeClr val="accent1"/>
                </a:solidFill>
                <a:latin typeface="IntelOne Text" panose="020B0503020203020204" pitchFamily="34" charset="77"/>
              </a:defRPr>
            </a:lvl1pPr>
            <a:lvl2pPr marL="457200" indent="0">
              <a:buNone/>
              <a:defRPr/>
            </a:lvl2pPr>
          </a:lstStyle>
          <a:p>
            <a:pPr lvl="0"/>
            <a:r>
              <a:rPr lang="en-US" dirty="0"/>
              <a:t>Click to edit Master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2105680"/>
            <a:ext cx="5429865" cy="40957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5926394" y="230287"/>
            <a:ext cx="5429250" cy="2410686"/>
          </a:xfrm>
        </p:spPr>
        <p:txBody>
          <a:bodyPr/>
          <a:lstStyle>
            <a:lvl1pPr marL="0" indent="0">
              <a:buNone/>
              <a:defRPr/>
            </a:lvl1pPr>
          </a:lstStyle>
          <a:p>
            <a:endParaRPr lang="en-US" dirty="0"/>
          </a:p>
        </p:txBody>
      </p:sp>
      <p:sp>
        <p:nvSpPr>
          <p:cNvPr id="9" name="Text Placeholder 8">
            <a:extLst>
              <a:ext uri="{FF2B5EF4-FFF2-40B4-BE49-F238E27FC236}">
                <a16:creationId xmlns:a16="http://schemas.microsoft.com/office/drawing/2014/main" id="{49775C37-EE38-450C-8269-79E50F8E88A0}"/>
              </a:ext>
            </a:extLst>
          </p:cNvPr>
          <p:cNvSpPr>
            <a:spLocks noGrp="1"/>
          </p:cNvSpPr>
          <p:nvPr>
            <p:ph type="body" sz="quarter" idx="12"/>
          </p:nvPr>
        </p:nvSpPr>
        <p:spPr>
          <a:xfrm>
            <a:off x="5926138" y="2655075"/>
            <a:ext cx="5429250" cy="470063"/>
          </a:xfrm>
        </p:spPr>
        <p:txBody>
          <a:bodyPr>
            <a:normAutofit/>
          </a:bodyPr>
          <a:lstStyle>
            <a:lvl1pPr marL="0" indent="0">
              <a:buNone/>
              <a:defRPr sz="1600">
                <a:solidFill>
                  <a:schemeClr val="tx1"/>
                </a:solidFill>
              </a:defRPr>
            </a:lvl1pPr>
            <a:lvl2pPr marL="457200" indent="0">
              <a:buNone/>
              <a:defRPr/>
            </a:lvl2pPr>
          </a:lstStyle>
          <a:p>
            <a:pPr lvl="0"/>
            <a:r>
              <a:rPr lang="en-US" dirty="0"/>
              <a:t>Click to edit Master text styles</a:t>
            </a:r>
          </a:p>
        </p:txBody>
      </p:sp>
      <p:sp>
        <p:nvSpPr>
          <p:cNvPr id="10" name="Picture Placeholder 6">
            <a:extLst>
              <a:ext uri="{FF2B5EF4-FFF2-40B4-BE49-F238E27FC236}">
                <a16:creationId xmlns:a16="http://schemas.microsoft.com/office/drawing/2014/main" id="{7DC24117-8044-4F60-A59D-9F61002D6C8C}"/>
              </a:ext>
            </a:extLst>
          </p:cNvPr>
          <p:cNvSpPr>
            <a:spLocks noGrp="1"/>
          </p:cNvSpPr>
          <p:nvPr>
            <p:ph type="pic" sz="quarter" idx="13"/>
          </p:nvPr>
        </p:nvSpPr>
        <p:spPr>
          <a:xfrm>
            <a:off x="5924550" y="3331781"/>
            <a:ext cx="5429250" cy="2410686"/>
          </a:xfrm>
        </p:spPr>
        <p:txBody>
          <a:bodyPr/>
          <a:lstStyle>
            <a:lvl1pPr marL="0" indent="0">
              <a:buNone/>
              <a:defRPr/>
            </a:lvl1pPr>
          </a:lstStyle>
          <a:p>
            <a:endParaRPr lang="en-US" dirty="0"/>
          </a:p>
        </p:txBody>
      </p:sp>
      <p:sp>
        <p:nvSpPr>
          <p:cNvPr id="11" name="Text Placeholder 8">
            <a:extLst>
              <a:ext uri="{FF2B5EF4-FFF2-40B4-BE49-F238E27FC236}">
                <a16:creationId xmlns:a16="http://schemas.microsoft.com/office/drawing/2014/main" id="{205F9606-8CF6-4C56-B2B6-E8A04B25F11E}"/>
              </a:ext>
            </a:extLst>
          </p:cNvPr>
          <p:cNvSpPr>
            <a:spLocks noGrp="1"/>
          </p:cNvSpPr>
          <p:nvPr>
            <p:ph type="body" sz="quarter" idx="14"/>
          </p:nvPr>
        </p:nvSpPr>
        <p:spPr>
          <a:xfrm>
            <a:off x="5924294" y="5767077"/>
            <a:ext cx="5429250" cy="470063"/>
          </a:xfrm>
        </p:spPr>
        <p:txBody>
          <a:bodyPr>
            <a:normAutofit/>
          </a:bodyPr>
          <a:lstStyle>
            <a:lvl1pPr marL="0" indent="0">
              <a:buNone/>
              <a:defRPr sz="1600">
                <a:solidFill>
                  <a:schemeClr val="tx1"/>
                </a:solidFill>
              </a:defRPr>
            </a:lvl1pPr>
            <a:lvl2pPr marL="457200" indent="0">
              <a:buNone/>
              <a:defRPr/>
            </a:lvl2pPr>
          </a:lstStyle>
          <a:p>
            <a:pPr lvl="0"/>
            <a:r>
              <a:rPr lang="en-US" dirty="0"/>
              <a:t>Click to edit Master text styles</a:t>
            </a:r>
          </a:p>
        </p:txBody>
      </p:sp>
    </p:spTree>
    <p:extLst>
      <p:ext uri="{BB962C8B-B14F-4D97-AF65-F5344CB8AC3E}">
        <p14:creationId xmlns:p14="http://schemas.microsoft.com/office/powerpoint/2010/main" val="411530933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Title, Sub, Content &amp; 1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a:xfrm>
            <a:off x="381000" y="221694"/>
            <a:ext cx="5429864" cy="1199822"/>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2105680"/>
            <a:ext cx="5429865" cy="40957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5926394" y="0"/>
            <a:ext cx="5808406" cy="6400799"/>
          </a:xfrm>
        </p:spPr>
        <p:txBody>
          <a:bodyPr/>
          <a:lstStyle>
            <a:lvl1pPr marL="0" indent="0">
              <a:buNone/>
              <a:defRPr/>
            </a:lvl1pPr>
          </a:lstStyle>
          <a:p>
            <a:endParaRPr lang="en-US" dirty="0"/>
          </a:p>
        </p:txBody>
      </p:sp>
      <p:sp>
        <p:nvSpPr>
          <p:cNvPr id="8" name="Text Placeholder 5">
            <a:extLst>
              <a:ext uri="{FF2B5EF4-FFF2-40B4-BE49-F238E27FC236}">
                <a16:creationId xmlns:a16="http://schemas.microsoft.com/office/drawing/2014/main" id="{C4D1D699-1964-9A45-A892-EAAC949B8250}"/>
              </a:ext>
            </a:extLst>
          </p:cNvPr>
          <p:cNvSpPr>
            <a:spLocks noGrp="1"/>
          </p:cNvSpPr>
          <p:nvPr>
            <p:ph type="body" sz="quarter" idx="10"/>
          </p:nvPr>
        </p:nvSpPr>
        <p:spPr>
          <a:xfrm>
            <a:off x="381000" y="1495361"/>
            <a:ext cx="5429864" cy="530454"/>
          </a:xfrm>
        </p:spPr>
        <p:txBody>
          <a:bodyPr>
            <a:noAutofit/>
          </a:bodyPr>
          <a:lstStyle>
            <a:lvl1pPr marL="0" indent="0">
              <a:buNone/>
              <a:defRPr sz="2800">
                <a:solidFill>
                  <a:schemeClr val="accent1"/>
                </a:solidFill>
                <a:latin typeface="IntelOne Text" panose="020B0503020203020204" pitchFamily="34" charset="77"/>
              </a:defRPr>
            </a:lvl1pPr>
            <a:lvl2pPr marL="457200" indent="0">
              <a:buNone/>
              <a:defRPr/>
            </a:lvl2pPr>
          </a:lstStyle>
          <a:p>
            <a:pPr lvl="0"/>
            <a:r>
              <a:rPr lang="en-US" dirty="0"/>
              <a:t>Click to edit Master text styles</a:t>
            </a:r>
          </a:p>
        </p:txBody>
      </p:sp>
    </p:spTree>
    <p:extLst>
      <p:ext uri="{BB962C8B-B14F-4D97-AF65-F5344CB8AC3E}">
        <p14:creationId xmlns:p14="http://schemas.microsoft.com/office/powerpoint/2010/main" val="224723444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Full pa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F6811E0-242E-4455-9E93-6248E7DEDA0B}"/>
              </a:ext>
            </a:extLst>
          </p:cNvPr>
          <p:cNvSpPr>
            <a:spLocks noGrp="1"/>
          </p:cNvSpPr>
          <p:nvPr>
            <p:ph type="pic" sz="quarter" idx="11"/>
          </p:nvPr>
        </p:nvSpPr>
        <p:spPr>
          <a:xfrm>
            <a:off x="0" y="0"/>
            <a:ext cx="11734800" cy="6400799"/>
          </a:xfrm>
        </p:spPr>
        <p:txBody>
          <a:bodyPr/>
          <a:lstStyle>
            <a:lvl1pPr marL="0" indent="0">
              <a:buNone/>
              <a:defRPr/>
            </a:lvl1pPr>
          </a:lstStyle>
          <a:p>
            <a:endParaRPr lang="en-US" dirty="0"/>
          </a:p>
        </p:txBody>
      </p:sp>
    </p:spTree>
    <p:extLst>
      <p:ext uri="{BB962C8B-B14F-4D97-AF65-F5344CB8AC3E}">
        <p14:creationId xmlns:p14="http://schemas.microsoft.com/office/powerpoint/2010/main" val="2038229216"/>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Quot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p:txBody>
          <a:bodyPr/>
          <a:lstStyle/>
          <a:p>
            <a:r>
              <a:rPr lang="en-US" dirty="0"/>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1441833"/>
            <a:ext cx="10972800" cy="4241800"/>
          </a:xfrm>
        </p:spPr>
        <p:txBody>
          <a:bodyPr>
            <a:normAutofit/>
          </a:bodyPr>
          <a:lstStyle>
            <a:lvl1pPr marL="0" indent="0">
              <a:buNone/>
              <a:defRPr sz="6000" b="0" i="0">
                <a:solidFill>
                  <a:schemeClr val="accent1"/>
                </a:solidFill>
                <a:latin typeface="IntelOne Display Regular" panose="020B0503020203020204" pitchFamily="34" charset="77"/>
              </a:defRPr>
            </a:lvl1pPr>
          </a:lstStyle>
          <a:p>
            <a:pPr lvl="0"/>
            <a:r>
              <a:rPr lang="en-US" dirty="0"/>
              <a:t>Click to edit Master text styles</a:t>
            </a:r>
          </a:p>
        </p:txBody>
      </p:sp>
      <p:sp>
        <p:nvSpPr>
          <p:cNvPr id="6" name="Text Placeholder 5">
            <a:extLst>
              <a:ext uri="{FF2B5EF4-FFF2-40B4-BE49-F238E27FC236}">
                <a16:creationId xmlns:a16="http://schemas.microsoft.com/office/drawing/2014/main" id="{874C57F0-3964-4184-8486-C7C3D87AEA3B}"/>
              </a:ext>
            </a:extLst>
          </p:cNvPr>
          <p:cNvSpPr>
            <a:spLocks noGrp="1"/>
          </p:cNvSpPr>
          <p:nvPr>
            <p:ph type="body" sz="quarter" idx="11"/>
          </p:nvPr>
        </p:nvSpPr>
        <p:spPr>
          <a:xfrm>
            <a:off x="381000" y="5757203"/>
            <a:ext cx="10972800" cy="501650"/>
          </a:xfrm>
        </p:spPr>
        <p:txBody>
          <a:bodyPr/>
          <a:lstStyle>
            <a:lvl1pPr marL="0" indent="0">
              <a:buNone/>
              <a:defRPr>
                <a:solidFill>
                  <a:schemeClr val="tx2"/>
                </a:solidFill>
                <a:latin typeface="IntelOne Text" panose="020B0503020203020204" pitchFamily="34" charset="77"/>
              </a:defRPr>
            </a:lvl1pPr>
          </a:lstStyle>
          <a:p>
            <a:pPr lvl="0"/>
            <a:r>
              <a:rPr lang="en-US" dirty="0"/>
              <a:t>Click to edit Master text styles</a:t>
            </a:r>
          </a:p>
        </p:txBody>
      </p:sp>
    </p:spTree>
    <p:extLst>
      <p:ext uri="{BB962C8B-B14F-4D97-AF65-F5344CB8AC3E}">
        <p14:creationId xmlns:p14="http://schemas.microsoft.com/office/powerpoint/2010/main" val="14998412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Segu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381000" y="2229178"/>
            <a:ext cx="10972800" cy="1199822"/>
          </a:xfrm>
        </p:spPr>
        <p:txBody>
          <a:bodyPr anchor="b" anchorCtr="0">
            <a:normAutofit/>
          </a:bodyPr>
          <a:lstStyle>
            <a:lvl1pPr>
              <a:defRPr sz="4800"/>
            </a:lvl1pPr>
          </a:lstStyle>
          <a:p>
            <a:r>
              <a:rPr lang="en-US" dirty="0"/>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381000" y="3449317"/>
            <a:ext cx="10972800" cy="681935"/>
          </a:xfrm>
        </p:spPr>
        <p:txBody>
          <a:bodyPr>
            <a:normAutofit/>
          </a:bodyPr>
          <a:lstStyle>
            <a:lvl1pPr marL="0" indent="0">
              <a:buNone/>
              <a:defRPr sz="2800">
                <a:solidFill>
                  <a:schemeClr val="accent1"/>
                </a:solidFill>
                <a:latin typeface="IntelOne Text" panose="020B0503020203020204" pitchFamily="34" charset="77"/>
              </a:defRPr>
            </a:lvl1pPr>
          </a:lstStyle>
          <a:p>
            <a:pPr lvl="0"/>
            <a:r>
              <a:rPr lang="en-US" dirty="0"/>
              <a:t>Click to edit Master text styles</a:t>
            </a:r>
          </a:p>
        </p:txBody>
      </p:sp>
    </p:spTree>
    <p:extLst>
      <p:ext uri="{BB962C8B-B14F-4D97-AF65-F5344CB8AC3E}">
        <p14:creationId xmlns:p14="http://schemas.microsoft.com/office/powerpoint/2010/main" val="2589653354"/>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Title and Content Whit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925220" y="2614497"/>
            <a:ext cx="4838270" cy="1782383"/>
          </a:xfrm>
        </p:spPr>
        <p:txBody>
          <a:bodyPr anchor="t" anchorCtr="0">
            <a:normAutofit/>
          </a:bodyPr>
          <a:lstStyle>
            <a:lvl1pPr>
              <a:defRPr sz="4800">
                <a:solidFill>
                  <a:schemeClr val="tx1"/>
                </a:solidFill>
              </a:defRPr>
            </a:lvl1pPr>
          </a:lstStyle>
          <a:p>
            <a:r>
              <a:rPr lang="en-US" dirty="0"/>
              <a:t>Click to edit Master title style</a:t>
            </a:r>
          </a:p>
        </p:txBody>
      </p:sp>
      <p:sp>
        <p:nvSpPr>
          <p:cNvPr id="17" name="Rectangle 16">
            <a:extLst>
              <a:ext uri="{FF2B5EF4-FFF2-40B4-BE49-F238E27FC236}">
                <a16:creationId xmlns:a16="http://schemas.microsoft.com/office/drawing/2014/main" id="{E32B7E3E-B537-4EE3-BA97-B90982F6C31B}"/>
              </a:ext>
            </a:extLst>
          </p:cNvPr>
          <p:cNvSpPr/>
          <p:nvPr userDrawn="1"/>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userDrawn="1"/>
        </p:nvSpPr>
        <p:spPr>
          <a:xfrm>
            <a:off x="5867399" y="402558"/>
            <a:ext cx="5874297" cy="600347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6087623" y="546389"/>
            <a:ext cx="5433848" cy="1118706"/>
          </a:xfrm>
        </p:spPr>
        <p:txBody>
          <a:bodyPr anchor="ctr" anchorCtr="0">
            <a:noAutofit/>
          </a:bodyPr>
          <a:lstStyle>
            <a:lvl1pPr marL="0" indent="0">
              <a:buNone/>
              <a:defRPr sz="3200">
                <a:solidFill>
                  <a:schemeClr val="tx1"/>
                </a:solidFill>
              </a:defRPr>
            </a:lvl1pPr>
          </a:lstStyle>
          <a:p>
            <a:pPr lvl="0"/>
            <a:r>
              <a:rPr lang="en-US" dirty="0"/>
              <a:t>Click to edit Master text styles</a:t>
            </a:r>
          </a:p>
        </p:txBody>
      </p:sp>
      <p:grpSp>
        <p:nvGrpSpPr>
          <p:cNvPr id="3" name="Group 2">
            <a:extLst>
              <a:ext uri="{FF2B5EF4-FFF2-40B4-BE49-F238E27FC236}">
                <a16:creationId xmlns:a16="http://schemas.microsoft.com/office/drawing/2014/main" id="{3506BD04-B5E7-422F-B321-54907EFDFDD8}"/>
              </a:ext>
              <a:ext uri="{C183D7F6-B498-43B3-948B-1728B52AA6E4}">
                <adec:decorative xmlns:adec="http://schemas.microsoft.com/office/drawing/2017/decorative" val="1"/>
              </a:ext>
            </a:extLst>
          </p:cNvPr>
          <p:cNvGrpSpPr/>
          <p:nvPr userDrawn="1"/>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userDrawn="1"/>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userDrawn="1"/>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userDrawn="1"/>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p:nvPr>
        </p:nvSpPr>
        <p:spPr>
          <a:xfrm>
            <a:off x="6087623" y="1813801"/>
            <a:ext cx="5433848" cy="437679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Box 17">
            <a:extLst>
              <a:ext uri="{FF2B5EF4-FFF2-40B4-BE49-F238E27FC236}">
                <a16:creationId xmlns:a16="http://schemas.microsoft.com/office/drawing/2014/main" id="{E175E17D-D74E-461D-9994-21701E9CF3FE}"/>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err="1">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1458758591"/>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userDrawn="1">
  <p:cSld name="Intel Logo">
    <p:bg>
      <p:bgPr>
        <a:solidFill>
          <a:schemeClr val="accent1"/>
        </a:solidFill>
        <a:effectLst/>
      </p:bgPr>
    </p:bg>
    <p:spTree>
      <p:nvGrpSpPr>
        <p:cNvPr id="1" name=""/>
        <p:cNvGrpSpPr/>
        <p:nvPr/>
      </p:nvGrpSpPr>
      <p:grpSpPr>
        <a:xfrm>
          <a:off x="0" y="0"/>
          <a:ext cx="0" cy="0"/>
          <a:chOff x="0" y="0"/>
          <a:chExt cx="0" cy="0"/>
        </a:xfrm>
      </p:grpSpPr>
      <p:pic>
        <p:nvPicPr>
          <p:cNvPr id="11" name="Picture 10" descr="Logo&#10;&#10;Description automatically generated">
            <a:extLst>
              <a:ext uri="{FF2B5EF4-FFF2-40B4-BE49-F238E27FC236}">
                <a16:creationId xmlns:a16="http://schemas.microsoft.com/office/drawing/2014/main" id="{81D5E138-8800-4F6C-BD71-5E098EFFE25F}"/>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014381" y="2626737"/>
            <a:ext cx="4052408" cy="1643927"/>
          </a:xfrm>
          <a:prstGeom prst="rect">
            <a:avLst/>
          </a:prstGeom>
        </p:spPr>
      </p:pic>
    </p:spTree>
    <p:extLst>
      <p:ext uri="{BB962C8B-B14F-4D97-AF65-F5344CB8AC3E}">
        <p14:creationId xmlns:p14="http://schemas.microsoft.com/office/powerpoint/2010/main" val="126884813"/>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pic>
        <p:nvPicPr>
          <p:cNvPr id="7" name="Picture 6" descr="Two people looking at a tablet&#10;&#10;Description automatically generated with medium confidence">
            <a:extLst>
              <a:ext uri="{FF2B5EF4-FFF2-40B4-BE49-F238E27FC236}">
                <a16:creationId xmlns:a16="http://schemas.microsoft.com/office/drawing/2014/main" id="{EB6201E7-1DB4-4CDB-9727-4D2D1A8678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Subtitle 5">
            <a:extLst>
              <a:ext uri="{FF2B5EF4-FFF2-40B4-BE49-F238E27FC236}">
                <a16:creationId xmlns:a16="http://schemas.microsoft.com/office/drawing/2014/main" id="{5A8CBDA1-3828-428F-90D7-D8E7310B10EF}"/>
              </a:ext>
            </a:extLst>
          </p:cNvPr>
          <p:cNvSpPr txBox="1">
            <a:spLocks/>
          </p:cNvSpPr>
          <p:nvPr userDrawn="1"/>
        </p:nvSpPr>
        <p:spPr>
          <a:xfrm>
            <a:off x="1482438" y="5246255"/>
            <a:ext cx="6734282" cy="930609"/>
          </a:xfrm>
          <a:prstGeom prst="rect">
            <a:avLst/>
          </a:prstGeom>
          <a:effectLst/>
        </p:spPr>
        <p:txBody>
          <a:bodyP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endParaRPr lang="en-US" sz="2400" kern="0" dirty="0">
              <a:solidFill>
                <a:srgbClr val="FFFFFF"/>
              </a:solidFill>
              <a:latin typeface="IntelOne Display Medium" panose="020B0703020203020204" pitchFamily="34" charset="0"/>
            </a:endParaRPr>
          </a:p>
        </p:txBody>
      </p:sp>
      <p:sp>
        <p:nvSpPr>
          <p:cNvPr id="10" name="Title 9">
            <a:extLst>
              <a:ext uri="{FF2B5EF4-FFF2-40B4-BE49-F238E27FC236}">
                <a16:creationId xmlns:a16="http://schemas.microsoft.com/office/drawing/2014/main" id="{EE45FE4C-AF2B-4796-AFD4-D709A1CABFF8}"/>
              </a:ext>
            </a:extLst>
          </p:cNvPr>
          <p:cNvSpPr>
            <a:spLocks noGrp="1"/>
          </p:cNvSpPr>
          <p:nvPr>
            <p:ph type="title" hasCustomPrompt="1"/>
          </p:nvPr>
        </p:nvSpPr>
        <p:spPr>
          <a:xfrm>
            <a:off x="1557252" y="2699715"/>
            <a:ext cx="3663141" cy="2480037"/>
          </a:xfrm>
        </p:spPr>
        <p:txBody>
          <a:bodyPr>
            <a:noAutofit/>
          </a:bodyPr>
          <a:lstStyle>
            <a:lvl1pPr>
              <a:defRPr sz="6000">
                <a:solidFill>
                  <a:schemeClr val="bg1"/>
                </a:solidFill>
              </a:defRPr>
            </a:lvl1pPr>
          </a:lstStyle>
          <a:p>
            <a:r>
              <a:rPr lang="en-US" dirty="0"/>
              <a:t>AI for </a:t>
            </a:r>
            <a:br>
              <a:rPr lang="en-US" dirty="0"/>
            </a:br>
            <a:r>
              <a:rPr lang="en-US" dirty="0"/>
              <a:t>Current Workforce</a:t>
            </a:r>
          </a:p>
        </p:txBody>
      </p:sp>
      <p:sp>
        <p:nvSpPr>
          <p:cNvPr id="12" name="Text Placeholder 11">
            <a:extLst>
              <a:ext uri="{FF2B5EF4-FFF2-40B4-BE49-F238E27FC236}">
                <a16:creationId xmlns:a16="http://schemas.microsoft.com/office/drawing/2014/main" id="{3FBB7E08-F8E9-4EC0-BFD1-931AAA71B2F2}"/>
              </a:ext>
            </a:extLst>
          </p:cNvPr>
          <p:cNvSpPr>
            <a:spLocks noGrp="1"/>
          </p:cNvSpPr>
          <p:nvPr>
            <p:ph type="body" sz="quarter" idx="10"/>
          </p:nvPr>
        </p:nvSpPr>
        <p:spPr>
          <a:xfrm>
            <a:off x="1557252" y="5296134"/>
            <a:ext cx="4045527" cy="914400"/>
          </a:xfrm>
        </p:spPr>
        <p:txBody>
          <a:bodyPr>
            <a:normAutofit/>
          </a:bodyPr>
          <a:lstStyle>
            <a:lvl1pPr marL="0" indent="0">
              <a:buNone/>
              <a:defRPr sz="2400">
                <a:solidFill>
                  <a:schemeClr val="bg1"/>
                </a:solidFill>
                <a:latin typeface="IntelOne Display Medium" panose="020B0703020203020204" pitchFamily="34" charset="0"/>
              </a:defRPr>
            </a:lvl1pPr>
          </a:lstStyle>
          <a:p>
            <a:pPr lvl="0"/>
            <a:endParaRPr lang="en-US" dirty="0"/>
          </a:p>
        </p:txBody>
      </p:sp>
    </p:spTree>
    <p:extLst>
      <p:ext uri="{BB962C8B-B14F-4D97-AF65-F5344CB8AC3E}">
        <p14:creationId xmlns:p14="http://schemas.microsoft.com/office/powerpoint/2010/main" val="2236603941"/>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Section Break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DD06A29-BBC6-494F-A59E-2D0B4F30B9A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805" y="-3174"/>
            <a:ext cx="12197642" cy="6861174"/>
          </a:xfrm>
          <a:prstGeom prst="rect">
            <a:avLst/>
          </a:prstGeom>
        </p:spPr>
      </p:pic>
      <p:sp>
        <p:nvSpPr>
          <p:cNvPr id="12" name="Title 11">
            <a:extLst>
              <a:ext uri="{FF2B5EF4-FFF2-40B4-BE49-F238E27FC236}">
                <a16:creationId xmlns:a16="http://schemas.microsoft.com/office/drawing/2014/main" id="{626255CE-0D5B-412F-B73D-2326DF86CCBE}"/>
              </a:ext>
            </a:extLst>
          </p:cNvPr>
          <p:cNvSpPr>
            <a:spLocks noGrp="1"/>
          </p:cNvSpPr>
          <p:nvPr>
            <p:ph type="title"/>
          </p:nvPr>
        </p:nvSpPr>
        <p:spPr>
          <a:xfrm>
            <a:off x="1833786" y="1743334"/>
            <a:ext cx="6611946" cy="1874852"/>
          </a:xfrm>
        </p:spPr>
        <p:txBody>
          <a:bodyPr>
            <a:normAutofit/>
          </a:bodyPr>
          <a:lstStyle>
            <a:lvl1pPr>
              <a:defRPr sz="6000">
                <a:latin typeface="IntelOne Display Light" panose="020B0403020203020204" pitchFamily="34" charset="0"/>
              </a:defRPr>
            </a:lvl1pPr>
          </a:lstStyle>
          <a:p>
            <a:r>
              <a:rPr lang="en-US" dirty="0"/>
              <a:t>Click to edit Master title style</a:t>
            </a:r>
          </a:p>
        </p:txBody>
      </p:sp>
      <p:sp>
        <p:nvSpPr>
          <p:cNvPr id="15" name="Text Placeholder 14">
            <a:extLst>
              <a:ext uri="{FF2B5EF4-FFF2-40B4-BE49-F238E27FC236}">
                <a16:creationId xmlns:a16="http://schemas.microsoft.com/office/drawing/2014/main" id="{C5FB3502-A6DE-4A32-8CF9-3A20486907D4}"/>
              </a:ext>
            </a:extLst>
          </p:cNvPr>
          <p:cNvSpPr>
            <a:spLocks noGrp="1"/>
          </p:cNvSpPr>
          <p:nvPr>
            <p:ph type="body" sz="quarter" idx="13"/>
          </p:nvPr>
        </p:nvSpPr>
        <p:spPr>
          <a:xfrm>
            <a:off x="1833563" y="3710273"/>
            <a:ext cx="5176837" cy="649287"/>
          </a:xfrm>
        </p:spPr>
        <p:txBody>
          <a:bodyPr>
            <a:normAutofit/>
          </a:bodyPr>
          <a:lstStyle>
            <a:lvl1pPr marL="0" indent="0">
              <a:buNone/>
              <a:defRPr sz="2400">
                <a:latin typeface="IntelOne Display Light" panose="020B0403020203020204" pitchFamily="34" charset="0"/>
              </a:defRPr>
            </a:lvl1pPr>
          </a:lstStyle>
          <a:p>
            <a:pPr lvl="0"/>
            <a:r>
              <a:rPr lang="en-US" dirty="0"/>
              <a:t>Click to edit Master text styles</a:t>
            </a:r>
          </a:p>
        </p:txBody>
      </p:sp>
    </p:spTree>
    <p:extLst>
      <p:ext uri="{BB962C8B-B14F-4D97-AF65-F5344CB8AC3E}">
        <p14:creationId xmlns:p14="http://schemas.microsoft.com/office/powerpoint/2010/main" val="823037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Agenda / Review">
    <p:bg>
      <p:bgPr>
        <a:solidFill>
          <a:srgbClr val="FFE17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2BDAD-AB5E-4EF8-B743-B7880CF7A8D1}"/>
              </a:ext>
            </a:extLst>
          </p:cNvPr>
          <p:cNvSpPr>
            <a:spLocks noGrp="1"/>
          </p:cNvSpPr>
          <p:nvPr>
            <p:ph type="title"/>
          </p:nvPr>
        </p:nvSpPr>
        <p:spPr>
          <a:xfrm>
            <a:off x="484237" y="227473"/>
            <a:ext cx="10515600" cy="1325563"/>
          </a:xfrm>
        </p:spPr>
        <p:txBody>
          <a:bodyPr>
            <a:normAutofit/>
          </a:bodyPr>
          <a:lstStyle>
            <a:lvl1pPr>
              <a:defRPr sz="3600">
                <a:solidFill>
                  <a:schemeClr val="tx1"/>
                </a:solidFill>
                <a:latin typeface="IntelOne Display Light" panose="020B0403020203020204" pitchFamily="34" charset="0"/>
                <a:ea typeface="Intel Clear" panose="020B0604020203020204" pitchFamily="34" charset="0"/>
                <a:cs typeface="Intel Clear" panose="020B0604020203020204" pitchFamily="34" charset="0"/>
              </a:defRPr>
            </a:lvl1pPr>
          </a:lstStyle>
          <a:p>
            <a:r>
              <a:rPr lang="en-US" dirty="0"/>
              <a:t>Click to edit Master title style</a:t>
            </a:r>
          </a:p>
        </p:txBody>
      </p:sp>
      <p:sp>
        <p:nvSpPr>
          <p:cNvPr id="6" name="Rectangle 5">
            <a:extLst>
              <a:ext uri="{FF2B5EF4-FFF2-40B4-BE49-F238E27FC236}">
                <a16:creationId xmlns:a16="http://schemas.microsoft.com/office/drawing/2014/main" id="{BBB273A2-E6C0-461E-A111-BCFA9A5A05D0}"/>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EC91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8EBA6094-46BA-4F15-AD54-A9651D517946}"/>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EC91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8" name="Slide Number Placeholder 4">
            <a:extLst>
              <a:ext uri="{FF2B5EF4-FFF2-40B4-BE49-F238E27FC236}">
                <a16:creationId xmlns:a16="http://schemas.microsoft.com/office/drawing/2014/main" id="{2C557182-AD73-44F9-A962-23A93FC3C944}"/>
              </a:ext>
            </a:extLst>
          </p:cNvPr>
          <p:cNvSpPr>
            <a:spLocks noGrp="1"/>
          </p:cNvSpPr>
          <p:nvPr>
            <p:ph type="sldNum" sz="quarter" idx="12"/>
          </p:nvPr>
        </p:nvSpPr>
        <p:spPr>
          <a:xfrm>
            <a:off x="11725564" y="6495398"/>
            <a:ext cx="457200" cy="360363"/>
          </a:xfrm>
        </p:spPr>
        <p:txBody>
          <a:bodyPr/>
          <a:lstStyle>
            <a:lvl1pPr algn="ctr">
              <a:defRPr sz="1000">
                <a:solidFill>
                  <a:schemeClr val="tx1"/>
                </a:solidFill>
                <a:latin typeface="IntelOne Display Light" panose="020B0403020203020204" pitchFamily="34" charset="0"/>
              </a:defRPr>
            </a:lvl1pPr>
          </a:lstStyle>
          <a:p>
            <a:fld id="{8E424D08-BD54-4DFE-9D9D-D2FBE329B493}" type="slidenum">
              <a:rPr lang="en-US" smtClean="0"/>
              <a:pPr/>
              <a:t>‹#›</a:t>
            </a:fld>
            <a:endParaRPr lang="en-US" dirty="0"/>
          </a:p>
        </p:txBody>
      </p:sp>
      <p:sp>
        <p:nvSpPr>
          <p:cNvPr id="10" name="Text Placeholder 9">
            <a:extLst>
              <a:ext uri="{FF2B5EF4-FFF2-40B4-BE49-F238E27FC236}">
                <a16:creationId xmlns:a16="http://schemas.microsoft.com/office/drawing/2014/main" id="{38CD1580-7C2B-4F1C-8279-A3BE4A22DCFF}"/>
              </a:ext>
            </a:extLst>
          </p:cNvPr>
          <p:cNvSpPr>
            <a:spLocks noGrp="1"/>
          </p:cNvSpPr>
          <p:nvPr>
            <p:ph type="body" sz="quarter" idx="13"/>
          </p:nvPr>
        </p:nvSpPr>
        <p:spPr>
          <a:xfrm>
            <a:off x="484237" y="1561349"/>
            <a:ext cx="10069513" cy="3473450"/>
          </a:xfrm>
        </p:spPr>
        <p:txBody>
          <a:bodyPr>
            <a:normAutofit/>
          </a:bodyPr>
          <a:lstStyle>
            <a:lvl1pPr marL="360363" indent="-360363">
              <a:buFont typeface="Arial" panose="020B0604020202020204" pitchFamily="34" charset="0"/>
              <a:buChar char="•"/>
              <a:defRPr sz="280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457200" indent="0">
              <a:buNone/>
              <a:defRPr/>
            </a:lvl2pPr>
          </a:lstStyle>
          <a:p>
            <a:pPr lvl="0"/>
            <a:r>
              <a:rPr lang="en-US" dirty="0"/>
              <a:t>Click to edit Master text styles</a:t>
            </a:r>
          </a:p>
        </p:txBody>
      </p:sp>
      <p:pic>
        <p:nvPicPr>
          <p:cNvPr id="11" name="Picture 10">
            <a:extLst>
              <a:ext uri="{FF2B5EF4-FFF2-40B4-BE49-F238E27FC236}">
                <a16:creationId xmlns:a16="http://schemas.microsoft.com/office/drawing/2014/main" id="{5286DD6F-4243-4C25-B836-618CD9B64E7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Tree>
    <p:extLst>
      <p:ext uri="{BB962C8B-B14F-4D97-AF65-F5344CB8AC3E}">
        <p14:creationId xmlns:p14="http://schemas.microsoft.com/office/powerpoint/2010/main" val="794196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1_Agenda / Review">
    <p:bg>
      <p:bgPr>
        <a:solidFill>
          <a:srgbClr val="FFE17A"/>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BB273A2-E6C0-461E-A111-BCFA9A5A05D0}"/>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EC91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8EBA6094-46BA-4F15-AD54-A9651D517946}"/>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EC91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8" name="Slide Number Placeholder 4">
            <a:extLst>
              <a:ext uri="{FF2B5EF4-FFF2-40B4-BE49-F238E27FC236}">
                <a16:creationId xmlns:a16="http://schemas.microsoft.com/office/drawing/2014/main" id="{2C557182-AD73-44F9-A962-23A93FC3C944}"/>
              </a:ext>
            </a:extLst>
          </p:cNvPr>
          <p:cNvSpPr>
            <a:spLocks noGrp="1"/>
          </p:cNvSpPr>
          <p:nvPr>
            <p:ph type="sldNum" sz="quarter" idx="12"/>
          </p:nvPr>
        </p:nvSpPr>
        <p:spPr>
          <a:xfrm>
            <a:off x="11725564" y="6495398"/>
            <a:ext cx="457200" cy="360363"/>
          </a:xfrm>
        </p:spPr>
        <p:txBody>
          <a:bodyPr/>
          <a:lstStyle>
            <a:lvl1pPr algn="ctr">
              <a:defRPr sz="1000">
                <a:solidFill>
                  <a:schemeClr val="tx1"/>
                </a:solidFill>
                <a:latin typeface="IntelOne Display Light" panose="020B0403020203020204" pitchFamily="34" charset="0"/>
              </a:defRPr>
            </a:lvl1pPr>
          </a:lstStyle>
          <a:p>
            <a:fld id="{8E424D08-BD54-4DFE-9D9D-D2FBE329B493}" type="slidenum">
              <a:rPr lang="en-US" smtClean="0"/>
              <a:pPr/>
              <a:t>‹#›</a:t>
            </a:fld>
            <a:endParaRPr lang="en-US" dirty="0"/>
          </a:p>
        </p:txBody>
      </p:sp>
      <p:pic>
        <p:nvPicPr>
          <p:cNvPr id="11" name="Picture 10">
            <a:extLst>
              <a:ext uri="{FF2B5EF4-FFF2-40B4-BE49-F238E27FC236}">
                <a16:creationId xmlns:a16="http://schemas.microsoft.com/office/drawing/2014/main" id="{5286DD6F-4243-4C25-B836-618CD9B64E7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
        <p:nvSpPr>
          <p:cNvPr id="9" name="Title 1">
            <a:extLst>
              <a:ext uri="{FF2B5EF4-FFF2-40B4-BE49-F238E27FC236}">
                <a16:creationId xmlns:a16="http://schemas.microsoft.com/office/drawing/2014/main" id="{42EB836A-5B96-4E70-843D-96EB2B51C42F}"/>
              </a:ext>
            </a:extLst>
          </p:cNvPr>
          <p:cNvSpPr>
            <a:spLocks noGrp="1"/>
          </p:cNvSpPr>
          <p:nvPr>
            <p:ph type="title"/>
          </p:nvPr>
        </p:nvSpPr>
        <p:spPr>
          <a:xfrm>
            <a:off x="247073" y="2784693"/>
            <a:ext cx="10515600" cy="1325563"/>
          </a:xfrm>
        </p:spPr>
        <p:txBody>
          <a:bodyPr>
            <a:normAutofit/>
          </a:bodyPr>
          <a:lstStyle>
            <a:lvl1pPr algn="l">
              <a:defRPr sz="4800">
                <a:solidFill>
                  <a:schemeClr val="tx1"/>
                </a:solidFill>
                <a:latin typeface="IntelOne Display Light" panose="020B0403020203020204" pitchFamily="34" charset="0"/>
                <a:ea typeface="Intel Clear Light" panose="020B0404020203020204" pitchFamily="34" charset="0"/>
                <a:cs typeface="Intel Clear Light" panose="020B0404020203020204" pitchFamily="34" charset="0"/>
              </a:defRPr>
            </a:lvl1pPr>
          </a:lstStyle>
          <a:p>
            <a:r>
              <a:rPr lang="en-US" dirty="0"/>
              <a:t>Click to edit Master title style</a:t>
            </a:r>
          </a:p>
        </p:txBody>
      </p:sp>
      <p:sp>
        <p:nvSpPr>
          <p:cNvPr id="12" name="Text Placeholder 9">
            <a:extLst>
              <a:ext uri="{FF2B5EF4-FFF2-40B4-BE49-F238E27FC236}">
                <a16:creationId xmlns:a16="http://schemas.microsoft.com/office/drawing/2014/main" id="{DAEB212F-5A18-471D-B70E-56883B28FDDD}"/>
              </a:ext>
            </a:extLst>
          </p:cNvPr>
          <p:cNvSpPr>
            <a:spLocks noGrp="1"/>
          </p:cNvSpPr>
          <p:nvPr>
            <p:ph type="body" sz="quarter" idx="10"/>
          </p:nvPr>
        </p:nvSpPr>
        <p:spPr>
          <a:xfrm>
            <a:off x="247073" y="4242665"/>
            <a:ext cx="10515600" cy="569482"/>
          </a:xfrm>
        </p:spPr>
        <p:txBody>
          <a:bodyPr>
            <a:normAutofit/>
          </a:bodyPr>
          <a:lstStyle>
            <a:lvl1pPr marL="0" indent="0" algn="l">
              <a:buNone/>
              <a:defRPr sz="2400">
                <a:solidFill>
                  <a:schemeClr val="tx1"/>
                </a:solidFill>
                <a:latin typeface="Intel Clear" panose="020B0604020203020204" pitchFamily="34" charset="0"/>
                <a:ea typeface="Intel Clear" panose="020B0604020203020204" pitchFamily="34" charset="0"/>
                <a:cs typeface="Intel Clear" panose="020B0604020203020204" pitchFamily="34" charset="0"/>
              </a:defRPr>
            </a:lvl1pPr>
          </a:lstStyle>
          <a:p>
            <a:pPr lvl="0"/>
            <a:r>
              <a:rPr lang="en-US" dirty="0"/>
              <a:t>Click to edit Master text styles</a:t>
            </a:r>
          </a:p>
        </p:txBody>
      </p:sp>
    </p:spTree>
    <p:extLst>
      <p:ext uri="{BB962C8B-B14F-4D97-AF65-F5344CB8AC3E}">
        <p14:creationId xmlns:p14="http://schemas.microsoft.com/office/powerpoint/2010/main" val="388990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Normal 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CBE35-7284-41BD-A052-C38A3C9C757B}"/>
              </a:ext>
            </a:extLst>
          </p:cNvPr>
          <p:cNvSpPr>
            <a:spLocks noGrp="1"/>
          </p:cNvSpPr>
          <p:nvPr>
            <p:ph type="title"/>
          </p:nvPr>
        </p:nvSpPr>
        <p:spPr>
          <a:xfrm>
            <a:off x="487217" y="55362"/>
            <a:ext cx="10515600" cy="1325563"/>
          </a:xfrm>
        </p:spPr>
        <p:txBody>
          <a:bodyPr>
            <a:normAutofit/>
          </a:bodyPr>
          <a:lstStyle>
            <a:lvl1pPr>
              <a:defRPr sz="3600">
                <a:latin typeface="IntelOne Display Light" panose="020B0403020203020204" pitchFamily="34"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id="{62573FF1-8380-4CA6-94C0-5C13DD3EEDB1}"/>
              </a:ext>
            </a:extLst>
          </p:cNvPr>
          <p:cNvSpPr>
            <a:spLocks noGrp="1"/>
          </p:cNvSpPr>
          <p:nvPr>
            <p:ph type="body" sz="quarter" idx="13"/>
          </p:nvPr>
        </p:nvSpPr>
        <p:spPr>
          <a:xfrm>
            <a:off x="487217" y="1380925"/>
            <a:ext cx="10515600" cy="3998912"/>
          </a:xfrm>
        </p:spPr>
        <p:txBody>
          <a:bodyPr>
            <a:normAutofit/>
          </a:bodyPr>
          <a:lstStyle>
            <a:lvl1pPr marL="0" indent="0">
              <a:buClrTx/>
              <a:buFont typeface="Arial" panose="020B0604020202020204" pitchFamily="34" charset="0"/>
              <a:buNone/>
              <a:defRPr sz="280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803275" indent="-346075">
              <a:buClrTx/>
              <a:buFont typeface="Arial" panose="020B0604020202020204" pitchFamily="34" charset="0"/>
              <a:buChar char="•"/>
              <a:defRPr sz="280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defRPr>
            </a:lvl2pPr>
            <a:lvl3pPr marL="1143000" indent="-228600">
              <a:buClrTx/>
              <a:buFont typeface="Arial" panose="020B0604020202020204" pitchFamily="34" charset="0"/>
              <a:buChar char="•"/>
              <a:defRPr sz="280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defRPr>
            </a:lvl3pPr>
            <a:lvl4pPr marL="1600200" indent="-228600">
              <a:buClrTx/>
              <a:buFont typeface="Arial" panose="020B0604020202020204" pitchFamily="34" charset="0"/>
              <a:buChar char="•"/>
              <a:defRPr sz="280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defRPr>
            </a:lvl4pPr>
            <a:lvl5pPr marL="2057400" indent="-228600">
              <a:buClrTx/>
              <a:buFont typeface="Arial" panose="020B0604020202020204" pitchFamily="34" charset="0"/>
              <a:buChar char="•"/>
              <a:defRPr sz="280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81327F7B-5D69-4D60-B426-5AB8111F7B61}"/>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394BEC9C-8ADD-401E-860A-FC414480A6ED}"/>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pic>
        <p:nvPicPr>
          <p:cNvPr id="12" name="Picture 11">
            <a:extLst>
              <a:ext uri="{FF2B5EF4-FFF2-40B4-BE49-F238E27FC236}">
                <a16:creationId xmlns:a16="http://schemas.microsoft.com/office/drawing/2014/main" id="{5DCCD2C6-79CC-485E-8D48-7E59D23DD5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
        <p:nvSpPr>
          <p:cNvPr id="13" name="Rectangle 12">
            <a:extLst>
              <a:ext uri="{FF2B5EF4-FFF2-40B4-BE49-F238E27FC236}">
                <a16:creationId xmlns:a16="http://schemas.microsoft.com/office/drawing/2014/main" id="{F4EC1346-44EE-40B5-8AF9-721E65E8EBB3}"/>
              </a:ext>
            </a:extLst>
          </p:cNvPr>
          <p:cNvSpPr/>
          <p:nvPr userDrawn="1"/>
        </p:nvSpPr>
        <p:spPr>
          <a:xfrm>
            <a:off x="11734801" y="6393067"/>
            <a:ext cx="457199" cy="464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4">
            <a:extLst>
              <a:ext uri="{FF2B5EF4-FFF2-40B4-BE49-F238E27FC236}">
                <a16:creationId xmlns:a16="http://schemas.microsoft.com/office/drawing/2014/main" id="{288DE5C8-3F15-477B-923C-9752FAF8DDB3}"/>
              </a:ext>
            </a:extLst>
          </p:cNvPr>
          <p:cNvSpPr>
            <a:spLocks noGrp="1"/>
          </p:cNvSpPr>
          <p:nvPr>
            <p:ph type="sldNum" sz="quarter" idx="12"/>
          </p:nvPr>
        </p:nvSpPr>
        <p:spPr>
          <a:xfrm>
            <a:off x="11725564" y="6495398"/>
            <a:ext cx="457200" cy="360363"/>
          </a:xfrm>
        </p:spPr>
        <p:txBody>
          <a:bodyPr/>
          <a:lstStyle>
            <a:lvl1pPr algn="ctr">
              <a:defRPr sz="1000">
                <a:solidFill>
                  <a:schemeClr val="tx1"/>
                </a:solidFill>
                <a:latin typeface="IntelOne Display Light" panose="020B0403020203020204" pitchFamily="34" charset="0"/>
              </a:defRPr>
            </a:lvl1pPr>
          </a:lstStyle>
          <a:p>
            <a:fld id="{8E424D08-BD54-4DFE-9D9D-D2FBE329B493}" type="slidenum">
              <a:rPr lang="en-US" smtClean="0"/>
              <a:pPr/>
              <a:t>‹#›</a:t>
            </a:fld>
            <a:endParaRPr lang="en-US" dirty="0"/>
          </a:p>
        </p:txBody>
      </p:sp>
    </p:spTree>
    <p:extLst>
      <p:ext uri="{BB962C8B-B14F-4D97-AF65-F5344CB8AC3E}">
        <p14:creationId xmlns:p14="http://schemas.microsoft.com/office/powerpoint/2010/main" val="291849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Middle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96BED7D-D569-42D7-9F12-069C18C3B576}"/>
              </a:ext>
            </a:extLst>
          </p:cNvPr>
          <p:cNvSpPr>
            <a:spLocks noGrp="1"/>
          </p:cNvSpPr>
          <p:nvPr>
            <p:ph type="title"/>
          </p:nvPr>
        </p:nvSpPr>
        <p:spPr>
          <a:xfrm>
            <a:off x="247073" y="2784693"/>
            <a:ext cx="10515600" cy="1325563"/>
          </a:xfrm>
        </p:spPr>
        <p:txBody>
          <a:bodyPr>
            <a:normAutofit/>
          </a:bodyPr>
          <a:lstStyle>
            <a:lvl1pPr algn="l">
              <a:defRPr sz="4800">
                <a:solidFill>
                  <a:schemeClr val="tx1"/>
                </a:solidFill>
                <a:latin typeface="IntelOne Display Light" panose="020B0403020203020204" pitchFamily="34" charset="0"/>
                <a:ea typeface="Intel Clear Light" panose="020B0404020203020204" pitchFamily="34" charset="0"/>
                <a:cs typeface="Intel Clear Light" panose="020B0404020203020204" pitchFamily="34" charset="0"/>
              </a:defRPr>
            </a:lvl1pPr>
          </a:lstStyle>
          <a:p>
            <a:r>
              <a:rPr lang="en-US" dirty="0"/>
              <a:t>Click to edit Master title style</a:t>
            </a:r>
          </a:p>
        </p:txBody>
      </p:sp>
      <p:sp>
        <p:nvSpPr>
          <p:cNvPr id="7" name="Text Placeholder 9">
            <a:extLst>
              <a:ext uri="{FF2B5EF4-FFF2-40B4-BE49-F238E27FC236}">
                <a16:creationId xmlns:a16="http://schemas.microsoft.com/office/drawing/2014/main" id="{561A9DAA-C3BB-4385-9293-B4AC1C09835C}"/>
              </a:ext>
            </a:extLst>
          </p:cNvPr>
          <p:cNvSpPr>
            <a:spLocks noGrp="1"/>
          </p:cNvSpPr>
          <p:nvPr>
            <p:ph type="body" sz="quarter" idx="10"/>
          </p:nvPr>
        </p:nvSpPr>
        <p:spPr>
          <a:xfrm>
            <a:off x="247073" y="4242665"/>
            <a:ext cx="10515600" cy="569482"/>
          </a:xfrm>
        </p:spPr>
        <p:txBody>
          <a:bodyPr>
            <a:normAutofit/>
          </a:bodyPr>
          <a:lstStyle>
            <a:lvl1pPr marL="0" indent="0" algn="l">
              <a:buNone/>
              <a:defRPr sz="2400">
                <a:solidFill>
                  <a:schemeClr val="tx1"/>
                </a:solidFill>
                <a:latin typeface="Intel Clear" panose="020B0604020203020204" pitchFamily="34" charset="0"/>
                <a:ea typeface="Intel Clear" panose="020B0604020203020204" pitchFamily="34" charset="0"/>
                <a:cs typeface="Intel Clear" panose="020B0604020203020204" pitchFamily="34" charset="0"/>
              </a:defRPr>
            </a:lvl1pPr>
          </a:lstStyle>
          <a:p>
            <a:pPr lvl="0"/>
            <a:r>
              <a:rPr lang="en-US" dirty="0"/>
              <a:t>Click to edit Master text styles</a:t>
            </a:r>
          </a:p>
        </p:txBody>
      </p:sp>
      <p:sp>
        <p:nvSpPr>
          <p:cNvPr id="8" name="Rectangle 7">
            <a:extLst>
              <a:ext uri="{FF2B5EF4-FFF2-40B4-BE49-F238E27FC236}">
                <a16:creationId xmlns:a16="http://schemas.microsoft.com/office/drawing/2014/main" id="{B280199E-6402-4A47-AF9E-49CBE919EC18}"/>
              </a:ext>
            </a:extLst>
          </p:cNvPr>
          <p:cNvSpPr/>
          <p:nvPr userDrawn="1"/>
        </p:nvSpPr>
        <p:spPr>
          <a:xfrm>
            <a:off x="11734800" y="6393067"/>
            <a:ext cx="457199" cy="464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82AD13B-3823-4A4E-8E3E-36B29C7D2F15}"/>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0" name="Rectangle 9">
            <a:extLst>
              <a:ext uri="{FF2B5EF4-FFF2-40B4-BE49-F238E27FC236}">
                <a16:creationId xmlns:a16="http://schemas.microsoft.com/office/drawing/2014/main" id="{F3BA46FF-BE4C-40D5-9117-26F774E10EBB}"/>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2" name="Slide Number Placeholder 4">
            <a:extLst>
              <a:ext uri="{FF2B5EF4-FFF2-40B4-BE49-F238E27FC236}">
                <a16:creationId xmlns:a16="http://schemas.microsoft.com/office/drawing/2014/main" id="{F6B3439C-D352-4A93-BBAE-FB1967E4B471}"/>
              </a:ext>
            </a:extLst>
          </p:cNvPr>
          <p:cNvSpPr>
            <a:spLocks noGrp="1"/>
          </p:cNvSpPr>
          <p:nvPr>
            <p:ph type="sldNum" sz="quarter" idx="12"/>
          </p:nvPr>
        </p:nvSpPr>
        <p:spPr>
          <a:xfrm>
            <a:off x="11734799" y="6497493"/>
            <a:ext cx="457201" cy="365125"/>
          </a:xfrm>
        </p:spPr>
        <p:txBody>
          <a:bodyPr/>
          <a:lstStyle>
            <a:lvl1pPr algn="ctr">
              <a:defRPr sz="1000">
                <a:solidFill>
                  <a:schemeClr val="tx1"/>
                </a:solidFill>
                <a:latin typeface="IntelOne Display Regular" panose="020B0503020203020204" pitchFamily="34" charset="0"/>
              </a:defRPr>
            </a:lvl1pPr>
          </a:lstStyle>
          <a:p>
            <a:fld id="{8E424D08-BD54-4DFE-9D9D-D2FBE329B493}" type="slidenum">
              <a:rPr lang="en-US" smtClean="0"/>
              <a:pPr/>
              <a:t>‹#›</a:t>
            </a:fld>
            <a:endParaRPr lang="en-US" dirty="0"/>
          </a:p>
        </p:txBody>
      </p:sp>
      <p:pic>
        <p:nvPicPr>
          <p:cNvPr id="13" name="Picture 12">
            <a:extLst>
              <a:ext uri="{FF2B5EF4-FFF2-40B4-BE49-F238E27FC236}">
                <a16:creationId xmlns:a16="http://schemas.microsoft.com/office/drawing/2014/main" id="{EB6B7DF1-6569-40DD-BF68-964EEE4A57A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Tree>
    <p:extLst>
      <p:ext uri="{BB962C8B-B14F-4D97-AF65-F5344CB8AC3E}">
        <p14:creationId xmlns:p14="http://schemas.microsoft.com/office/powerpoint/2010/main" val="1777697149"/>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Highlight Activity">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7805233-F8BA-46EC-B1E4-4229467ED8E3}"/>
              </a:ext>
            </a:extLst>
          </p:cNvPr>
          <p:cNvSpPr/>
          <p:nvPr userDrawn="1"/>
        </p:nvSpPr>
        <p:spPr>
          <a:xfrm>
            <a:off x="11734800" y="6393067"/>
            <a:ext cx="457199" cy="464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CFB301-EC50-4EF2-96C0-4EEC5BC782C7}"/>
              </a:ext>
            </a:extLst>
          </p:cNvPr>
          <p:cNvSpPr>
            <a:spLocks noGrp="1"/>
          </p:cNvSpPr>
          <p:nvPr>
            <p:ph type="title"/>
          </p:nvPr>
        </p:nvSpPr>
        <p:spPr>
          <a:xfrm>
            <a:off x="838200" y="2766218"/>
            <a:ext cx="10515600" cy="1325563"/>
          </a:xfrm>
        </p:spPr>
        <p:txBody>
          <a:bodyPr>
            <a:normAutofit/>
          </a:bodyPr>
          <a:lstStyle>
            <a:lvl1pPr algn="ctr">
              <a:defRPr sz="4800">
                <a:solidFill>
                  <a:schemeClr val="tx1"/>
                </a:solidFill>
                <a:latin typeface="IntelOne Display Light" panose="020B0403020203020204" pitchFamily="34" charset="0"/>
                <a:ea typeface="Intel Clear Light" panose="020B0404020203020204" pitchFamily="34" charset="0"/>
                <a:cs typeface="Intel Clear Light" panose="020B0404020203020204" pitchFamily="34" charset="0"/>
              </a:defRPr>
            </a:lvl1pPr>
          </a:lstStyle>
          <a:p>
            <a:r>
              <a:rPr lang="en-US" dirty="0"/>
              <a:t>Click to edit Master title style</a:t>
            </a:r>
          </a:p>
        </p:txBody>
      </p:sp>
      <p:sp>
        <p:nvSpPr>
          <p:cNvPr id="6" name="Rectangle 5">
            <a:extLst>
              <a:ext uri="{FF2B5EF4-FFF2-40B4-BE49-F238E27FC236}">
                <a16:creationId xmlns:a16="http://schemas.microsoft.com/office/drawing/2014/main" id="{BBF0E2E8-A004-464E-A2AF-10775EEB0148}"/>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1481DB0A-17A5-43CE-831C-C3A5BFFA44D7}"/>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0" name="Text Placeholder 9">
            <a:extLst>
              <a:ext uri="{FF2B5EF4-FFF2-40B4-BE49-F238E27FC236}">
                <a16:creationId xmlns:a16="http://schemas.microsoft.com/office/drawing/2014/main" id="{CBD8EFD3-BFC6-4C7C-BDDE-FFEF368EA181}"/>
              </a:ext>
            </a:extLst>
          </p:cNvPr>
          <p:cNvSpPr>
            <a:spLocks noGrp="1"/>
          </p:cNvSpPr>
          <p:nvPr>
            <p:ph type="body" sz="quarter" idx="10"/>
          </p:nvPr>
        </p:nvSpPr>
        <p:spPr>
          <a:xfrm>
            <a:off x="838200" y="4196482"/>
            <a:ext cx="10515600" cy="1724025"/>
          </a:xfrm>
        </p:spPr>
        <p:txBody>
          <a:bodyPr>
            <a:normAutofit/>
          </a:bodyPr>
          <a:lstStyle>
            <a:lvl1pPr marL="0" indent="0" algn="ctr">
              <a:buNone/>
              <a:defRPr sz="2400">
                <a:solidFill>
                  <a:schemeClr val="tx1"/>
                </a:solidFill>
                <a:latin typeface="Intel Clear" panose="020B0604020203020204" pitchFamily="34" charset="0"/>
                <a:ea typeface="Intel Clear" panose="020B0604020203020204" pitchFamily="34" charset="0"/>
                <a:cs typeface="Intel Clear" panose="020B0604020203020204" pitchFamily="34" charset="0"/>
              </a:defRPr>
            </a:lvl1pPr>
          </a:lstStyle>
          <a:p>
            <a:pPr lvl="0"/>
            <a:r>
              <a:rPr lang="en-US" dirty="0"/>
              <a:t>Click to edit Master text styles</a:t>
            </a:r>
          </a:p>
        </p:txBody>
      </p:sp>
      <p:sp>
        <p:nvSpPr>
          <p:cNvPr id="9" name="Rectangle 8">
            <a:extLst>
              <a:ext uri="{FF2B5EF4-FFF2-40B4-BE49-F238E27FC236}">
                <a16:creationId xmlns:a16="http://schemas.microsoft.com/office/drawing/2014/main" id="{76EC008B-EA1F-4462-888E-A0656A511144}"/>
              </a:ext>
              <a:ext uri="{C183D7F6-B498-43B3-948B-1728B52AA6E4}">
                <adec:decorative xmlns:adec="http://schemas.microsoft.com/office/drawing/2017/decorative" val="1"/>
              </a:ext>
            </a:extLst>
          </p:cNvPr>
          <p:cNvSpPr/>
          <p:nvPr userDrawn="1"/>
        </p:nvSpPr>
        <p:spPr>
          <a:xfrm>
            <a:off x="0" y="0"/>
            <a:ext cx="457200" cy="64008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8B76B8CC-7532-4945-BC51-D01468AD25C9}"/>
              </a:ext>
              <a:ext uri="{C183D7F6-B498-43B3-948B-1728B52AA6E4}">
                <adec:decorative xmlns:adec="http://schemas.microsoft.com/office/drawing/2017/decorative" val="1"/>
              </a:ext>
            </a:extLst>
          </p:cNvPr>
          <p:cNvSpPr/>
          <p:nvPr userDrawn="1"/>
        </p:nvSpPr>
        <p:spPr>
          <a:xfrm>
            <a:off x="457200" y="4618"/>
            <a:ext cx="11734800" cy="4572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2" name="Slide Number Placeholder 4">
            <a:extLst>
              <a:ext uri="{FF2B5EF4-FFF2-40B4-BE49-F238E27FC236}">
                <a16:creationId xmlns:a16="http://schemas.microsoft.com/office/drawing/2014/main" id="{D8A1B080-B410-4A06-AC12-B1F43BD4D2B8}"/>
              </a:ext>
            </a:extLst>
          </p:cNvPr>
          <p:cNvSpPr>
            <a:spLocks noGrp="1"/>
          </p:cNvSpPr>
          <p:nvPr>
            <p:ph type="sldNum" sz="quarter" idx="12"/>
          </p:nvPr>
        </p:nvSpPr>
        <p:spPr>
          <a:xfrm>
            <a:off x="11734799" y="6497493"/>
            <a:ext cx="457201" cy="365125"/>
          </a:xfrm>
        </p:spPr>
        <p:txBody>
          <a:bodyPr/>
          <a:lstStyle>
            <a:lvl1pPr algn="ctr">
              <a:defRPr sz="1000">
                <a:solidFill>
                  <a:schemeClr val="tx1"/>
                </a:solidFill>
                <a:latin typeface="IntelOne Display Regular" panose="020B0503020203020204" pitchFamily="34" charset="0"/>
              </a:defRPr>
            </a:lvl1pPr>
          </a:lstStyle>
          <a:p>
            <a:fld id="{8E424D08-BD54-4DFE-9D9D-D2FBE329B493}" type="slidenum">
              <a:rPr lang="en-US" smtClean="0"/>
              <a:pPr/>
              <a:t>‹#›</a:t>
            </a:fld>
            <a:endParaRPr lang="en-US" dirty="0"/>
          </a:p>
        </p:txBody>
      </p:sp>
      <p:pic>
        <p:nvPicPr>
          <p:cNvPr id="14" name="Picture 13">
            <a:extLst>
              <a:ext uri="{FF2B5EF4-FFF2-40B4-BE49-F238E27FC236}">
                <a16:creationId xmlns:a16="http://schemas.microsoft.com/office/drawing/2014/main" id="{A4ACC207-3AA0-4B2D-8017-915C3CA3F0A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Tree>
    <p:extLst>
      <p:ext uri="{BB962C8B-B14F-4D97-AF65-F5344CB8AC3E}">
        <p14:creationId xmlns:p14="http://schemas.microsoft.com/office/powerpoint/2010/main" val="1441510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Recap Visual Slide">
    <p:spTree>
      <p:nvGrpSpPr>
        <p:cNvPr id="1" name=""/>
        <p:cNvGrpSpPr/>
        <p:nvPr/>
      </p:nvGrpSpPr>
      <p:grpSpPr>
        <a:xfrm>
          <a:off x="0" y="0"/>
          <a:ext cx="0" cy="0"/>
          <a:chOff x="0" y="0"/>
          <a:chExt cx="0" cy="0"/>
        </a:xfrm>
      </p:grpSpPr>
      <p:pic>
        <p:nvPicPr>
          <p:cNvPr id="8" name="Picture 7" descr="A picture containing text, person, yellow&#10;&#10;Description automatically generated">
            <a:extLst>
              <a:ext uri="{FF2B5EF4-FFF2-40B4-BE49-F238E27FC236}">
                <a16:creationId xmlns:a16="http://schemas.microsoft.com/office/drawing/2014/main" id="{DD0D5D53-61B5-4DC8-99D1-C4DF735C1D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4">
            <a:extLst>
              <a:ext uri="{FF2B5EF4-FFF2-40B4-BE49-F238E27FC236}">
                <a16:creationId xmlns:a16="http://schemas.microsoft.com/office/drawing/2014/main" id="{8A732683-D02F-4F0C-97AF-E78A422C5052}"/>
              </a:ext>
            </a:extLst>
          </p:cNvPr>
          <p:cNvSpPr txBox="1">
            <a:spLocks/>
          </p:cNvSpPr>
          <p:nvPr userDrawn="1"/>
        </p:nvSpPr>
        <p:spPr>
          <a:xfrm>
            <a:off x="8880600" y="2827905"/>
            <a:ext cx="2757218" cy="1874852"/>
          </a:xfrm>
          <a:prstGeom prst="rect">
            <a:avLst/>
          </a:prstGeom>
        </p:spPr>
        <p:txBody>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500" b="0" i="0" u="none" strike="noStrike" kern="1200" cap="none" spc="0" normalizeH="0" baseline="0" noProof="0" dirty="0">
                <a:ln>
                  <a:noFill/>
                </a:ln>
                <a:solidFill>
                  <a:srgbClr val="000000"/>
                </a:solidFill>
                <a:effectLst/>
                <a:uLnTx/>
                <a:uFillTx/>
                <a:latin typeface="IntelOne Display Light"/>
                <a:ea typeface="+mj-ea"/>
                <a:cs typeface="+mj-cs"/>
              </a:rPr>
              <a:t>Recap</a:t>
            </a:r>
          </a:p>
        </p:txBody>
      </p:sp>
    </p:spTree>
    <p:extLst>
      <p:ext uri="{BB962C8B-B14F-4D97-AF65-F5344CB8AC3E}">
        <p14:creationId xmlns:p14="http://schemas.microsoft.com/office/powerpoint/2010/main" val="1436986449"/>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ection Breaker Image">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DF23EF7B-73F3-4F29-B519-A022F84587BC}"/>
              </a:ext>
            </a:extLst>
          </p:cNvPr>
          <p:cNvSpPr txBox="1"/>
          <p:nvPr userDrawn="1"/>
        </p:nvSpPr>
        <p:spPr>
          <a:xfrm>
            <a:off x="1515309" y="3581295"/>
            <a:ext cx="2837616"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lvl="0" indent="0" defTabSz="2438338" rtl="0" eaLnBrk="1"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solidFill>
                <a:effectLst/>
                <a:uLnTx/>
                <a:uFillTx/>
                <a:latin typeface="IntelOne Text" panose="020B0503020203020204"/>
                <a:sym typeface="Helvetica Neue"/>
              </a:rPr>
              <a:t>     </a:t>
            </a:r>
            <a:endParaRPr kumimoji="0" lang="en-SG" sz="800" i="0" u="none" strike="noStrike" cap="none" spc="0" normalizeH="0" baseline="0" dirty="0">
              <a:ln>
                <a:noFill/>
              </a:ln>
              <a:solidFill>
                <a:schemeClr val="bg1"/>
              </a:solidFill>
              <a:effectLst/>
              <a:uFillTx/>
              <a:latin typeface="IntelOne Text" panose="020B0503020203020204"/>
              <a:sym typeface="Helvetica Neue"/>
            </a:endParaRPr>
          </a:p>
        </p:txBody>
      </p:sp>
      <p:sp>
        <p:nvSpPr>
          <p:cNvPr id="8" name="Rectangle 7">
            <a:extLst>
              <a:ext uri="{FF2B5EF4-FFF2-40B4-BE49-F238E27FC236}">
                <a16:creationId xmlns:a16="http://schemas.microsoft.com/office/drawing/2014/main" id="{A0BF546C-D4FE-46B0-890A-BAE5412CA584}"/>
              </a:ext>
            </a:extLst>
          </p:cNvPr>
          <p:cNvSpPr/>
          <p:nvPr userDrawn="1"/>
        </p:nvSpPr>
        <p:spPr>
          <a:xfrm>
            <a:off x="1181933" y="1160392"/>
            <a:ext cx="3314700" cy="3314700"/>
          </a:xfrm>
          <a:prstGeom prst="rect">
            <a:avLst/>
          </a:prstGeom>
          <a:solidFill>
            <a:srgbClr val="FEC91B">
              <a:alpha val="94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IntelOne Display Regular"/>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44EEA707-BBDA-4939-847D-F6BF56EAB129}"/>
              </a:ext>
            </a:extLst>
          </p:cNvPr>
          <p:cNvSpPr/>
          <p:nvPr userDrawn="1"/>
        </p:nvSpPr>
        <p:spPr>
          <a:xfrm>
            <a:off x="797124" y="4475092"/>
            <a:ext cx="384809" cy="384809"/>
          </a:xfrm>
          <a:prstGeom prst="rect">
            <a:avLst/>
          </a:prstGeom>
          <a:solidFill>
            <a:srgbClr val="FEC91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IntelOne Display Regular"/>
              <a:ea typeface="Helvetica Neue Medium"/>
              <a:cs typeface="Helvetica Neue Medium"/>
              <a:sym typeface="Helvetica Neue Medium"/>
            </a:endParaRPr>
          </a:p>
        </p:txBody>
      </p:sp>
      <p:sp>
        <p:nvSpPr>
          <p:cNvPr id="10" name="Rectangle 9">
            <a:extLst>
              <a:ext uri="{FF2B5EF4-FFF2-40B4-BE49-F238E27FC236}">
                <a16:creationId xmlns:a16="http://schemas.microsoft.com/office/drawing/2014/main" id="{B0ABBF28-5873-4489-A5B7-98A7A59CF148}"/>
              </a:ext>
            </a:extLst>
          </p:cNvPr>
          <p:cNvSpPr/>
          <p:nvPr userDrawn="1"/>
        </p:nvSpPr>
        <p:spPr>
          <a:xfrm>
            <a:off x="622806" y="4300774"/>
            <a:ext cx="174318" cy="174318"/>
          </a:xfrm>
          <a:prstGeom prst="rect">
            <a:avLst/>
          </a:prstGeom>
          <a:solidFill>
            <a:srgbClr val="FFE17A"/>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IntelOne Display Regular"/>
              <a:ea typeface="Helvetica Neue Medium"/>
              <a:cs typeface="Helvetica Neue Medium"/>
              <a:sym typeface="Helvetica Neue Medium"/>
            </a:endParaRPr>
          </a:p>
        </p:txBody>
      </p:sp>
      <p:sp>
        <p:nvSpPr>
          <p:cNvPr id="11" name="Title 2">
            <a:extLst>
              <a:ext uri="{FF2B5EF4-FFF2-40B4-BE49-F238E27FC236}">
                <a16:creationId xmlns:a16="http://schemas.microsoft.com/office/drawing/2014/main" id="{ED8DC6DA-718B-40B6-9A85-6F4DC03927E1}"/>
              </a:ext>
            </a:extLst>
          </p:cNvPr>
          <p:cNvSpPr>
            <a:spLocks noGrp="1"/>
          </p:cNvSpPr>
          <p:nvPr>
            <p:ph type="title" idx="4294967295"/>
          </p:nvPr>
        </p:nvSpPr>
        <p:spPr>
          <a:xfrm>
            <a:off x="1391067" y="1694763"/>
            <a:ext cx="2961858" cy="882650"/>
          </a:xfrm>
        </p:spPr>
        <p:txBody>
          <a:bodyPr>
            <a:noAutofit/>
          </a:bodyPr>
          <a:lstStyle>
            <a:lvl1pPr>
              <a:defRPr sz="3200">
                <a:latin typeface="IntelOne Display Light" panose="020B0403020203020204" pitchFamily="34" charset="0"/>
              </a:defRPr>
            </a:lvl1pPr>
          </a:lstStyle>
          <a:p>
            <a:endParaRPr lang="en-US" dirty="0">
              <a:solidFill>
                <a:schemeClr val="bg1"/>
              </a:solidFill>
            </a:endParaRPr>
          </a:p>
        </p:txBody>
      </p:sp>
      <p:sp>
        <p:nvSpPr>
          <p:cNvPr id="14" name="Text Placeholder 13">
            <a:extLst>
              <a:ext uri="{FF2B5EF4-FFF2-40B4-BE49-F238E27FC236}">
                <a16:creationId xmlns:a16="http://schemas.microsoft.com/office/drawing/2014/main" id="{611D1104-AF7C-43B8-A67A-406E733487BE}"/>
              </a:ext>
            </a:extLst>
          </p:cNvPr>
          <p:cNvSpPr>
            <a:spLocks noGrp="1"/>
          </p:cNvSpPr>
          <p:nvPr>
            <p:ph type="body" sz="quarter" idx="11" hasCustomPrompt="1"/>
          </p:nvPr>
        </p:nvSpPr>
        <p:spPr>
          <a:xfrm>
            <a:off x="1390233" y="3575050"/>
            <a:ext cx="2961858" cy="705538"/>
          </a:xfrm>
        </p:spPr>
        <p:txBody>
          <a:bodyPr>
            <a:normAutofit/>
          </a:bodyPr>
          <a:lstStyle>
            <a:lvl1pPr marL="0" indent="0">
              <a:buNone/>
              <a:defRPr sz="1000">
                <a:solidFill>
                  <a:schemeClr val="bg1"/>
                </a:solidFill>
                <a:latin typeface="IntelOne Text" panose="020B0503020203020204"/>
              </a:defRPr>
            </a:lvl1pPr>
          </a:lstStyle>
          <a:p>
            <a:pPr lvl="0"/>
            <a:r>
              <a:rPr lang="en-US" dirty="0"/>
              <a:t>  </a:t>
            </a:r>
          </a:p>
        </p:txBody>
      </p:sp>
    </p:spTree>
    <p:extLst>
      <p:ext uri="{BB962C8B-B14F-4D97-AF65-F5344CB8AC3E}">
        <p14:creationId xmlns:p14="http://schemas.microsoft.com/office/powerpoint/2010/main" val="3127796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Presentation Ending">
    <p:spTree>
      <p:nvGrpSpPr>
        <p:cNvPr id="1" name=""/>
        <p:cNvGrpSpPr/>
        <p:nvPr/>
      </p:nvGrpSpPr>
      <p:grpSpPr>
        <a:xfrm>
          <a:off x="0" y="0"/>
          <a:ext cx="0" cy="0"/>
          <a:chOff x="0" y="0"/>
          <a:chExt cx="0" cy="0"/>
        </a:xfrm>
      </p:grpSpPr>
      <p:pic>
        <p:nvPicPr>
          <p:cNvPr id="7" name="Picture 6" descr="A group of people looking at a computer&#10;&#10;Description automatically generated with medium confidence">
            <a:extLst>
              <a:ext uri="{FF2B5EF4-FFF2-40B4-BE49-F238E27FC236}">
                <a16:creationId xmlns:a16="http://schemas.microsoft.com/office/drawing/2014/main" id="{03A49E46-7B2E-4A04-A9AE-6DE0BC3E48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Picture 7" descr="Graphical user interface&#10;&#10;Description automatically generated">
            <a:extLst>
              <a:ext uri="{FF2B5EF4-FFF2-40B4-BE49-F238E27FC236}">
                <a16:creationId xmlns:a16="http://schemas.microsoft.com/office/drawing/2014/main" id="{0E412BC7-9ADA-4C69-8246-7C6B184AAFB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6633" y="432187"/>
            <a:ext cx="7567992" cy="4255427"/>
          </a:xfrm>
          <a:prstGeom prst="rect">
            <a:avLst/>
          </a:prstGeom>
        </p:spPr>
      </p:pic>
    </p:spTree>
    <p:extLst>
      <p:ext uri="{BB962C8B-B14F-4D97-AF65-F5344CB8AC3E}">
        <p14:creationId xmlns:p14="http://schemas.microsoft.com/office/powerpoint/2010/main" val="1977192502"/>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Start / Finish">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114302C-CDBA-4310-9D21-7E66494CDFB0}"/>
              </a:ext>
            </a:extLst>
          </p:cNvPr>
          <p:cNvSpPr>
            <a:spLocks noGrp="1"/>
          </p:cNvSpPr>
          <p:nvPr>
            <p:ph type="pic" sz="quarter" idx="10"/>
          </p:nvPr>
        </p:nvSpPr>
        <p:spPr>
          <a:xfrm>
            <a:off x="0" y="0"/>
            <a:ext cx="12192000" cy="6858000"/>
          </a:xfrm>
        </p:spPr>
        <p:txBody>
          <a:bodyPr/>
          <a:lstStyle>
            <a:lvl1pPr marL="0" indent="0">
              <a:buNone/>
              <a:defRPr/>
            </a:lvl1pPr>
          </a:lstStyle>
          <a:p>
            <a:endParaRPr lang="en-US" dirty="0"/>
          </a:p>
        </p:txBody>
      </p:sp>
    </p:spTree>
    <p:extLst>
      <p:ext uri="{BB962C8B-B14F-4D97-AF65-F5344CB8AC3E}">
        <p14:creationId xmlns:p14="http://schemas.microsoft.com/office/powerpoint/2010/main" val="2192801899"/>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983216"/>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3" name="Picture Placeholder 2"/>
          <p:cNvSpPr>
            <a:spLocks noGrp="1" noEditPoints="1"/>
          </p:cNvSpPr>
          <p:nvPr>
            <p:ph type="pic" sz="quarter" idx="10"/>
          </p:nvPr>
        </p:nvSpPr>
        <p:spPr>
          <a:xfrm>
            <a:off x="0" y="0"/>
            <a:ext cx="12192000" cy="6858000"/>
          </a:xfrm>
        </p:spPr>
        <p:txBody>
          <a:bodyPr/>
          <a:lstStyle/>
          <a:p>
            <a:pPr lvl="0"/>
            <a:endParaRPr lang="en-US"/>
          </a:p>
        </p:txBody>
      </p:sp>
      <p:pic>
        <p:nvPicPr>
          <p:cNvPr id="13" name="Picture 12"/>
          <p:cNvPicPr>
            <a:picLocks noChangeAspect="1"/>
          </p:cNvPicPr>
          <p:nvPr userDrawn="1"/>
        </p:nvPicPr>
        <p:blipFill>
          <a:blip r:embed="rId2"/>
          <a:srcRect/>
          <a:stretch>
            <a:fillRect/>
          </a:stretch>
        </p:blipFill>
        <p:spPr>
          <a:xfrm>
            <a:off x="0" y="0"/>
            <a:ext cx="7638757" cy="7638757"/>
          </a:xfrm>
          <a:prstGeom prst="rect">
            <a:avLst/>
          </a:prstGeom>
        </p:spPr>
      </p:pic>
      <p:pic>
        <p:nvPicPr>
          <p:cNvPr id="6" name="Picture 5"/>
          <p:cNvPicPr>
            <a:picLocks noChangeAspect="1"/>
          </p:cNvPicPr>
          <p:nvPr userDrawn="1"/>
        </p:nvPicPr>
        <p:blipFill>
          <a:blip r:embed="rId3"/>
          <a:srcRect/>
          <a:stretch>
            <a:fillRect/>
          </a:stretch>
        </p:blipFill>
        <p:spPr>
          <a:xfrm>
            <a:off x="1379122" y="1392116"/>
            <a:ext cx="1358900" cy="838200"/>
          </a:xfrm>
          <a:prstGeom prst="rect">
            <a:avLst/>
          </a:prstGeom>
        </p:spPr>
      </p:pic>
      <p:sp>
        <p:nvSpPr>
          <p:cNvPr id="4" name="Title 1"/>
          <p:cNvSpPr>
            <a:spLocks noGrp="1" noEditPoints="1"/>
          </p:cNvSpPr>
          <p:nvPr>
            <p:ph type="ctrTitle"/>
          </p:nvPr>
        </p:nvSpPr>
        <p:spPr>
          <a:xfrm>
            <a:off x="1264245" y="2920341"/>
            <a:ext cx="4566715" cy="1874852"/>
          </a:xfrm>
        </p:spPr>
        <p:txBody>
          <a:bodyPr anchor="b"/>
          <a:lstStyle>
            <a:lvl1pPr algn="l">
              <a:defRPr sz="6000">
                <a:solidFill>
                  <a:schemeClr val="bg1"/>
                </a:solidFill>
              </a:defRPr>
            </a:lvl1pPr>
          </a:lstStyle>
          <a:p>
            <a:r>
              <a:rPr lang="en-US" dirty="0"/>
              <a:t>Click to edit Master title style</a:t>
            </a:r>
          </a:p>
        </p:txBody>
      </p:sp>
      <p:sp>
        <p:nvSpPr>
          <p:cNvPr id="5" name="Subtitle 2"/>
          <p:cNvSpPr>
            <a:spLocks noGrp="1" noEditPoints="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spTree>
    <p:extLst>
      <p:ext uri="{BB962C8B-B14F-4D97-AF65-F5344CB8AC3E}">
        <p14:creationId xmlns:p14="http://schemas.microsoft.com/office/powerpoint/2010/main" val="93837563"/>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userDrawn="1">
  <p:cSld name="2_title">
    <p:bg>
      <p:bgPr>
        <a:solidFill>
          <a:srgbClr val="1F31AD"/>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90008" y="1554148"/>
            <a:ext cx="3598410" cy="1874852"/>
          </a:xfrm>
        </p:spPr>
        <p:txBody>
          <a:bodyPr anchor="b">
            <a:normAutofit/>
          </a:bodyPr>
          <a:lstStyle>
            <a:lvl1pPr algn="l">
              <a:defRPr sz="4500">
                <a:solidFill>
                  <a:schemeClr val="bg1"/>
                </a:solidFill>
              </a:defRPr>
            </a:lvl1pPr>
          </a:lstStyle>
          <a:p>
            <a:r>
              <a:rPr lang="en-US" dirty="0"/>
              <a:t>Click to edit Master title style</a:t>
            </a:r>
          </a:p>
        </p:txBody>
      </p:sp>
      <p:sp>
        <p:nvSpPr>
          <p:cNvPr id="5" name="Subtitle 2"/>
          <p:cNvSpPr>
            <a:spLocks noGrp="1" noEditPoints="1"/>
          </p:cNvSpPr>
          <p:nvPr>
            <p:ph type="subTitle" idx="1"/>
          </p:nvPr>
        </p:nvSpPr>
        <p:spPr>
          <a:xfrm>
            <a:off x="8090008" y="3521075"/>
            <a:ext cx="3598410"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2" name="Picture 1"/>
          <p:cNvPicPr>
            <a:picLocks noChangeAspect="1"/>
          </p:cNvPicPr>
          <p:nvPr userDrawn="1"/>
        </p:nvPicPr>
        <p:blipFill>
          <a:blip r:embed="rId2"/>
          <a:srcRect/>
          <a:stretch>
            <a:fillRect/>
          </a:stretch>
        </p:blipFill>
        <p:spPr>
          <a:xfrm>
            <a:off x="-1" y="5983357"/>
            <a:ext cx="874643" cy="874643"/>
          </a:xfrm>
          <a:prstGeom prst="rect">
            <a:avLst/>
          </a:prstGeom>
        </p:spPr>
      </p:pic>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pic>
        <p:nvPicPr>
          <p:cNvPr id="11" name="Picture 10"/>
          <p:cNvPicPr>
            <a:picLocks noChangeAspect="1"/>
          </p:cNvPicPr>
          <p:nvPr userDrawn="1"/>
        </p:nvPicPr>
        <p:blipFill>
          <a:blip r:embed="rId3"/>
          <a:srcRect/>
          <a:stretch>
            <a:fillRect/>
          </a:stretch>
        </p:blipFill>
        <p:spPr>
          <a:xfrm>
            <a:off x="8926848" y="5621866"/>
            <a:ext cx="2523761" cy="665177"/>
          </a:xfrm>
          <a:prstGeom prst="rect">
            <a:avLst/>
          </a:prstGeom>
        </p:spPr>
      </p:pic>
    </p:spTree>
    <p:extLst>
      <p:ext uri="{BB962C8B-B14F-4D97-AF65-F5344CB8AC3E}">
        <p14:creationId xmlns:p14="http://schemas.microsoft.com/office/powerpoint/2010/main" val="1719223061"/>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userDrawn="1">
  <p:cSld name="3_title">
    <p:bg>
      <p:bgPr>
        <a:solidFill>
          <a:schemeClr val="tx1">
            <a:lumMod val="20000"/>
            <a:lumOff val="80000"/>
          </a:schemeClr>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7118003" y="2330005"/>
            <a:ext cx="4351373" cy="1874852"/>
          </a:xfrm>
        </p:spPr>
        <p:txBody>
          <a:bodyPr anchor="b">
            <a:noAutofit/>
          </a:bodyPr>
          <a:lstStyle>
            <a:lvl1pPr algn="l">
              <a:defRPr sz="5000">
                <a:solidFill>
                  <a:srgbClr val="000000"/>
                </a:solidFill>
              </a:defRPr>
            </a:lvl1pPr>
          </a:lstStyle>
          <a:p>
            <a:r>
              <a:rPr lang="en-US" dirty="0"/>
              <a:t>Click to edit Master title style</a:t>
            </a:r>
          </a:p>
        </p:txBody>
      </p:sp>
      <p:sp>
        <p:nvSpPr>
          <p:cNvPr id="5" name="Subtitle 2"/>
          <p:cNvSpPr>
            <a:spLocks noGrp="1" noEditPoints="1"/>
          </p:cNvSpPr>
          <p:nvPr>
            <p:ph type="subTitle" idx="1"/>
          </p:nvPr>
        </p:nvSpPr>
        <p:spPr>
          <a:xfrm>
            <a:off x="7118003" y="4296932"/>
            <a:ext cx="4351373" cy="1301497"/>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2" name="Picture 1"/>
          <p:cNvPicPr>
            <a:picLocks noChangeAspect="1"/>
          </p:cNvPicPr>
          <p:nvPr userDrawn="1"/>
        </p:nvPicPr>
        <p:blipFill>
          <a:blip r:embed="rId2"/>
          <a:srcRect/>
          <a:stretch>
            <a:fillRect/>
          </a:stretch>
        </p:blipFill>
        <p:spPr>
          <a:xfrm>
            <a:off x="-1" y="0"/>
            <a:ext cx="722625" cy="722625"/>
          </a:xfrm>
          <a:prstGeom prst="rect">
            <a:avLst/>
          </a:prstGeom>
        </p:spPr>
      </p:pic>
      <p:sp>
        <p:nvSpPr>
          <p:cNvPr id="10" name="Picture Placeholder 8"/>
          <p:cNvSpPr>
            <a:spLocks noGrp="1" noEditPoints="1"/>
          </p:cNvSpPr>
          <p:nvPr>
            <p:ph type="pic" sz="quarter" idx="10"/>
          </p:nvPr>
        </p:nvSpPr>
        <p:spPr>
          <a:xfrm>
            <a:off x="722624" y="724112"/>
            <a:ext cx="5517866" cy="5517866"/>
          </a:xfrm>
          <a:prstGeom prst="flowChartDelay">
            <a:avLst/>
          </a:prstGeom>
        </p:spPr>
        <p:txBody>
          <a:bodyPr/>
          <a:lstStyle/>
          <a:p>
            <a:pPr lvl="0"/>
            <a:endParaRPr lang="en-US"/>
          </a:p>
        </p:txBody>
      </p:sp>
      <p:pic>
        <p:nvPicPr>
          <p:cNvPr id="6" name="Picture 5"/>
          <p:cNvPicPr>
            <a:picLocks noChangeAspect="1"/>
          </p:cNvPicPr>
          <p:nvPr userDrawn="1"/>
        </p:nvPicPr>
        <p:blipFill>
          <a:blip r:embed="rId3"/>
          <a:srcRect/>
          <a:stretch>
            <a:fillRect/>
          </a:stretch>
        </p:blipFill>
        <p:spPr>
          <a:xfrm>
            <a:off x="6462165" y="995711"/>
            <a:ext cx="2281959" cy="604907"/>
          </a:xfrm>
          <a:prstGeom prst="rect">
            <a:avLst/>
          </a:prstGeom>
        </p:spPr>
      </p:pic>
    </p:spTree>
    <p:extLst>
      <p:ext uri="{BB962C8B-B14F-4D97-AF65-F5344CB8AC3E}">
        <p14:creationId xmlns:p14="http://schemas.microsoft.com/office/powerpoint/2010/main" val="222755775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4_title">
    <p:spTree>
      <p:nvGrpSpPr>
        <p:cNvPr id="1" name=""/>
        <p:cNvGrpSpPr/>
        <p:nvPr/>
      </p:nvGrpSpPr>
      <p:grpSpPr>
        <a:xfrm>
          <a:off x="0" y="0"/>
          <a:ext cx="0" cy="0"/>
          <a:chOff x="0" y="0"/>
          <a:chExt cx="0" cy="0"/>
        </a:xfrm>
      </p:grpSpPr>
      <p:sp>
        <p:nvSpPr>
          <p:cNvPr id="3" name="Picture Placeholder 2"/>
          <p:cNvSpPr>
            <a:spLocks noGrp="1" noEditPoints="1"/>
          </p:cNvSpPr>
          <p:nvPr>
            <p:ph type="pic" sz="quarter" idx="10"/>
          </p:nvPr>
        </p:nvSpPr>
        <p:spPr>
          <a:xfrm>
            <a:off x="0" y="0"/>
            <a:ext cx="12192000" cy="6858000"/>
          </a:xfrm>
        </p:spPr>
        <p:txBody>
          <a:bodyPr/>
          <a:lstStyle/>
          <a:p>
            <a:pPr lvl="0"/>
            <a:endParaRPr lang="en-US"/>
          </a:p>
        </p:txBody>
      </p:sp>
      <p:pic>
        <p:nvPicPr>
          <p:cNvPr id="18" name="Picture 17"/>
          <p:cNvPicPr>
            <a:picLocks noChangeAspect="1"/>
          </p:cNvPicPr>
          <p:nvPr userDrawn="1"/>
        </p:nvPicPr>
        <p:blipFill>
          <a:blip r:embed="rId2"/>
          <a:srcRect/>
          <a:stretch>
            <a:fillRect/>
          </a:stretch>
        </p:blipFill>
        <p:spPr>
          <a:xfrm>
            <a:off x="-1" y="-3491246"/>
            <a:ext cx="10358214" cy="10358214"/>
          </a:xfrm>
          <a:prstGeom prst="rect">
            <a:avLst/>
          </a:prstGeom>
        </p:spPr>
      </p:pic>
      <p:sp>
        <p:nvSpPr>
          <p:cNvPr id="12" name="Picture Placeholder 2"/>
          <p:cNvSpPr>
            <a:spLocks noGrp="1" noEditPoints="1"/>
          </p:cNvSpPr>
          <p:nvPr>
            <p:ph type="pic" sz="quarter" idx="11"/>
          </p:nvPr>
        </p:nvSpPr>
        <p:spPr>
          <a:xfrm>
            <a:off x="0" y="0"/>
            <a:ext cx="12192000" cy="6858000"/>
          </a:xfrm>
        </p:spPr>
        <p:txBody>
          <a:bodyPr/>
          <a:lstStyle/>
          <a:p>
            <a:pPr lvl="0"/>
            <a:endParaRPr lang="en-US"/>
          </a:p>
        </p:txBody>
      </p:sp>
      <p:sp>
        <p:nvSpPr>
          <p:cNvPr id="14" name="Title 1"/>
          <p:cNvSpPr>
            <a:spLocks noGrp="1" noEditPoints="1"/>
          </p:cNvSpPr>
          <p:nvPr>
            <p:ph type="ctrTitle"/>
          </p:nvPr>
        </p:nvSpPr>
        <p:spPr>
          <a:xfrm>
            <a:off x="1833787" y="786741"/>
            <a:ext cx="5921680" cy="1874852"/>
          </a:xfrm>
        </p:spPr>
        <p:txBody>
          <a:bodyPr anchor="b"/>
          <a:lstStyle>
            <a:lvl1pPr algn="l">
              <a:defRPr sz="6000">
                <a:solidFill>
                  <a:schemeClr val="bg1"/>
                </a:solidFill>
              </a:defRPr>
            </a:lvl1pPr>
          </a:lstStyle>
          <a:p>
            <a:r>
              <a:rPr lang="en-US" dirty="0"/>
              <a:t>Click to edit Master title style</a:t>
            </a:r>
          </a:p>
        </p:txBody>
      </p:sp>
      <p:sp>
        <p:nvSpPr>
          <p:cNvPr id="15" name="Subtitle 2"/>
          <p:cNvSpPr>
            <a:spLocks noGrp="1" noEditPoints="1"/>
          </p:cNvSpPr>
          <p:nvPr>
            <p:ph type="subTitle" idx="1"/>
          </p:nvPr>
        </p:nvSpPr>
        <p:spPr>
          <a:xfrm>
            <a:off x="1833787" y="2753669"/>
            <a:ext cx="5921680" cy="694666"/>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17" name="Picture 16"/>
          <p:cNvPicPr>
            <a:picLocks noChangeAspect="1"/>
          </p:cNvPicPr>
          <p:nvPr userDrawn="1"/>
        </p:nvPicPr>
        <p:blipFill>
          <a:blip r:embed="rId3"/>
          <a:srcRect/>
          <a:stretch>
            <a:fillRect/>
          </a:stretch>
        </p:blipFill>
        <p:spPr>
          <a:xfrm>
            <a:off x="8926848" y="5621866"/>
            <a:ext cx="2523761" cy="665177"/>
          </a:xfrm>
          <a:prstGeom prst="rect">
            <a:avLst/>
          </a:prstGeom>
        </p:spPr>
      </p:pic>
    </p:spTree>
    <p:extLst>
      <p:ext uri="{BB962C8B-B14F-4D97-AF65-F5344CB8AC3E}">
        <p14:creationId xmlns:p14="http://schemas.microsoft.com/office/powerpoint/2010/main" val="40221369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1_divider">
    <p:bg>
      <p:bgPr>
        <a:solidFill>
          <a:srgbClr val="1F31AD"/>
        </a:solidFill>
        <a:effectLst/>
      </p:bgPr>
    </p:bg>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srcRect/>
          <a:stretch>
            <a:fillRect/>
          </a:stretch>
        </p:blipFill>
        <p:spPr>
          <a:xfrm>
            <a:off x="0" y="0"/>
            <a:ext cx="8518358" cy="8518358"/>
          </a:xfrm>
          <a:prstGeom prst="rect">
            <a:avLst/>
          </a:prstGeom>
        </p:spPr>
      </p:pic>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2" name="Picture 1"/>
          <p:cNvPicPr>
            <a:picLocks noChangeAspect="1"/>
          </p:cNvPicPr>
          <p:nvPr userDrawn="1"/>
        </p:nvPicPr>
        <p:blipFill>
          <a:blip r:embed="rId3"/>
          <a:srcRect/>
          <a:stretch>
            <a:fillRect/>
          </a:stretch>
        </p:blipFill>
        <p:spPr>
          <a:xfrm>
            <a:off x="1352549" y="288758"/>
            <a:ext cx="1352277" cy="356414"/>
          </a:xfrm>
          <a:prstGeom prst="rect">
            <a:avLst/>
          </a:prstGeom>
        </p:spPr>
      </p:pic>
    </p:spTree>
    <p:extLst>
      <p:ext uri="{BB962C8B-B14F-4D97-AF65-F5344CB8AC3E}">
        <p14:creationId xmlns:p14="http://schemas.microsoft.com/office/powerpoint/2010/main" val="13926030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2_divider">
    <p:bg>
      <p:bgPr>
        <a:solidFill>
          <a:srgbClr val="5B69FF"/>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rcRect/>
          <a:stretch>
            <a:fillRect/>
          </a:stretch>
        </p:blipFill>
        <p:spPr>
          <a:xfrm>
            <a:off x="-18007" y="-2896617"/>
            <a:ext cx="9763585" cy="9763585"/>
          </a:xfrm>
          <a:prstGeom prst="rect">
            <a:avLst/>
          </a:prstGeom>
        </p:spPr>
      </p:pic>
      <p:sp>
        <p:nvSpPr>
          <p:cNvPr id="14" name="Title 1"/>
          <p:cNvSpPr>
            <a:spLocks noGrp="1" noEditPoints="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p:cNvSpPr>
            <a:spLocks noGrp="1" noEditPoints="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17" name="Picture 16"/>
          <p:cNvPicPr>
            <a:picLocks noChangeAspect="1"/>
          </p:cNvPicPr>
          <p:nvPr userDrawn="1"/>
        </p:nvPicPr>
        <p:blipFill>
          <a:blip r:embed="rId3"/>
          <a:srcRect/>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1055337044"/>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3_divider">
    <p:bg>
      <p:bgPr>
        <a:solidFill>
          <a:srgbClr val="98A1FF"/>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p:cNvSpPr>
            <a:spLocks noGrp="1" noEditPoints="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2" name="Picture 1"/>
          <p:cNvPicPr>
            <a:picLocks noChangeAspect="1"/>
          </p:cNvPicPr>
          <p:nvPr userDrawn="1"/>
        </p:nvPicPr>
        <p:blipFill>
          <a:blip r:embed="rId2"/>
          <a:srcRect/>
          <a:stretch>
            <a:fillRect/>
          </a:stretch>
        </p:blipFill>
        <p:spPr>
          <a:xfrm>
            <a:off x="-1" y="5983357"/>
            <a:ext cx="874643" cy="874643"/>
          </a:xfrm>
          <a:prstGeom prst="rect">
            <a:avLst/>
          </a:prstGeom>
        </p:spPr>
      </p:pic>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pic>
        <p:nvPicPr>
          <p:cNvPr id="12" name="Picture 11"/>
          <p:cNvPicPr>
            <a:picLocks noChangeAspect="1"/>
          </p:cNvPicPr>
          <p:nvPr userDrawn="1"/>
        </p:nvPicPr>
        <p:blipFill>
          <a:blip r:embed="rId3"/>
          <a:srcRect/>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28081197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4_divider">
    <p:bg>
      <p:bgPr>
        <a:solidFill>
          <a:srgbClr val="C81326"/>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2" name="Picture 1"/>
          <p:cNvPicPr>
            <a:picLocks noChangeAspect="1"/>
          </p:cNvPicPr>
          <p:nvPr userDrawn="1"/>
        </p:nvPicPr>
        <p:blipFill>
          <a:blip r:embed="rId2"/>
          <a:srcRect/>
          <a:stretch>
            <a:fillRect/>
          </a:stretch>
        </p:blipFill>
        <p:spPr>
          <a:xfrm>
            <a:off x="1352549" y="288758"/>
            <a:ext cx="1352277" cy="356414"/>
          </a:xfrm>
          <a:prstGeom prst="rect">
            <a:avLst/>
          </a:prstGeom>
        </p:spPr>
      </p:pic>
      <p:pic>
        <p:nvPicPr>
          <p:cNvPr id="8" name="Picture 7"/>
          <p:cNvPicPr>
            <a:picLocks noChangeAspect="1"/>
          </p:cNvPicPr>
          <p:nvPr userDrawn="1"/>
        </p:nvPicPr>
        <p:blipFill>
          <a:blip r:embed="rId3"/>
          <a:srcRect/>
          <a:stretch>
            <a:fillRect/>
          </a:stretch>
        </p:blipFill>
        <p:spPr>
          <a:xfrm>
            <a:off x="-1" y="-1"/>
            <a:ext cx="8518357" cy="8518357"/>
          </a:xfrm>
          <a:prstGeom prst="rect">
            <a:avLst/>
          </a:prstGeom>
        </p:spPr>
      </p:pic>
    </p:spTree>
    <p:extLst>
      <p:ext uri="{BB962C8B-B14F-4D97-AF65-F5344CB8AC3E}">
        <p14:creationId xmlns:p14="http://schemas.microsoft.com/office/powerpoint/2010/main" val="3364636401"/>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5_divider">
    <p:bg>
      <p:bgPr>
        <a:solidFill>
          <a:srgbClr val="FF5660"/>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rcRect/>
          <a:stretch>
            <a:fillRect/>
          </a:stretch>
        </p:blipFill>
        <p:spPr>
          <a:xfrm>
            <a:off x="-18008" y="-2891071"/>
            <a:ext cx="9763585" cy="9763585"/>
          </a:xfrm>
          <a:prstGeom prst="rect">
            <a:avLst/>
          </a:prstGeom>
        </p:spPr>
      </p:pic>
      <p:sp>
        <p:nvSpPr>
          <p:cNvPr id="14" name="Title 1"/>
          <p:cNvSpPr>
            <a:spLocks noGrp="1" noEditPoints="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p:cNvSpPr>
            <a:spLocks noGrp="1" noEditPoints="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17" name="Picture 16"/>
          <p:cNvPicPr>
            <a:picLocks noChangeAspect="1"/>
          </p:cNvPicPr>
          <p:nvPr userDrawn="1"/>
        </p:nvPicPr>
        <p:blipFill>
          <a:blip r:embed="rId3"/>
          <a:srcRect/>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487964462"/>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userDrawn="1">
  <p:cSld name="6_divider">
    <p:bg>
      <p:bgPr>
        <a:solidFill>
          <a:srgbClr val="FF858A"/>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a:solidFill>
            <a:srgbClr val="FF858A"/>
          </a:solidFill>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p:cNvSpPr>
            <a:spLocks noGrp="1" noEditPoints="1"/>
          </p:cNvSpPr>
          <p:nvPr>
            <p:ph type="subTitle" idx="1"/>
          </p:nvPr>
        </p:nvSpPr>
        <p:spPr>
          <a:xfrm>
            <a:off x="8017438" y="3809833"/>
            <a:ext cx="3598410" cy="930609"/>
          </a:xfrm>
          <a:solidFill>
            <a:srgbClr val="FF858A"/>
          </a:solidFill>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sp>
        <p:nvSpPr>
          <p:cNvPr id="11" name="Rectangle 10"/>
          <p:cNvSpPr/>
          <p:nvPr userDrawn="1"/>
        </p:nvSpPr>
        <p:spPr>
          <a:xfrm>
            <a:off x="0" y="5983356"/>
            <a:ext cx="874643" cy="874643"/>
          </a:xfrm>
          <a:prstGeom prst="rect">
            <a:avLst/>
          </a:prstGeom>
          <a:solidFill>
            <a:srgbClr val="FFB6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2"/>
          <a:srcRect/>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1716462246"/>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7_divider">
    <p:bg>
      <p:bgPr>
        <a:solidFill>
          <a:srgbClr val="005C84"/>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2" name="Picture 1"/>
          <p:cNvPicPr>
            <a:picLocks noChangeAspect="1"/>
          </p:cNvPicPr>
          <p:nvPr userDrawn="1"/>
        </p:nvPicPr>
        <p:blipFill>
          <a:blip r:embed="rId2"/>
          <a:srcRect/>
          <a:stretch>
            <a:fillRect/>
          </a:stretch>
        </p:blipFill>
        <p:spPr>
          <a:xfrm>
            <a:off x="1352549" y="288758"/>
            <a:ext cx="1352277" cy="356414"/>
          </a:xfrm>
          <a:prstGeom prst="rect">
            <a:avLst/>
          </a:prstGeom>
        </p:spPr>
      </p:pic>
      <p:pic>
        <p:nvPicPr>
          <p:cNvPr id="9" name="Picture 8"/>
          <p:cNvPicPr>
            <a:picLocks noChangeAspect="1"/>
          </p:cNvPicPr>
          <p:nvPr userDrawn="1"/>
        </p:nvPicPr>
        <p:blipFill>
          <a:blip r:embed="rId3"/>
          <a:srcRect/>
          <a:stretch>
            <a:fillRect/>
          </a:stretch>
        </p:blipFill>
        <p:spPr>
          <a:xfrm>
            <a:off x="0" y="-1"/>
            <a:ext cx="8518356" cy="8518356"/>
          </a:xfrm>
          <a:prstGeom prst="rect">
            <a:avLst/>
          </a:prstGeom>
        </p:spPr>
      </p:pic>
    </p:spTree>
    <p:extLst>
      <p:ext uri="{BB962C8B-B14F-4D97-AF65-F5344CB8AC3E}">
        <p14:creationId xmlns:p14="http://schemas.microsoft.com/office/powerpoint/2010/main" val="244187184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8_divider">
    <p:bg>
      <p:bgPr>
        <a:solidFill>
          <a:srgbClr val="02C8FD"/>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rcRect/>
          <a:stretch>
            <a:fillRect/>
          </a:stretch>
        </p:blipFill>
        <p:spPr>
          <a:xfrm>
            <a:off x="-14515" y="-2893472"/>
            <a:ext cx="9760092" cy="9760092"/>
          </a:xfrm>
          <a:prstGeom prst="rect">
            <a:avLst/>
          </a:prstGeom>
        </p:spPr>
      </p:pic>
      <p:sp>
        <p:nvSpPr>
          <p:cNvPr id="14" name="Title 1"/>
          <p:cNvSpPr>
            <a:spLocks noGrp="1" noEditPoints="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p:cNvSpPr>
            <a:spLocks noGrp="1" noEditPoints="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17" name="Picture 16"/>
          <p:cNvPicPr>
            <a:picLocks noChangeAspect="1"/>
          </p:cNvPicPr>
          <p:nvPr userDrawn="1"/>
        </p:nvPicPr>
        <p:blipFill>
          <a:blip r:embed="rId3"/>
          <a:srcRect/>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371132211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userDrawn="1">
  <p:cSld name="9_divider">
    <p:bg>
      <p:bgPr>
        <a:solidFill>
          <a:srgbClr val="7ADEFF"/>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p:cNvSpPr>
            <a:spLocks noGrp="1" noEditPoints="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sp>
        <p:nvSpPr>
          <p:cNvPr id="11" name="Rectangle 10"/>
          <p:cNvSpPr/>
          <p:nvPr userDrawn="1"/>
        </p:nvSpPr>
        <p:spPr>
          <a:xfrm>
            <a:off x="0" y="5983356"/>
            <a:ext cx="874643" cy="874643"/>
          </a:xfrm>
          <a:prstGeom prst="rect">
            <a:avLst/>
          </a:prstGeom>
          <a:solidFill>
            <a:srgbClr val="02C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userDrawn="1"/>
        </p:nvPicPr>
        <p:blipFill>
          <a:blip r:embed="rId2"/>
          <a:srcRect/>
          <a:stretch>
            <a:fillRect/>
          </a:stretch>
        </p:blipFill>
        <p:spPr>
          <a:xfrm>
            <a:off x="1919978" y="7168467"/>
            <a:ext cx="8268750" cy="6858000"/>
          </a:xfrm>
          <a:prstGeom prst="rect">
            <a:avLst/>
          </a:prstGeom>
        </p:spPr>
      </p:pic>
      <p:pic>
        <p:nvPicPr>
          <p:cNvPr id="9" name="Picture 8"/>
          <p:cNvPicPr>
            <a:picLocks noChangeAspect="1"/>
          </p:cNvPicPr>
          <p:nvPr userDrawn="1"/>
        </p:nvPicPr>
        <p:blipFill>
          <a:blip r:embed="rId3"/>
          <a:srcRect/>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764353409"/>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userDrawn="1">
  <p:cSld name="10_divider">
    <p:bg>
      <p:bgPr>
        <a:solidFill>
          <a:srgbClr val="CA8F00"/>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2" name="Picture 1"/>
          <p:cNvPicPr>
            <a:picLocks noChangeAspect="1"/>
          </p:cNvPicPr>
          <p:nvPr userDrawn="1"/>
        </p:nvPicPr>
        <p:blipFill>
          <a:blip r:embed="rId2"/>
          <a:srcRect/>
          <a:stretch>
            <a:fillRect/>
          </a:stretch>
        </p:blipFill>
        <p:spPr>
          <a:xfrm>
            <a:off x="1352549" y="288758"/>
            <a:ext cx="1352277" cy="356414"/>
          </a:xfrm>
          <a:prstGeom prst="rect">
            <a:avLst/>
          </a:prstGeom>
        </p:spPr>
      </p:pic>
      <p:pic>
        <p:nvPicPr>
          <p:cNvPr id="8" name="Picture 7"/>
          <p:cNvPicPr>
            <a:picLocks noChangeAspect="1"/>
          </p:cNvPicPr>
          <p:nvPr userDrawn="1"/>
        </p:nvPicPr>
        <p:blipFill>
          <a:blip r:embed="rId3"/>
          <a:srcRect/>
          <a:stretch>
            <a:fillRect/>
          </a:stretch>
        </p:blipFill>
        <p:spPr>
          <a:xfrm>
            <a:off x="0" y="0"/>
            <a:ext cx="8518356" cy="8518356"/>
          </a:xfrm>
          <a:prstGeom prst="rect">
            <a:avLst/>
          </a:prstGeom>
        </p:spPr>
      </p:pic>
    </p:spTree>
    <p:extLst>
      <p:ext uri="{BB962C8B-B14F-4D97-AF65-F5344CB8AC3E}">
        <p14:creationId xmlns:p14="http://schemas.microsoft.com/office/powerpoint/2010/main" val="2858966989"/>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userDrawn="1">
  <p:cSld name="12_divider">
    <p:bg>
      <p:bgPr>
        <a:solidFill>
          <a:srgbClr val="FFE27A"/>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p:cNvSpPr>
            <a:spLocks noGrp="1" noEditPoints="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sp>
        <p:nvSpPr>
          <p:cNvPr id="11" name="Rectangle 10"/>
          <p:cNvSpPr/>
          <p:nvPr userDrawn="1"/>
        </p:nvSpPr>
        <p:spPr>
          <a:xfrm>
            <a:off x="0" y="5983356"/>
            <a:ext cx="874643" cy="874643"/>
          </a:xfrm>
          <a:prstGeom prst="rect">
            <a:avLst/>
          </a:prstGeom>
          <a:solidFill>
            <a:srgbClr val="EE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2"/>
          <a:srcRect/>
          <a:stretch>
            <a:fillRect/>
          </a:stretch>
        </p:blipFill>
        <p:spPr>
          <a:xfrm>
            <a:off x="1352747" y="6253214"/>
            <a:ext cx="1352277" cy="356414"/>
          </a:xfrm>
          <a:prstGeom prst="rect">
            <a:avLst/>
          </a:prstGeom>
        </p:spPr>
      </p:pic>
    </p:spTree>
    <p:extLst>
      <p:ext uri="{BB962C8B-B14F-4D97-AF65-F5344CB8AC3E}">
        <p14:creationId xmlns:p14="http://schemas.microsoft.com/office/powerpoint/2010/main" val="222540886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userDrawn="1">
  <p:cSld name="13_divider">
    <p:bg>
      <p:bgPr>
        <a:solidFill>
          <a:srgbClr val="515A3C"/>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2" name="Picture 1"/>
          <p:cNvPicPr>
            <a:picLocks noChangeAspect="1"/>
          </p:cNvPicPr>
          <p:nvPr userDrawn="1"/>
        </p:nvPicPr>
        <p:blipFill>
          <a:blip r:embed="rId2"/>
          <a:srcRect/>
          <a:stretch>
            <a:fillRect/>
          </a:stretch>
        </p:blipFill>
        <p:spPr>
          <a:xfrm>
            <a:off x="1352549" y="288758"/>
            <a:ext cx="1352277" cy="356414"/>
          </a:xfrm>
          <a:prstGeom prst="rect">
            <a:avLst/>
          </a:prstGeom>
        </p:spPr>
      </p:pic>
      <p:pic>
        <p:nvPicPr>
          <p:cNvPr id="9" name="Picture 8"/>
          <p:cNvPicPr>
            <a:picLocks noChangeAspect="1"/>
          </p:cNvPicPr>
          <p:nvPr userDrawn="1"/>
        </p:nvPicPr>
        <p:blipFill>
          <a:blip r:embed="rId3"/>
          <a:srcRect/>
          <a:stretch>
            <a:fillRect/>
          </a:stretch>
        </p:blipFill>
        <p:spPr>
          <a:xfrm>
            <a:off x="3406" y="-1"/>
            <a:ext cx="8529463" cy="8529463"/>
          </a:xfrm>
          <a:prstGeom prst="rect">
            <a:avLst/>
          </a:prstGeom>
        </p:spPr>
      </p:pic>
    </p:spTree>
    <p:extLst>
      <p:ext uri="{BB962C8B-B14F-4D97-AF65-F5344CB8AC3E}">
        <p14:creationId xmlns:p14="http://schemas.microsoft.com/office/powerpoint/2010/main" val="340363011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userDrawn="1">
  <p:cSld name="14_divider">
    <p:bg>
      <p:bgPr>
        <a:solidFill>
          <a:srgbClr val="8BAE46"/>
        </a:solid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rcRect/>
          <a:stretch>
            <a:fillRect/>
          </a:stretch>
        </p:blipFill>
        <p:spPr>
          <a:xfrm>
            <a:off x="-14515" y="-2878954"/>
            <a:ext cx="9745574" cy="9745574"/>
          </a:xfrm>
          <a:prstGeom prst="rect">
            <a:avLst/>
          </a:prstGeom>
        </p:spPr>
      </p:pic>
      <p:sp>
        <p:nvSpPr>
          <p:cNvPr id="14" name="Title 1"/>
          <p:cNvSpPr>
            <a:spLocks noGrp="1" noEditPoints="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p:cNvSpPr>
            <a:spLocks noGrp="1" noEditPoints="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17" name="Picture 16"/>
          <p:cNvPicPr>
            <a:picLocks noChangeAspect="1"/>
          </p:cNvPicPr>
          <p:nvPr userDrawn="1"/>
        </p:nvPicPr>
        <p:blipFill>
          <a:blip r:embed="rId3"/>
          <a:srcRect/>
          <a:stretch>
            <a:fillRect/>
          </a:stretch>
        </p:blipFill>
        <p:spPr>
          <a:xfrm>
            <a:off x="9566490" y="5871410"/>
            <a:ext cx="2124749" cy="560011"/>
          </a:xfrm>
          <a:prstGeom prst="rect">
            <a:avLst/>
          </a:prstGeom>
        </p:spPr>
      </p:pic>
      <p:pic>
        <p:nvPicPr>
          <p:cNvPr id="6" name="Picture 5"/>
          <p:cNvPicPr>
            <a:picLocks noChangeAspect="1"/>
          </p:cNvPicPr>
          <p:nvPr userDrawn="1"/>
        </p:nvPicPr>
        <p:blipFill>
          <a:blip r:embed="rId4"/>
          <a:srcRect/>
          <a:stretch>
            <a:fillRect/>
          </a:stretch>
        </p:blipFill>
        <p:spPr>
          <a:xfrm>
            <a:off x="1919978" y="7168467"/>
            <a:ext cx="8268750" cy="6858000"/>
          </a:xfrm>
          <a:prstGeom prst="rect">
            <a:avLst/>
          </a:prstGeom>
        </p:spPr>
      </p:pic>
    </p:spTree>
    <p:extLst>
      <p:ext uri="{BB962C8B-B14F-4D97-AF65-F5344CB8AC3E}">
        <p14:creationId xmlns:p14="http://schemas.microsoft.com/office/powerpoint/2010/main" val="1122151945"/>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userDrawn="1">
  <p:cSld name="15_divider">
    <p:bg>
      <p:bgPr>
        <a:solidFill>
          <a:srgbClr val="ADCC6E"/>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p:cNvSpPr>
            <a:spLocks noGrp="1" noEditPoints="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sp>
        <p:nvSpPr>
          <p:cNvPr id="11" name="Rectangle 10"/>
          <p:cNvSpPr/>
          <p:nvPr userDrawn="1"/>
        </p:nvSpPr>
        <p:spPr>
          <a:xfrm>
            <a:off x="0" y="5983356"/>
            <a:ext cx="874643" cy="874643"/>
          </a:xfrm>
          <a:prstGeom prst="rect">
            <a:avLst/>
          </a:prstGeom>
          <a:solidFill>
            <a:srgbClr val="8BAE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2"/>
          <a:srcRect/>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2303908384"/>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userDrawn="1">
  <p:cSld name="16_divider">
    <p:bg>
      <p:bgPr>
        <a:solidFill>
          <a:srgbClr val="272727"/>
        </a:solid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rcRect/>
          <a:stretch>
            <a:fillRect/>
          </a:stretch>
        </p:blipFill>
        <p:spPr>
          <a:xfrm>
            <a:off x="-1" y="-1"/>
            <a:ext cx="8529463" cy="8529463"/>
          </a:xfrm>
          <a:prstGeom prst="rect">
            <a:avLst/>
          </a:prstGeom>
        </p:spPr>
      </p:pic>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dirty="0"/>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2" name="Picture 1"/>
          <p:cNvPicPr>
            <a:picLocks noChangeAspect="1"/>
          </p:cNvPicPr>
          <p:nvPr userDrawn="1"/>
        </p:nvPicPr>
        <p:blipFill>
          <a:blip r:embed="rId3"/>
          <a:srcRect/>
          <a:stretch>
            <a:fillRect/>
          </a:stretch>
        </p:blipFill>
        <p:spPr>
          <a:xfrm>
            <a:off x="1352549" y="288758"/>
            <a:ext cx="1352277" cy="356414"/>
          </a:xfrm>
          <a:prstGeom prst="rect">
            <a:avLst/>
          </a:prstGeom>
        </p:spPr>
      </p:pic>
    </p:spTree>
    <p:extLst>
      <p:ext uri="{BB962C8B-B14F-4D97-AF65-F5344CB8AC3E}">
        <p14:creationId xmlns:p14="http://schemas.microsoft.com/office/powerpoint/2010/main" val="170125306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userDrawn="1">
  <p:cSld name="17_divider">
    <p:bg>
      <p:bgPr>
        <a:solidFill>
          <a:srgbClr val="AEAEAE"/>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rcRect/>
          <a:stretch>
            <a:fillRect/>
          </a:stretch>
        </p:blipFill>
        <p:spPr>
          <a:xfrm>
            <a:off x="-14516" y="-2887573"/>
            <a:ext cx="9745573" cy="9745573"/>
          </a:xfrm>
          <a:prstGeom prst="rect">
            <a:avLst/>
          </a:prstGeom>
        </p:spPr>
      </p:pic>
      <p:pic>
        <p:nvPicPr>
          <p:cNvPr id="2" name="Picture 1"/>
          <p:cNvPicPr>
            <a:picLocks noChangeAspect="1"/>
          </p:cNvPicPr>
          <p:nvPr userDrawn="1"/>
        </p:nvPicPr>
        <p:blipFill>
          <a:blip r:embed="rId3"/>
          <a:srcRect/>
          <a:stretch>
            <a:fillRect/>
          </a:stretch>
        </p:blipFill>
        <p:spPr>
          <a:xfrm>
            <a:off x="-14515" y="-2878954"/>
            <a:ext cx="9745574" cy="9745574"/>
          </a:xfrm>
          <a:prstGeom prst="rect">
            <a:avLst/>
          </a:prstGeom>
        </p:spPr>
      </p:pic>
      <p:sp>
        <p:nvSpPr>
          <p:cNvPr id="14" name="Title 1"/>
          <p:cNvSpPr>
            <a:spLocks noGrp="1" noEditPoints="1"/>
          </p:cNvSpPr>
          <p:nvPr>
            <p:ph type="ctrTitle"/>
          </p:nvPr>
        </p:nvSpPr>
        <p:spPr>
          <a:xfrm>
            <a:off x="1833787" y="1554148"/>
            <a:ext cx="5921680" cy="1874852"/>
          </a:xfrm>
        </p:spPr>
        <p:txBody>
          <a:bodyPr anchor="b"/>
          <a:lstStyle>
            <a:lvl1pPr algn="l">
              <a:defRPr sz="6000">
                <a:solidFill>
                  <a:srgbClr val="000000"/>
                </a:solidFill>
              </a:defRPr>
            </a:lvl1pPr>
          </a:lstStyle>
          <a:p>
            <a:r>
              <a:rPr lang="en-US" dirty="0"/>
              <a:t>Click to edit Master title style</a:t>
            </a:r>
          </a:p>
        </p:txBody>
      </p:sp>
      <p:sp>
        <p:nvSpPr>
          <p:cNvPr id="15" name="Subtitle 2"/>
          <p:cNvSpPr>
            <a:spLocks noGrp="1" noEditPoints="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17" name="Picture 16"/>
          <p:cNvPicPr>
            <a:picLocks noChangeAspect="1"/>
          </p:cNvPicPr>
          <p:nvPr userDrawn="1"/>
        </p:nvPicPr>
        <p:blipFill>
          <a:blip r:embed="rId4"/>
          <a:srcRect/>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1396850924"/>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userDrawn="1">
  <p:cSld name="18_divider">
    <p:bg>
      <p:bgPr>
        <a:solidFill>
          <a:srgbClr val="E9E9E9"/>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dirty="0"/>
              <a:t>Click to edit Master title style</a:t>
            </a:r>
          </a:p>
        </p:txBody>
      </p:sp>
      <p:sp>
        <p:nvSpPr>
          <p:cNvPr id="5" name="Subtitle 2"/>
          <p:cNvSpPr>
            <a:spLocks noGrp="1" noEditPoints="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sp>
        <p:nvSpPr>
          <p:cNvPr id="11" name="Rectangle 10"/>
          <p:cNvSpPr/>
          <p:nvPr userDrawn="1"/>
        </p:nvSpPr>
        <p:spPr>
          <a:xfrm>
            <a:off x="0" y="5983356"/>
            <a:ext cx="874643" cy="874643"/>
          </a:xfrm>
          <a:prstGeom prst="rect">
            <a:avLst/>
          </a:prstGeom>
          <a:solidFill>
            <a:srgbClr val="AEA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2"/>
          <a:srcRect/>
          <a:stretch>
            <a:fillRect/>
          </a:stretch>
        </p:blipFill>
        <p:spPr>
          <a:xfrm>
            <a:off x="1352747" y="6253214"/>
            <a:ext cx="1352277" cy="356414"/>
          </a:xfrm>
          <a:prstGeom prst="rect">
            <a:avLst/>
          </a:prstGeom>
        </p:spPr>
      </p:pic>
    </p:spTree>
    <p:extLst>
      <p:ext uri="{BB962C8B-B14F-4D97-AF65-F5344CB8AC3E}">
        <p14:creationId xmlns:p14="http://schemas.microsoft.com/office/powerpoint/2010/main" val="1511428311"/>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userDrawn="1">
  <p:cSld name="19_divider">
    <p:spTree>
      <p:nvGrpSpPr>
        <p:cNvPr id="1" name=""/>
        <p:cNvGrpSpPr/>
        <p:nvPr/>
      </p:nvGrpSpPr>
      <p:grpSpPr>
        <a:xfrm>
          <a:off x="0" y="0"/>
          <a:ext cx="0" cy="0"/>
          <a:chOff x="0" y="0"/>
          <a:chExt cx="0" cy="0"/>
        </a:xfrm>
      </p:grpSpPr>
      <p:sp>
        <p:nvSpPr>
          <p:cNvPr id="3" name="Picture Placeholder 2"/>
          <p:cNvSpPr>
            <a:spLocks noGrp="1" noEditPoints="1"/>
          </p:cNvSpPr>
          <p:nvPr>
            <p:ph type="pic" sz="quarter" idx="10"/>
          </p:nvPr>
        </p:nvSpPr>
        <p:spPr>
          <a:xfrm>
            <a:off x="0" y="0"/>
            <a:ext cx="12192000" cy="6858000"/>
          </a:xfrm>
        </p:spPr>
        <p:txBody>
          <a:bodyPr/>
          <a:lstStyle/>
          <a:p>
            <a:pPr lvl="0"/>
            <a:endParaRPr lang="en-US"/>
          </a:p>
        </p:txBody>
      </p:sp>
      <p:pic>
        <p:nvPicPr>
          <p:cNvPr id="13" name="Picture 12"/>
          <p:cNvPicPr>
            <a:picLocks noChangeAspect="1"/>
          </p:cNvPicPr>
          <p:nvPr userDrawn="1"/>
        </p:nvPicPr>
        <p:blipFill>
          <a:blip r:embed="rId2"/>
          <a:srcRect/>
          <a:stretch>
            <a:fillRect/>
          </a:stretch>
        </p:blipFill>
        <p:spPr>
          <a:xfrm>
            <a:off x="0" y="0"/>
            <a:ext cx="7638757" cy="7638757"/>
          </a:xfrm>
          <a:prstGeom prst="rect">
            <a:avLst/>
          </a:prstGeom>
        </p:spPr>
      </p:pic>
      <p:pic>
        <p:nvPicPr>
          <p:cNvPr id="6" name="Picture 5"/>
          <p:cNvPicPr>
            <a:picLocks noChangeAspect="1"/>
          </p:cNvPicPr>
          <p:nvPr userDrawn="1"/>
        </p:nvPicPr>
        <p:blipFill>
          <a:blip r:embed="rId3"/>
          <a:srcRect/>
          <a:stretch>
            <a:fillRect/>
          </a:stretch>
        </p:blipFill>
        <p:spPr>
          <a:xfrm>
            <a:off x="1379122" y="1392116"/>
            <a:ext cx="1358900" cy="838200"/>
          </a:xfrm>
          <a:prstGeom prst="rect">
            <a:avLst/>
          </a:prstGeom>
        </p:spPr>
      </p:pic>
      <p:sp>
        <p:nvSpPr>
          <p:cNvPr id="4" name="Title 1"/>
          <p:cNvSpPr>
            <a:spLocks noGrp="1" noEditPoints="1"/>
          </p:cNvSpPr>
          <p:nvPr>
            <p:ph type="ctrTitle"/>
          </p:nvPr>
        </p:nvSpPr>
        <p:spPr>
          <a:xfrm>
            <a:off x="1264245" y="2920341"/>
            <a:ext cx="4566715" cy="1874852"/>
          </a:xfrm>
        </p:spPr>
        <p:txBody>
          <a:bodyPr anchor="b"/>
          <a:lstStyle>
            <a:lvl1pPr algn="l">
              <a:defRPr sz="6000">
                <a:solidFill>
                  <a:schemeClr val="bg1"/>
                </a:solidFill>
              </a:defRPr>
            </a:lvl1pPr>
          </a:lstStyle>
          <a:p>
            <a:r>
              <a:rPr lang="en-US" dirty="0"/>
              <a:t>Click to edit Master title style</a:t>
            </a:r>
          </a:p>
        </p:txBody>
      </p:sp>
      <p:sp>
        <p:nvSpPr>
          <p:cNvPr id="5" name="Subtitle 2"/>
          <p:cNvSpPr>
            <a:spLocks noGrp="1" noEditPoints="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spTree>
    <p:extLst>
      <p:ext uri="{BB962C8B-B14F-4D97-AF65-F5344CB8AC3E}">
        <p14:creationId xmlns:p14="http://schemas.microsoft.com/office/powerpoint/2010/main" val="4149896998"/>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userDrawn="1">
  <p:cSld name="20_divider">
    <p:bg>
      <p:bgPr>
        <a:solidFill>
          <a:srgbClr val="5B69FF"/>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srcRect/>
          <a:stretch>
            <a:fillRect/>
          </a:stretch>
        </p:blipFill>
        <p:spPr>
          <a:xfrm>
            <a:off x="1379122" y="1392116"/>
            <a:ext cx="1358900" cy="838200"/>
          </a:xfrm>
          <a:prstGeom prst="rect">
            <a:avLst/>
          </a:prstGeom>
        </p:spPr>
      </p:pic>
      <p:sp>
        <p:nvSpPr>
          <p:cNvPr id="4" name="Title 1"/>
          <p:cNvSpPr>
            <a:spLocks noGrp="1" noEditPoints="1"/>
          </p:cNvSpPr>
          <p:nvPr>
            <p:ph type="ctrTitle"/>
          </p:nvPr>
        </p:nvSpPr>
        <p:spPr>
          <a:xfrm>
            <a:off x="1264245" y="2920341"/>
            <a:ext cx="4566715" cy="1874852"/>
          </a:xfrm>
        </p:spPr>
        <p:txBody>
          <a:bodyPr anchor="b"/>
          <a:lstStyle>
            <a:lvl1pPr algn="l">
              <a:defRPr sz="6000">
                <a:solidFill>
                  <a:schemeClr val="bg1"/>
                </a:solidFill>
              </a:defRPr>
            </a:lvl1pPr>
          </a:lstStyle>
          <a:p>
            <a:r>
              <a:rPr lang="en-US" dirty="0"/>
              <a:t>Click to edit Master title style</a:t>
            </a:r>
          </a:p>
        </p:txBody>
      </p:sp>
      <p:sp>
        <p:nvSpPr>
          <p:cNvPr id="5" name="Subtitle 2"/>
          <p:cNvSpPr>
            <a:spLocks noGrp="1" noEditPoints="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sp>
        <p:nvSpPr>
          <p:cNvPr id="9" name="Picture Placeholder 8"/>
          <p:cNvSpPr>
            <a:spLocks noGrp="1" noEditPoints="1"/>
          </p:cNvSpPr>
          <p:nvPr>
            <p:ph type="pic" sz="quarter" idx="10"/>
          </p:nvPr>
        </p:nvSpPr>
        <p:spPr>
          <a:xfrm>
            <a:off x="1637956" y="669235"/>
            <a:ext cx="5094287" cy="5094287"/>
          </a:xfrm>
          <a:prstGeom prst="flowChartDelay">
            <a:avLst/>
          </a:prstGeom>
        </p:spPr>
        <p:txBody>
          <a:bodyPr/>
          <a:lstStyle/>
          <a:p>
            <a:pPr lvl="0"/>
            <a:endParaRPr lang="en-US"/>
          </a:p>
        </p:txBody>
      </p:sp>
    </p:spTree>
    <p:extLst>
      <p:ext uri="{BB962C8B-B14F-4D97-AF65-F5344CB8AC3E}">
        <p14:creationId xmlns:p14="http://schemas.microsoft.com/office/powerpoint/2010/main" val="2617323158"/>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userDrawn="1">
  <p:cSld name="21_divider">
    <p:spTree>
      <p:nvGrpSpPr>
        <p:cNvPr id="1" name=""/>
        <p:cNvGrpSpPr/>
        <p:nvPr/>
      </p:nvGrpSpPr>
      <p:grpSpPr>
        <a:xfrm>
          <a:off x="0" y="0"/>
          <a:ext cx="0" cy="0"/>
          <a:chOff x="0" y="0"/>
          <a:chExt cx="0" cy="0"/>
        </a:xfrm>
      </p:grpSpPr>
      <p:sp>
        <p:nvSpPr>
          <p:cNvPr id="3" name="Picture Placeholder 2"/>
          <p:cNvSpPr>
            <a:spLocks noGrp="1" noEditPoints="1"/>
          </p:cNvSpPr>
          <p:nvPr>
            <p:ph type="pic" sz="quarter" idx="10"/>
          </p:nvPr>
        </p:nvSpPr>
        <p:spPr>
          <a:xfrm>
            <a:off x="0" y="0"/>
            <a:ext cx="12192000" cy="6858000"/>
          </a:xfrm>
        </p:spPr>
        <p:txBody>
          <a:bodyPr/>
          <a:lstStyle/>
          <a:p>
            <a:pPr lvl="0"/>
            <a:endParaRPr lang="en-US"/>
          </a:p>
        </p:txBody>
      </p:sp>
      <p:pic>
        <p:nvPicPr>
          <p:cNvPr id="18" name="Picture 17"/>
          <p:cNvPicPr>
            <a:picLocks noChangeAspect="1"/>
          </p:cNvPicPr>
          <p:nvPr userDrawn="1"/>
        </p:nvPicPr>
        <p:blipFill>
          <a:blip r:embed="rId2"/>
          <a:srcRect/>
          <a:stretch>
            <a:fillRect/>
          </a:stretch>
        </p:blipFill>
        <p:spPr>
          <a:xfrm>
            <a:off x="-1" y="-3491246"/>
            <a:ext cx="10358214" cy="10358214"/>
          </a:xfrm>
          <a:prstGeom prst="rect">
            <a:avLst/>
          </a:prstGeom>
        </p:spPr>
      </p:pic>
      <p:sp>
        <p:nvSpPr>
          <p:cNvPr id="12" name="Picture Placeholder 2"/>
          <p:cNvSpPr>
            <a:spLocks noGrp="1" noEditPoints="1"/>
          </p:cNvSpPr>
          <p:nvPr>
            <p:ph type="pic" sz="quarter" idx="11"/>
          </p:nvPr>
        </p:nvSpPr>
        <p:spPr>
          <a:xfrm>
            <a:off x="0" y="0"/>
            <a:ext cx="12192000" cy="6858000"/>
          </a:xfrm>
        </p:spPr>
        <p:txBody>
          <a:bodyPr/>
          <a:lstStyle/>
          <a:p>
            <a:pPr lvl="0"/>
            <a:endParaRPr lang="en-US"/>
          </a:p>
        </p:txBody>
      </p:sp>
      <p:sp>
        <p:nvSpPr>
          <p:cNvPr id="14" name="Title 1"/>
          <p:cNvSpPr>
            <a:spLocks noGrp="1" noEditPoints="1"/>
          </p:cNvSpPr>
          <p:nvPr>
            <p:ph type="ctrTitle"/>
          </p:nvPr>
        </p:nvSpPr>
        <p:spPr>
          <a:xfrm>
            <a:off x="1833787" y="786741"/>
            <a:ext cx="5921680" cy="1874852"/>
          </a:xfrm>
        </p:spPr>
        <p:txBody>
          <a:bodyPr anchor="b"/>
          <a:lstStyle>
            <a:lvl1pPr algn="l">
              <a:defRPr sz="6000">
                <a:solidFill>
                  <a:schemeClr val="bg1"/>
                </a:solidFill>
              </a:defRPr>
            </a:lvl1pPr>
          </a:lstStyle>
          <a:p>
            <a:r>
              <a:rPr lang="en-US" dirty="0"/>
              <a:t>Click to edit Master title style</a:t>
            </a:r>
          </a:p>
        </p:txBody>
      </p:sp>
      <p:sp>
        <p:nvSpPr>
          <p:cNvPr id="15" name="Subtitle 2"/>
          <p:cNvSpPr>
            <a:spLocks noGrp="1" noEditPoints="1"/>
          </p:cNvSpPr>
          <p:nvPr>
            <p:ph type="subTitle" idx="1"/>
          </p:nvPr>
        </p:nvSpPr>
        <p:spPr>
          <a:xfrm>
            <a:off x="1833787" y="2753669"/>
            <a:ext cx="5921680" cy="694666"/>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p>
        </p:txBody>
      </p:sp>
      <p:pic>
        <p:nvPicPr>
          <p:cNvPr id="17" name="Picture 16"/>
          <p:cNvPicPr>
            <a:picLocks noChangeAspect="1"/>
          </p:cNvPicPr>
          <p:nvPr userDrawn="1"/>
        </p:nvPicPr>
        <p:blipFill>
          <a:blip r:embed="rId3"/>
          <a:srcRect/>
          <a:stretch>
            <a:fillRect/>
          </a:stretch>
        </p:blipFill>
        <p:spPr>
          <a:xfrm>
            <a:off x="8926848" y="5621866"/>
            <a:ext cx="2523761" cy="665177"/>
          </a:xfrm>
          <a:prstGeom prst="rect">
            <a:avLst/>
          </a:prstGeom>
        </p:spPr>
      </p:pic>
    </p:spTree>
    <p:extLst>
      <p:ext uri="{BB962C8B-B14F-4D97-AF65-F5344CB8AC3E}">
        <p14:creationId xmlns:p14="http://schemas.microsoft.com/office/powerpoint/2010/main" val="2185022743"/>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Title, Sub Two Conten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dirty="0"/>
              <a:t>Click to edit Master title style</a:t>
            </a:r>
          </a:p>
        </p:txBody>
      </p:sp>
      <p:sp>
        <p:nvSpPr>
          <p:cNvPr id="6" name="Text Placeholder 5"/>
          <p:cNvSpPr>
            <a:spLocks noGrp="1" noEditPoints="1"/>
          </p:cNvSpPr>
          <p:nvPr>
            <p:ph type="body" sz="quarter" idx="10"/>
          </p:nvPr>
        </p:nvSpPr>
        <p:spPr>
          <a:xfrm>
            <a:off x="381000" y="1495361"/>
            <a:ext cx="10972800" cy="530454"/>
          </a:xfrm>
        </p:spPr>
        <p:txBody>
          <a:bodyPr>
            <a:noAutofit/>
          </a:bodyPr>
          <a:lstStyle>
            <a:lvl1pPr marL="0" indent="0">
              <a:buNone/>
              <a:defRPr sz="3200" b="0" i="0">
                <a:solidFill>
                  <a:schemeClr val="accent1"/>
                </a:solidFill>
                <a:latin typeface="IntelOne Text" panose="020B0503020203020204" pitchFamily="34" charset="77"/>
              </a:defRPr>
            </a:lvl1pPr>
            <a:lvl2pPr marL="457200" indent="0">
              <a:buNone/>
            </a:lvl2pPr>
          </a:lstStyle>
          <a:p>
            <a:pPr lvl="0"/>
            <a:r>
              <a:rPr lang="en-US" dirty="0"/>
              <a:t>Click to edit Master text styles</a:t>
            </a:r>
          </a:p>
        </p:txBody>
      </p:sp>
      <p:sp>
        <p:nvSpPr>
          <p:cNvPr id="3" name="Content Placeholder 2"/>
          <p:cNvSpPr>
            <a:spLocks noGrp="1" noEditPoints="1"/>
          </p:cNvSpPr>
          <p:nvPr>
            <p:ph sz="half" idx="1"/>
          </p:nvPr>
        </p:nvSpPr>
        <p:spPr>
          <a:xfrm>
            <a:off x="380999" y="2105680"/>
            <a:ext cx="5429865" cy="40957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noEditPoints="1"/>
          </p:cNvSpPr>
          <p:nvPr>
            <p:ph sz="half" idx="2"/>
          </p:nvPr>
        </p:nvSpPr>
        <p:spPr>
          <a:xfrm>
            <a:off x="5923935" y="2105680"/>
            <a:ext cx="5429865" cy="40957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6545445"/>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Quote white">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dirty="0"/>
              <a:t>Click to edit Master title style</a:t>
            </a:r>
          </a:p>
        </p:txBody>
      </p:sp>
      <p:sp>
        <p:nvSpPr>
          <p:cNvPr id="4" name="Text Placeholder 3"/>
          <p:cNvSpPr>
            <a:spLocks noGrp="1" noEditPoints="1"/>
          </p:cNvSpPr>
          <p:nvPr>
            <p:ph type="body" sz="quarter" idx="10"/>
          </p:nvPr>
        </p:nvSpPr>
        <p:spPr>
          <a:xfrm>
            <a:off x="381000" y="1441833"/>
            <a:ext cx="10972800" cy="4241800"/>
          </a:xfrm>
        </p:spPr>
        <p:txBody>
          <a:bodyPr>
            <a:normAutofit/>
          </a:bodyPr>
          <a:lstStyle>
            <a:lvl1pPr marL="0" indent="0">
              <a:buNone/>
              <a:defRPr sz="6000" b="0" i="0">
                <a:solidFill>
                  <a:schemeClr val="accent1"/>
                </a:solidFill>
                <a:latin typeface="IntelOne Display Regular" panose="020B0503020203020204" pitchFamily="34" charset="0"/>
              </a:defRPr>
            </a:lvl1pPr>
          </a:lstStyle>
          <a:p>
            <a:pPr lvl="0"/>
            <a:r>
              <a:rPr lang="en-US" dirty="0"/>
              <a:t>Click to edit Master text styles</a:t>
            </a:r>
          </a:p>
        </p:txBody>
      </p:sp>
      <p:sp>
        <p:nvSpPr>
          <p:cNvPr id="6" name="Text Placeholder 5"/>
          <p:cNvSpPr>
            <a:spLocks noGrp="1" noEditPoints="1"/>
          </p:cNvSpPr>
          <p:nvPr>
            <p:ph type="body" sz="quarter" idx="11"/>
          </p:nvPr>
        </p:nvSpPr>
        <p:spPr>
          <a:xfrm>
            <a:off x="381000" y="5757203"/>
            <a:ext cx="10972800" cy="501650"/>
          </a:xfrm>
        </p:spPr>
        <p:txBody>
          <a:bodyPr/>
          <a:lstStyle>
            <a:lvl1pPr marL="0" indent="0">
              <a:buNone/>
              <a:defRPr>
                <a:solidFill>
                  <a:schemeClr val="tx2"/>
                </a:solidFill>
                <a:latin typeface="IntelOne Text" panose="020B0503020203020204" pitchFamily="34" charset="77"/>
              </a:defRPr>
            </a:lvl1pPr>
          </a:lstStyle>
          <a:p>
            <a:pPr lvl="0"/>
            <a:r>
              <a:rPr lang="en-US" dirty="0"/>
              <a:t>Click to edit Master text styles</a:t>
            </a:r>
          </a:p>
        </p:txBody>
      </p:sp>
    </p:spTree>
    <p:extLst>
      <p:ext uri="{BB962C8B-B14F-4D97-AF65-F5344CB8AC3E}">
        <p14:creationId xmlns:p14="http://schemas.microsoft.com/office/powerpoint/2010/main" val="1032891034"/>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userDrawn="1">
  <p:cSld name="Start / Finish">
    <p:spTree>
      <p:nvGrpSpPr>
        <p:cNvPr id="1" name=""/>
        <p:cNvGrpSpPr/>
        <p:nvPr/>
      </p:nvGrpSpPr>
      <p:grpSpPr>
        <a:xfrm>
          <a:off x="0" y="0"/>
          <a:ext cx="0" cy="0"/>
          <a:chOff x="0" y="0"/>
          <a:chExt cx="0" cy="0"/>
        </a:xfrm>
      </p:grpSpPr>
      <p:sp>
        <p:nvSpPr>
          <p:cNvPr id="7" name="Picture Placeholder 6"/>
          <p:cNvSpPr>
            <a:spLocks noGrp="1" noEditPoints="1"/>
          </p:cNvSpPr>
          <p:nvPr>
            <p:ph type="pic" sz="quarter" idx="10"/>
          </p:nvPr>
        </p:nvSpPr>
        <p:spPr>
          <a:xfrm>
            <a:off x="0" y="0"/>
            <a:ext cx="12192000" cy="6858000"/>
          </a:xfrm>
        </p:spPr>
        <p:txBody>
          <a:bodyPr/>
          <a:lstStyle>
            <a:lvl1pPr marL="0" indent="0">
              <a:buNone/>
            </a:lvl1pPr>
          </a:lstStyle>
          <a:p>
            <a:pPr lvl="0"/>
            <a:endParaRPr lang="en-US"/>
          </a:p>
        </p:txBody>
      </p:sp>
    </p:spTree>
    <p:extLst>
      <p:ext uri="{BB962C8B-B14F-4D97-AF65-F5344CB8AC3E}">
        <p14:creationId xmlns:p14="http://schemas.microsoft.com/office/powerpoint/2010/main" val="2021086469"/>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userDrawn="1">
  <p:cSld name="Title_USF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5461011"/>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userDrawn="1">
  <p:cSld name="Normal 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CBE35-7284-41BD-A052-C38A3C9C757B}"/>
              </a:ext>
            </a:extLst>
          </p:cNvPr>
          <p:cNvSpPr>
            <a:spLocks noGrp="1"/>
          </p:cNvSpPr>
          <p:nvPr>
            <p:ph type="title"/>
          </p:nvPr>
        </p:nvSpPr>
        <p:spPr>
          <a:xfrm>
            <a:off x="431800" y="118268"/>
            <a:ext cx="10515600" cy="1325563"/>
          </a:xfrm>
        </p:spPr>
        <p:txBody>
          <a:bodyPr>
            <a:normAutofit/>
          </a:bodyPr>
          <a:lstStyle>
            <a:lvl1pPr>
              <a:defRPr sz="3600">
                <a:latin typeface="IntelOne Display Light" panose="020B0403020203020204" pitchFamily="34"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id="{62573FF1-8380-4CA6-94C0-5C13DD3EEDB1}"/>
              </a:ext>
            </a:extLst>
          </p:cNvPr>
          <p:cNvSpPr>
            <a:spLocks noGrp="1"/>
          </p:cNvSpPr>
          <p:nvPr>
            <p:ph type="body" sz="quarter" idx="13"/>
          </p:nvPr>
        </p:nvSpPr>
        <p:spPr>
          <a:xfrm>
            <a:off x="431799" y="1443831"/>
            <a:ext cx="10515600" cy="3998912"/>
          </a:xfrm>
        </p:spPr>
        <p:txBody>
          <a:bodyPr>
            <a:normAutofit/>
          </a:bodyPr>
          <a:lstStyle>
            <a:lvl1pPr marL="0" indent="0">
              <a:buClrTx/>
              <a:buFont typeface="Arial" panose="020B0604020202020204" pitchFamily="34" charset="0"/>
              <a:buNone/>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1pPr>
            <a:lvl2pPr marL="803275" indent="-346075">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2pPr>
            <a:lvl3pPr marL="1143000" indent="-228600">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3pPr>
            <a:lvl4pPr marL="1600200" indent="-228600">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4pPr>
            <a:lvl5pPr marL="2057400" indent="-228600">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81327F7B-5D69-4D60-B426-5AB8111F7B61}"/>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394BEC9C-8ADD-401E-860A-FC414480A6ED}"/>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12" name="Picture 11">
            <a:extLst>
              <a:ext uri="{FF2B5EF4-FFF2-40B4-BE49-F238E27FC236}">
                <a16:creationId xmlns:a16="http://schemas.microsoft.com/office/drawing/2014/main" id="{5DCCD2C6-79CC-485E-8D48-7E59D23DD5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
        <p:nvSpPr>
          <p:cNvPr id="13" name="Rectangle 12">
            <a:extLst>
              <a:ext uri="{FF2B5EF4-FFF2-40B4-BE49-F238E27FC236}">
                <a16:creationId xmlns:a16="http://schemas.microsoft.com/office/drawing/2014/main" id="{F4EC1346-44EE-40B5-8AF9-721E65E8EBB3}"/>
              </a:ext>
            </a:extLst>
          </p:cNvPr>
          <p:cNvSpPr/>
          <p:nvPr userDrawn="1"/>
        </p:nvSpPr>
        <p:spPr>
          <a:xfrm>
            <a:off x="11734801" y="6393067"/>
            <a:ext cx="457199" cy="464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4">
            <a:extLst>
              <a:ext uri="{FF2B5EF4-FFF2-40B4-BE49-F238E27FC236}">
                <a16:creationId xmlns:a16="http://schemas.microsoft.com/office/drawing/2014/main" id="{288DE5C8-3F15-477B-923C-9752FAF8DDB3}"/>
              </a:ext>
            </a:extLst>
          </p:cNvPr>
          <p:cNvSpPr>
            <a:spLocks noGrp="1"/>
          </p:cNvSpPr>
          <p:nvPr>
            <p:ph type="sldNum" sz="quarter" idx="12"/>
          </p:nvPr>
        </p:nvSpPr>
        <p:spPr>
          <a:xfrm>
            <a:off x="11725564" y="6495398"/>
            <a:ext cx="457200" cy="360363"/>
          </a:xfrm>
        </p:spPr>
        <p:txBody>
          <a:bodyPr/>
          <a:lstStyle>
            <a:lvl1pPr algn="ctr">
              <a:defRPr sz="1000">
                <a:solidFill>
                  <a:schemeClr val="tx1"/>
                </a:solidFill>
                <a:latin typeface="IntelOne Display Light" panose="020B0403020203020204" pitchFamily="34" charset="0"/>
              </a:defRPr>
            </a:lvl1pPr>
          </a:lstStyle>
          <a:p>
            <a:fld id="{8E424D08-BD54-4DFE-9D9D-D2FBE329B493}" type="slidenum">
              <a:rPr lang="en-US" smtClean="0"/>
              <a:pPr/>
              <a:t>‹#›</a:t>
            </a:fld>
            <a:endParaRPr lang="en-US"/>
          </a:p>
        </p:txBody>
      </p:sp>
    </p:spTree>
    <p:extLst>
      <p:ext uri="{BB962C8B-B14F-4D97-AF65-F5344CB8AC3E}">
        <p14:creationId xmlns:p14="http://schemas.microsoft.com/office/powerpoint/2010/main" val="2856469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userDrawn="1">
  <p:cSld name="Section Break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DD06A29-BBC6-494F-A59E-2D0B4F30B9A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174"/>
            <a:ext cx="12202447" cy="6861174"/>
          </a:xfrm>
          <a:prstGeom prst="rect">
            <a:avLst/>
          </a:prstGeom>
        </p:spPr>
      </p:pic>
      <p:sp>
        <p:nvSpPr>
          <p:cNvPr id="12" name="Title 11">
            <a:extLst>
              <a:ext uri="{FF2B5EF4-FFF2-40B4-BE49-F238E27FC236}">
                <a16:creationId xmlns:a16="http://schemas.microsoft.com/office/drawing/2014/main" id="{626255CE-0D5B-412F-B73D-2326DF86CCBE}"/>
              </a:ext>
            </a:extLst>
          </p:cNvPr>
          <p:cNvSpPr>
            <a:spLocks noGrp="1"/>
          </p:cNvSpPr>
          <p:nvPr>
            <p:ph type="title"/>
          </p:nvPr>
        </p:nvSpPr>
        <p:spPr>
          <a:xfrm>
            <a:off x="1833785" y="1743334"/>
            <a:ext cx="8781661" cy="1874852"/>
          </a:xfrm>
        </p:spPr>
        <p:txBody>
          <a:bodyPr>
            <a:normAutofit/>
          </a:bodyPr>
          <a:lstStyle>
            <a:lvl1pPr>
              <a:defRPr sz="6000">
                <a:latin typeface="IntelOne Display Light" panose="020B0403020203020204" pitchFamily="34" charset="0"/>
              </a:defRPr>
            </a:lvl1pPr>
          </a:lstStyle>
          <a:p>
            <a:r>
              <a:rPr lang="en-US"/>
              <a:t>Click to edit Master title style</a:t>
            </a:r>
          </a:p>
        </p:txBody>
      </p:sp>
      <p:sp>
        <p:nvSpPr>
          <p:cNvPr id="15" name="Text Placeholder 14">
            <a:extLst>
              <a:ext uri="{FF2B5EF4-FFF2-40B4-BE49-F238E27FC236}">
                <a16:creationId xmlns:a16="http://schemas.microsoft.com/office/drawing/2014/main" id="{C5FB3502-A6DE-4A32-8CF9-3A20486907D4}"/>
              </a:ext>
            </a:extLst>
          </p:cNvPr>
          <p:cNvSpPr>
            <a:spLocks noGrp="1"/>
          </p:cNvSpPr>
          <p:nvPr>
            <p:ph type="body" sz="quarter" idx="13"/>
          </p:nvPr>
        </p:nvSpPr>
        <p:spPr>
          <a:xfrm>
            <a:off x="1833563" y="3710273"/>
            <a:ext cx="5176837" cy="649287"/>
          </a:xfrm>
        </p:spPr>
        <p:txBody>
          <a:bodyPr>
            <a:normAutofit/>
          </a:bodyPr>
          <a:lstStyle>
            <a:lvl1pPr marL="0" indent="0">
              <a:buNone/>
              <a:defRPr sz="2400">
                <a:latin typeface="IntelOne Display Light" panose="020B0403020203020204" pitchFamily="34" charset="0"/>
              </a:defRPr>
            </a:lvl1pPr>
          </a:lstStyle>
          <a:p>
            <a:pPr lvl="0"/>
            <a:r>
              <a:rPr lang="en-US" dirty="0"/>
              <a:t>Click to edit Master text styles</a:t>
            </a:r>
          </a:p>
        </p:txBody>
      </p:sp>
    </p:spTree>
    <p:extLst>
      <p:ext uri="{BB962C8B-B14F-4D97-AF65-F5344CB8AC3E}">
        <p14:creationId xmlns:p14="http://schemas.microsoft.com/office/powerpoint/2010/main" val="1309257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matchingName="Full page photo">
  <p:cSld name="Full page photo">
    <p:spTree>
      <p:nvGrpSpPr>
        <p:cNvPr id="1" name="Shape 148"/>
        <p:cNvGrpSpPr/>
        <p:nvPr/>
      </p:nvGrpSpPr>
      <p:grpSpPr>
        <a:xfrm>
          <a:off x="0" y="0"/>
          <a:ext cx="0" cy="0"/>
          <a:chOff x="0" y="0"/>
          <a:chExt cx="0" cy="0"/>
        </a:xfrm>
      </p:grpSpPr>
      <p:sp>
        <p:nvSpPr>
          <p:cNvPr id="149" name="Google Shape;149;p29"/>
          <p:cNvSpPr>
            <a:spLocks noGrp="1"/>
          </p:cNvSpPr>
          <p:nvPr>
            <p:ph type="pic" idx="2"/>
          </p:nvPr>
        </p:nvSpPr>
        <p:spPr>
          <a:xfrm>
            <a:off x="0" y="0"/>
            <a:ext cx="11734800" cy="6400799"/>
          </a:xfrm>
          <a:prstGeom prst="rect">
            <a:avLst/>
          </a:prstGeom>
          <a:noFill/>
          <a:ln>
            <a:noFill/>
          </a:ln>
        </p:spPr>
      </p:sp>
    </p:spTree>
    <p:extLst>
      <p:ext uri="{BB962C8B-B14F-4D97-AF65-F5344CB8AC3E}">
        <p14:creationId xmlns:p14="http://schemas.microsoft.com/office/powerpoint/2010/main" val="169739759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matchingName="Normal Page">
  <p:cSld name="1_Normal Page">
    <p:spTree>
      <p:nvGrpSpPr>
        <p:cNvPr id="1" name="Shape 409"/>
        <p:cNvGrpSpPr/>
        <p:nvPr/>
      </p:nvGrpSpPr>
      <p:grpSpPr>
        <a:xfrm>
          <a:off x="0" y="0"/>
          <a:ext cx="0" cy="0"/>
          <a:chOff x="0" y="0"/>
          <a:chExt cx="0" cy="0"/>
        </a:xfrm>
      </p:grpSpPr>
      <p:sp>
        <p:nvSpPr>
          <p:cNvPr id="410" name="Google Shape;410;p31"/>
          <p:cNvSpPr txBox="1">
            <a:spLocks noGrp="1"/>
          </p:cNvSpPr>
          <p:nvPr>
            <p:ph type="title"/>
          </p:nvPr>
        </p:nvSpPr>
        <p:spPr>
          <a:xfrm>
            <a:off x="487217" y="55362"/>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Play"/>
              <a:buNone/>
              <a:defRPr sz="36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1" name="Google Shape;411;p31"/>
          <p:cNvSpPr txBox="1">
            <a:spLocks noGrp="1"/>
          </p:cNvSpPr>
          <p:nvPr>
            <p:ph type="body" idx="1"/>
          </p:nvPr>
        </p:nvSpPr>
        <p:spPr>
          <a:xfrm>
            <a:off x="487217" y="1380925"/>
            <a:ext cx="10515600" cy="399891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800"/>
              <a:buFont typeface="Arial"/>
              <a:buNone/>
              <a:defRPr sz="2800">
                <a:solidFill>
                  <a:schemeClr val="dk1"/>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2pPr>
            <a:lvl3pPr marL="1371600" lvl="2"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3pPr>
            <a:lvl4pPr marL="1828800" lvl="3"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4pPr>
            <a:lvl5pPr marL="2286000" lvl="4"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2" name="Google Shape;412;p31"/>
          <p:cNvSpPr/>
          <p:nvPr/>
        </p:nvSpPr>
        <p:spPr>
          <a:xfrm>
            <a:off x="0" y="6400800"/>
            <a:ext cx="11734800" cy="457200"/>
          </a:xfrm>
          <a:prstGeom prst="rect">
            <a:avLst/>
          </a:prstGeom>
          <a:solidFill>
            <a:srgbClr val="F2F2F2"/>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chemeClr val="dk1"/>
              </a:buClr>
              <a:buSzPts val="3200"/>
              <a:buFont typeface="Calibri"/>
              <a:buNone/>
            </a:pPr>
            <a:endParaRPr sz="3200" b="0" i="0" u="none" strike="noStrike" cap="none">
              <a:solidFill>
                <a:srgbClr val="FFFFFF"/>
              </a:solidFill>
              <a:latin typeface="Calibri"/>
              <a:ea typeface="Calibri"/>
              <a:cs typeface="Calibri"/>
              <a:sym typeface="Calibri"/>
            </a:endParaRPr>
          </a:p>
        </p:txBody>
      </p:sp>
      <p:sp>
        <p:nvSpPr>
          <p:cNvPr id="413" name="Google Shape;413;p31"/>
          <p:cNvSpPr/>
          <p:nvPr/>
        </p:nvSpPr>
        <p:spPr>
          <a:xfrm>
            <a:off x="11734800" y="0"/>
            <a:ext cx="457200" cy="6400800"/>
          </a:xfrm>
          <a:prstGeom prst="rect">
            <a:avLst/>
          </a:prstGeom>
          <a:solidFill>
            <a:srgbClr val="F2F2F2"/>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chemeClr val="dk1"/>
              </a:buClr>
              <a:buSzPts val="3200"/>
              <a:buFont typeface="Calibri"/>
              <a:buNone/>
            </a:pPr>
            <a:endParaRPr sz="3200" b="0" i="0" u="none" strike="noStrike" cap="none">
              <a:solidFill>
                <a:srgbClr val="FFFFFF"/>
              </a:solidFill>
              <a:latin typeface="Calibri"/>
              <a:ea typeface="Calibri"/>
              <a:cs typeface="Calibri"/>
              <a:sym typeface="Calibri"/>
            </a:endParaRPr>
          </a:p>
        </p:txBody>
      </p:sp>
      <p:pic>
        <p:nvPicPr>
          <p:cNvPr id="414" name="Google Shape;414;p31"/>
          <p:cNvPicPr preferRelativeResize="0"/>
          <p:nvPr/>
        </p:nvPicPr>
        <p:blipFill rotWithShape="1">
          <a:blip r:embed="rId2">
            <a:alphaModFix/>
          </a:blip>
          <a:srcRect/>
          <a:stretch/>
        </p:blipFill>
        <p:spPr>
          <a:xfrm>
            <a:off x="10579394" y="6487319"/>
            <a:ext cx="1080977" cy="290623"/>
          </a:xfrm>
          <a:prstGeom prst="rect">
            <a:avLst/>
          </a:prstGeom>
          <a:noFill/>
          <a:ln>
            <a:noFill/>
          </a:ln>
        </p:spPr>
      </p:pic>
      <p:sp>
        <p:nvSpPr>
          <p:cNvPr id="415" name="Google Shape;415;p31"/>
          <p:cNvSpPr/>
          <p:nvPr/>
        </p:nvSpPr>
        <p:spPr>
          <a:xfrm>
            <a:off x="11734801" y="6393067"/>
            <a:ext cx="457199" cy="46493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6" name="Google Shape;416;p31"/>
          <p:cNvSpPr txBox="1">
            <a:spLocks noGrp="1"/>
          </p:cNvSpPr>
          <p:nvPr>
            <p:ph type="sldNum" idx="12"/>
          </p:nvPr>
        </p:nvSpPr>
        <p:spPr>
          <a:xfrm>
            <a:off x="11725564" y="6495398"/>
            <a:ext cx="457200" cy="360363"/>
          </a:xfrm>
          <a:prstGeom prst="rect">
            <a:avLst/>
          </a:prstGeom>
          <a:noFill/>
          <a:ln>
            <a:noFill/>
          </a:ln>
        </p:spPr>
        <p:txBody>
          <a:bodyPr spcFirstLastPara="1" wrap="square" lIns="91425" tIns="45700" rIns="91425" bIns="45700" anchor="t" anchorCtr="0">
            <a:noAutofit/>
          </a:bodyPr>
          <a:lstStyle>
            <a:lvl1pPr marL="0" lvl="0" indent="0" algn="ctr">
              <a:spcBef>
                <a:spcPts val="0"/>
              </a:spcBef>
              <a:buNone/>
              <a:defRPr sz="1000">
                <a:solidFill>
                  <a:schemeClr val="dk1"/>
                </a:solidFill>
                <a:latin typeface="Play"/>
                <a:ea typeface="Play"/>
                <a:cs typeface="Play"/>
                <a:sym typeface="Play"/>
              </a:defRPr>
            </a:lvl1pPr>
            <a:lvl2pPr marL="0" lvl="1" indent="0" algn="ctr">
              <a:spcBef>
                <a:spcPts val="0"/>
              </a:spcBef>
              <a:buNone/>
              <a:defRPr sz="1000">
                <a:solidFill>
                  <a:schemeClr val="dk1"/>
                </a:solidFill>
                <a:latin typeface="Play"/>
                <a:ea typeface="Play"/>
                <a:cs typeface="Play"/>
                <a:sym typeface="Play"/>
              </a:defRPr>
            </a:lvl2pPr>
            <a:lvl3pPr marL="0" lvl="2" indent="0" algn="ctr">
              <a:spcBef>
                <a:spcPts val="0"/>
              </a:spcBef>
              <a:buNone/>
              <a:defRPr sz="1000">
                <a:solidFill>
                  <a:schemeClr val="dk1"/>
                </a:solidFill>
                <a:latin typeface="Play"/>
                <a:ea typeface="Play"/>
                <a:cs typeface="Play"/>
                <a:sym typeface="Play"/>
              </a:defRPr>
            </a:lvl3pPr>
            <a:lvl4pPr marL="0" lvl="3" indent="0" algn="ctr">
              <a:spcBef>
                <a:spcPts val="0"/>
              </a:spcBef>
              <a:buNone/>
              <a:defRPr sz="1000">
                <a:solidFill>
                  <a:schemeClr val="dk1"/>
                </a:solidFill>
                <a:latin typeface="Play"/>
                <a:ea typeface="Play"/>
                <a:cs typeface="Play"/>
                <a:sym typeface="Play"/>
              </a:defRPr>
            </a:lvl4pPr>
            <a:lvl5pPr marL="0" lvl="4" indent="0" algn="ctr">
              <a:spcBef>
                <a:spcPts val="0"/>
              </a:spcBef>
              <a:buNone/>
              <a:defRPr sz="1000">
                <a:solidFill>
                  <a:schemeClr val="dk1"/>
                </a:solidFill>
                <a:latin typeface="Play"/>
                <a:ea typeface="Play"/>
                <a:cs typeface="Play"/>
                <a:sym typeface="Play"/>
              </a:defRPr>
            </a:lvl5pPr>
            <a:lvl6pPr marL="0" lvl="5" indent="0" algn="ctr">
              <a:spcBef>
                <a:spcPts val="0"/>
              </a:spcBef>
              <a:buNone/>
              <a:defRPr sz="1000">
                <a:solidFill>
                  <a:schemeClr val="dk1"/>
                </a:solidFill>
                <a:latin typeface="Play"/>
                <a:ea typeface="Play"/>
                <a:cs typeface="Play"/>
                <a:sym typeface="Play"/>
              </a:defRPr>
            </a:lvl6pPr>
            <a:lvl7pPr marL="0" lvl="6" indent="0" algn="ctr">
              <a:spcBef>
                <a:spcPts val="0"/>
              </a:spcBef>
              <a:buNone/>
              <a:defRPr sz="1000">
                <a:solidFill>
                  <a:schemeClr val="dk1"/>
                </a:solidFill>
                <a:latin typeface="Play"/>
                <a:ea typeface="Play"/>
                <a:cs typeface="Play"/>
                <a:sym typeface="Play"/>
              </a:defRPr>
            </a:lvl7pPr>
            <a:lvl8pPr marL="0" lvl="7" indent="0" algn="ctr">
              <a:spcBef>
                <a:spcPts val="0"/>
              </a:spcBef>
              <a:buNone/>
              <a:defRPr sz="1000">
                <a:solidFill>
                  <a:schemeClr val="dk1"/>
                </a:solidFill>
                <a:latin typeface="Play"/>
                <a:ea typeface="Play"/>
                <a:cs typeface="Play"/>
                <a:sym typeface="Play"/>
              </a:defRPr>
            </a:lvl8pPr>
            <a:lvl9pPr marL="0" lvl="8" indent="0" algn="ctr">
              <a:spcBef>
                <a:spcPts val="0"/>
              </a:spcBef>
              <a:buNone/>
              <a:defRPr sz="1000">
                <a:solidFill>
                  <a:schemeClr val="dk1"/>
                </a:solidFill>
                <a:latin typeface="Play"/>
                <a:ea typeface="Play"/>
                <a:cs typeface="Play"/>
                <a:sym typeface="Play"/>
              </a:defRPr>
            </a:lvl9pPr>
          </a:lstStyle>
          <a:p>
            <a:pPr marL="0" lvl="0" indent="0" algn="ct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97412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slideLayout" Target="../slideLayouts/slideLayout72.xml"/><Relationship Id="rId39" Type="http://schemas.openxmlformats.org/officeDocument/2006/relationships/slideLayout" Target="../slideLayouts/slideLayout85.xml"/><Relationship Id="rId21" Type="http://schemas.openxmlformats.org/officeDocument/2006/relationships/slideLayout" Target="../slideLayouts/slideLayout67.xml"/><Relationship Id="rId34" Type="http://schemas.openxmlformats.org/officeDocument/2006/relationships/slideLayout" Target="../slideLayouts/slideLayout80.xml"/><Relationship Id="rId42" Type="http://schemas.openxmlformats.org/officeDocument/2006/relationships/theme" Target="../theme/theme2.xml"/><Relationship Id="rId7" Type="http://schemas.openxmlformats.org/officeDocument/2006/relationships/slideLayout" Target="../slideLayouts/slideLayout5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29" Type="http://schemas.openxmlformats.org/officeDocument/2006/relationships/slideLayout" Target="../slideLayouts/slideLayout75.xml"/><Relationship Id="rId41" Type="http://schemas.openxmlformats.org/officeDocument/2006/relationships/slideLayout" Target="../slideLayouts/slideLayout87.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slideLayout" Target="../slideLayouts/slideLayout70.xml"/><Relationship Id="rId32" Type="http://schemas.openxmlformats.org/officeDocument/2006/relationships/slideLayout" Target="../slideLayouts/slideLayout78.xml"/><Relationship Id="rId37" Type="http://schemas.openxmlformats.org/officeDocument/2006/relationships/slideLayout" Target="../slideLayouts/slideLayout83.xml"/><Relationship Id="rId40" Type="http://schemas.openxmlformats.org/officeDocument/2006/relationships/slideLayout" Target="../slideLayouts/slideLayout86.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28" Type="http://schemas.openxmlformats.org/officeDocument/2006/relationships/slideLayout" Target="../slideLayouts/slideLayout74.xml"/><Relationship Id="rId36" Type="http://schemas.openxmlformats.org/officeDocument/2006/relationships/slideLayout" Target="../slideLayouts/slideLayout82.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31" Type="http://schemas.openxmlformats.org/officeDocument/2006/relationships/slideLayout" Target="../slideLayouts/slideLayout77.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slideLayout" Target="../slideLayouts/slideLayout73.xml"/><Relationship Id="rId30" Type="http://schemas.openxmlformats.org/officeDocument/2006/relationships/slideLayout" Target="../slideLayouts/slideLayout76.xml"/><Relationship Id="rId35" Type="http://schemas.openxmlformats.org/officeDocument/2006/relationships/slideLayout" Target="../slideLayouts/slideLayout81.xml"/><Relationship Id="rId8" Type="http://schemas.openxmlformats.org/officeDocument/2006/relationships/slideLayout" Target="../slideLayouts/slideLayout54.xml"/><Relationship Id="rId3" Type="http://schemas.openxmlformats.org/officeDocument/2006/relationships/slideLayout" Target="../slideLayouts/slideLayout49.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slideLayout" Target="../slideLayouts/slideLayout71.xml"/><Relationship Id="rId33" Type="http://schemas.openxmlformats.org/officeDocument/2006/relationships/slideLayout" Target="../slideLayouts/slideLayout79.xml"/><Relationship Id="rId38" Type="http://schemas.openxmlformats.org/officeDocument/2006/relationships/slideLayout" Target="../slideLayouts/slideLayout8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5.xml"/><Relationship Id="rId3" Type="http://schemas.openxmlformats.org/officeDocument/2006/relationships/slideLayout" Target="../slideLayouts/slideLayout90.xml"/><Relationship Id="rId7" Type="http://schemas.openxmlformats.org/officeDocument/2006/relationships/slideLayout" Target="../slideLayouts/slideLayout94.xml"/><Relationship Id="rId12" Type="http://schemas.openxmlformats.org/officeDocument/2006/relationships/theme" Target="../theme/theme3.xml"/><Relationship Id="rId2" Type="http://schemas.openxmlformats.org/officeDocument/2006/relationships/slideLayout" Target="../slideLayouts/slideLayout89.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5" Type="http://schemas.openxmlformats.org/officeDocument/2006/relationships/slideLayout" Target="../slideLayouts/slideLayout92.xml"/><Relationship Id="rId10" Type="http://schemas.openxmlformats.org/officeDocument/2006/relationships/slideLayout" Target="../slideLayouts/slideLayout97.xml"/><Relationship Id="rId4" Type="http://schemas.openxmlformats.org/officeDocument/2006/relationships/slideLayout" Target="../slideLayouts/slideLayout91.xml"/><Relationship Id="rId9" Type="http://schemas.openxmlformats.org/officeDocument/2006/relationships/slideLayout" Target="../slideLayouts/slideLayout96.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9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5.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23.xml"/><Relationship Id="rId18" Type="http://schemas.openxmlformats.org/officeDocument/2006/relationships/slideLayout" Target="../slideLayouts/slideLayout128.xml"/><Relationship Id="rId26" Type="http://schemas.openxmlformats.org/officeDocument/2006/relationships/slideLayout" Target="../slideLayouts/slideLayout136.xml"/><Relationship Id="rId39" Type="http://schemas.openxmlformats.org/officeDocument/2006/relationships/slideLayout" Target="../slideLayouts/slideLayout149.xml"/><Relationship Id="rId21" Type="http://schemas.openxmlformats.org/officeDocument/2006/relationships/slideLayout" Target="../slideLayouts/slideLayout131.xml"/><Relationship Id="rId34" Type="http://schemas.openxmlformats.org/officeDocument/2006/relationships/slideLayout" Target="../slideLayouts/slideLayout144.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17" Type="http://schemas.openxmlformats.org/officeDocument/2006/relationships/slideLayout" Target="../slideLayouts/slideLayout127.xml"/><Relationship Id="rId25" Type="http://schemas.openxmlformats.org/officeDocument/2006/relationships/slideLayout" Target="../slideLayouts/slideLayout135.xml"/><Relationship Id="rId33" Type="http://schemas.openxmlformats.org/officeDocument/2006/relationships/slideLayout" Target="../slideLayouts/slideLayout143.xml"/><Relationship Id="rId38" Type="http://schemas.openxmlformats.org/officeDocument/2006/relationships/slideLayout" Target="../slideLayouts/slideLayout148.xml"/><Relationship Id="rId2" Type="http://schemas.openxmlformats.org/officeDocument/2006/relationships/slideLayout" Target="../slideLayouts/slideLayout112.xml"/><Relationship Id="rId16" Type="http://schemas.openxmlformats.org/officeDocument/2006/relationships/slideLayout" Target="../slideLayouts/slideLayout126.xml"/><Relationship Id="rId20" Type="http://schemas.openxmlformats.org/officeDocument/2006/relationships/slideLayout" Target="../slideLayouts/slideLayout130.xml"/><Relationship Id="rId29" Type="http://schemas.openxmlformats.org/officeDocument/2006/relationships/slideLayout" Target="../slideLayouts/slideLayout139.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24" Type="http://schemas.openxmlformats.org/officeDocument/2006/relationships/slideLayout" Target="../slideLayouts/slideLayout134.xml"/><Relationship Id="rId32" Type="http://schemas.openxmlformats.org/officeDocument/2006/relationships/slideLayout" Target="../slideLayouts/slideLayout142.xml"/><Relationship Id="rId37" Type="http://schemas.openxmlformats.org/officeDocument/2006/relationships/slideLayout" Target="../slideLayouts/slideLayout147.xml"/><Relationship Id="rId40" Type="http://schemas.openxmlformats.org/officeDocument/2006/relationships/theme" Target="../theme/theme6.xml"/><Relationship Id="rId5" Type="http://schemas.openxmlformats.org/officeDocument/2006/relationships/slideLayout" Target="../slideLayouts/slideLayout115.xml"/><Relationship Id="rId15" Type="http://schemas.openxmlformats.org/officeDocument/2006/relationships/slideLayout" Target="../slideLayouts/slideLayout125.xml"/><Relationship Id="rId23" Type="http://schemas.openxmlformats.org/officeDocument/2006/relationships/slideLayout" Target="../slideLayouts/slideLayout133.xml"/><Relationship Id="rId28" Type="http://schemas.openxmlformats.org/officeDocument/2006/relationships/slideLayout" Target="../slideLayouts/slideLayout138.xml"/><Relationship Id="rId36" Type="http://schemas.openxmlformats.org/officeDocument/2006/relationships/slideLayout" Target="../slideLayouts/slideLayout146.xml"/><Relationship Id="rId10" Type="http://schemas.openxmlformats.org/officeDocument/2006/relationships/slideLayout" Target="../slideLayouts/slideLayout120.xml"/><Relationship Id="rId19" Type="http://schemas.openxmlformats.org/officeDocument/2006/relationships/slideLayout" Target="../slideLayouts/slideLayout129.xml"/><Relationship Id="rId31" Type="http://schemas.openxmlformats.org/officeDocument/2006/relationships/slideLayout" Target="../slideLayouts/slideLayout141.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slideLayout" Target="../slideLayouts/slideLayout124.xml"/><Relationship Id="rId22" Type="http://schemas.openxmlformats.org/officeDocument/2006/relationships/slideLayout" Target="../slideLayouts/slideLayout132.xml"/><Relationship Id="rId27" Type="http://schemas.openxmlformats.org/officeDocument/2006/relationships/slideLayout" Target="../slideLayouts/slideLayout137.xml"/><Relationship Id="rId30" Type="http://schemas.openxmlformats.org/officeDocument/2006/relationships/slideLayout" Target="../slideLayouts/slideLayout140.xml"/><Relationship Id="rId35" Type="http://schemas.openxmlformats.org/officeDocument/2006/relationships/slideLayout" Target="../slideLayouts/slideLayout145.xml"/><Relationship Id="rId8" Type="http://schemas.openxmlformats.org/officeDocument/2006/relationships/slideLayout" Target="../slideLayouts/slideLayout118.xml"/><Relationship Id="rId3" Type="http://schemas.openxmlformats.org/officeDocument/2006/relationships/slideLayout" Target="../slideLayouts/slideLayout11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57.xml"/><Relationship Id="rId3" Type="http://schemas.openxmlformats.org/officeDocument/2006/relationships/slideLayout" Target="../slideLayouts/slideLayout152.xml"/><Relationship Id="rId7" Type="http://schemas.openxmlformats.org/officeDocument/2006/relationships/slideLayout" Target="../slideLayouts/slideLayout156.xml"/><Relationship Id="rId12" Type="http://schemas.openxmlformats.org/officeDocument/2006/relationships/theme" Target="../theme/theme7.xml"/><Relationship Id="rId2" Type="http://schemas.openxmlformats.org/officeDocument/2006/relationships/slideLayout" Target="../slideLayouts/slideLayout151.xml"/><Relationship Id="rId1" Type="http://schemas.openxmlformats.org/officeDocument/2006/relationships/slideLayout" Target="../slideLayouts/slideLayout150.xml"/><Relationship Id="rId6" Type="http://schemas.openxmlformats.org/officeDocument/2006/relationships/slideLayout" Target="../slideLayouts/slideLayout155.xml"/><Relationship Id="rId11" Type="http://schemas.openxmlformats.org/officeDocument/2006/relationships/slideLayout" Target="../slideLayouts/slideLayout160.xml"/><Relationship Id="rId5" Type="http://schemas.openxmlformats.org/officeDocument/2006/relationships/slideLayout" Target="../slideLayouts/slideLayout154.xml"/><Relationship Id="rId10" Type="http://schemas.openxmlformats.org/officeDocument/2006/relationships/slideLayout" Target="../slideLayouts/slideLayout159.xml"/><Relationship Id="rId4" Type="http://schemas.openxmlformats.org/officeDocument/2006/relationships/slideLayout" Target="../slideLayouts/slideLayout153.xml"/><Relationship Id="rId9" Type="http://schemas.openxmlformats.org/officeDocument/2006/relationships/slideLayout" Target="../slideLayouts/slideLayout158.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173.xml"/><Relationship Id="rId18" Type="http://schemas.openxmlformats.org/officeDocument/2006/relationships/slideLayout" Target="../slideLayouts/slideLayout178.xml"/><Relationship Id="rId26" Type="http://schemas.openxmlformats.org/officeDocument/2006/relationships/slideLayout" Target="../slideLayouts/slideLayout186.xml"/><Relationship Id="rId3" Type="http://schemas.openxmlformats.org/officeDocument/2006/relationships/slideLayout" Target="../slideLayouts/slideLayout163.xml"/><Relationship Id="rId21" Type="http://schemas.openxmlformats.org/officeDocument/2006/relationships/slideLayout" Target="../slideLayouts/slideLayout181.xml"/><Relationship Id="rId34" Type="http://schemas.openxmlformats.org/officeDocument/2006/relationships/theme" Target="../theme/theme8.xml"/><Relationship Id="rId7" Type="http://schemas.openxmlformats.org/officeDocument/2006/relationships/slideLayout" Target="../slideLayouts/slideLayout167.xml"/><Relationship Id="rId12" Type="http://schemas.openxmlformats.org/officeDocument/2006/relationships/slideLayout" Target="../slideLayouts/slideLayout172.xml"/><Relationship Id="rId17" Type="http://schemas.openxmlformats.org/officeDocument/2006/relationships/slideLayout" Target="../slideLayouts/slideLayout177.xml"/><Relationship Id="rId25" Type="http://schemas.openxmlformats.org/officeDocument/2006/relationships/slideLayout" Target="../slideLayouts/slideLayout185.xml"/><Relationship Id="rId33" Type="http://schemas.openxmlformats.org/officeDocument/2006/relationships/slideLayout" Target="../slideLayouts/slideLayout193.xml"/><Relationship Id="rId2" Type="http://schemas.openxmlformats.org/officeDocument/2006/relationships/slideLayout" Target="../slideLayouts/slideLayout162.xml"/><Relationship Id="rId16" Type="http://schemas.openxmlformats.org/officeDocument/2006/relationships/slideLayout" Target="../slideLayouts/slideLayout176.xml"/><Relationship Id="rId20" Type="http://schemas.openxmlformats.org/officeDocument/2006/relationships/slideLayout" Target="../slideLayouts/slideLayout180.xml"/><Relationship Id="rId29" Type="http://schemas.openxmlformats.org/officeDocument/2006/relationships/slideLayout" Target="../slideLayouts/slideLayout189.xml"/><Relationship Id="rId1" Type="http://schemas.openxmlformats.org/officeDocument/2006/relationships/slideLayout" Target="../slideLayouts/slideLayout161.xml"/><Relationship Id="rId6" Type="http://schemas.openxmlformats.org/officeDocument/2006/relationships/slideLayout" Target="../slideLayouts/slideLayout166.xml"/><Relationship Id="rId11" Type="http://schemas.openxmlformats.org/officeDocument/2006/relationships/slideLayout" Target="../slideLayouts/slideLayout171.xml"/><Relationship Id="rId24" Type="http://schemas.openxmlformats.org/officeDocument/2006/relationships/slideLayout" Target="../slideLayouts/slideLayout184.xml"/><Relationship Id="rId32" Type="http://schemas.openxmlformats.org/officeDocument/2006/relationships/slideLayout" Target="../slideLayouts/slideLayout192.xml"/><Relationship Id="rId5" Type="http://schemas.openxmlformats.org/officeDocument/2006/relationships/slideLayout" Target="../slideLayouts/slideLayout165.xml"/><Relationship Id="rId15" Type="http://schemas.openxmlformats.org/officeDocument/2006/relationships/slideLayout" Target="../slideLayouts/slideLayout175.xml"/><Relationship Id="rId23" Type="http://schemas.openxmlformats.org/officeDocument/2006/relationships/slideLayout" Target="../slideLayouts/slideLayout183.xml"/><Relationship Id="rId28" Type="http://schemas.openxmlformats.org/officeDocument/2006/relationships/slideLayout" Target="../slideLayouts/slideLayout188.xml"/><Relationship Id="rId10" Type="http://schemas.openxmlformats.org/officeDocument/2006/relationships/slideLayout" Target="../slideLayouts/slideLayout170.xml"/><Relationship Id="rId19" Type="http://schemas.openxmlformats.org/officeDocument/2006/relationships/slideLayout" Target="../slideLayouts/slideLayout179.xml"/><Relationship Id="rId31" Type="http://schemas.openxmlformats.org/officeDocument/2006/relationships/slideLayout" Target="../slideLayouts/slideLayout191.xml"/><Relationship Id="rId4" Type="http://schemas.openxmlformats.org/officeDocument/2006/relationships/slideLayout" Target="../slideLayouts/slideLayout164.xml"/><Relationship Id="rId9" Type="http://schemas.openxmlformats.org/officeDocument/2006/relationships/slideLayout" Target="../slideLayouts/slideLayout169.xml"/><Relationship Id="rId14" Type="http://schemas.openxmlformats.org/officeDocument/2006/relationships/slideLayout" Target="../slideLayouts/slideLayout174.xml"/><Relationship Id="rId22" Type="http://schemas.openxmlformats.org/officeDocument/2006/relationships/slideLayout" Target="../slideLayouts/slideLayout182.xml"/><Relationship Id="rId27" Type="http://schemas.openxmlformats.org/officeDocument/2006/relationships/slideLayout" Target="../slideLayouts/slideLayout187.xml"/><Relationship Id="rId30" Type="http://schemas.openxmlformats.org/officeDocument/2006/relationships/slideLayout" Target="../slideLayouts/slideLayout190.xml"/><Relationship Id="rId8" Type="http://schemas.openxmlformats.org/officeDocument/2006/relationships/slideLayout" Target="../slideLayouts/slideLayout1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8BAE46"/>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BA0418-D0B8-4038-AB65-D4C12FC9E8C6}"/>
              </a:ext>
            </a:extLst>
          </p:cNvPr>
          <p:cNvSpPr>
            <a:spLocks noGrp="1"/>
          </p:cNvSpPr>
          <p:nvPr>
            <p:ph type="title"/>
          </p:nvPr>
        </p:nvSpPr>
        <p:spPr>
          <a:xfrm>
            <a:off x="381000" y="221694"/>
            <a:ext cx="10972800" cy="119982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EA8DDE-64C9-4F0E-9EE0-F0DA00677452}"/>
              </a:ext>
            </a:extLst>
          </p:cNvPr>
          <p:cNvSpPr>
            <a:spLocks noGrp="1"/>
          </p:cNvSpPr>
          <p:nvPr>
            <p:ph type="body" idx="1"/>
          </p:nvPr>
        </p:nvSpPr>
        <p:spPr>
          <a:xfrm>
            <a:off x="381000" y="1491673"/>
            <a:ext cx="10972800" cy="46852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675765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BA0418-D0B8-4038-AB65-D4C12FC9E8C6}"/>
              </a:ext>
            </a:extLst>
          </p:cNvPr>
          <p:cNvSpPr>
            <a:spLocks noGrp="1"/>
          </p:cNvSpPr>
          <p:nvPr>
            <p:ph type="title"/>
          </p:nvPr>
        </p:nvSpPr>
        <p:spPr>
          <a:xfrm>
            <a:off x="381000" y="221694"/>
            <a:ext cx="10972800" cy="119982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EA8DDE-64C9-4F0E-9EE0-F0DA00677452}"/>
              </a:ext>
            </a:extLst>
          </p:cNvPr>
          <p:cNvSpPr>
            <a:spLocks noGrp="1"/>
          </p:cNvSpPr>
          <p:nvPr>
            <p:ph type="body" idx="1"/>
          </p:nvPr>
        </p:nvSpPr>
        <p:spPr>
          <a:xfrm>
            <a:off x="381000" y="1491673"/>
            <a:ext cx="10972800" cy="46852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38257931"/>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 id="2147483732" r:id="rId25"/>
    <p:sldLayoutId id="2147483733" r:id="rId26"/>
    <p:sldLayoutId id="2147483735" r:id="rId27"/>
    <p:sldLayoutId id="2147483736" r:id="rId28"/>
    <p:sldLayoutId id="2147483737" r:id="rId29"/>
    <p:sldLayoutId id="2147483738" r:id="rId30"/>
    <p:sldLayoutId id="2147483739" r:id="rId31"/>
    <p:sldLayoutId id="2147483741" r:id="rId32"/>
    <p:sldLayoutId id="2147483745" r:id="rId33"/>
    <p:sldLayoutId id="2147483746" r:id="rId34"/>
    <p:sldLayoutId id="2147483747" r:id="rId35"/>
    <p:sldLayoutId id="2147483748" r:id="rId36"/>
    <p:sldLayoutId id="2147483749" r:id="rId37"/>
    <p:sldLayoutId id="2147483751" r:id="rId38"/>
    <p:sldLayoutId id="2147483752" r:id="rId39"/>
    <p:sldLayoutId id="2147483753" r:id="rId40"/>
    <p:sldLayoutId id="2147483814" r:id="rId41"/>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6AEC7E-A7BF-4F31-8DD3-C892418A62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16D3AE-3193-4154-BF3F-B1E63F52AF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FC940C-BA25-41C8-8B78-74D6FA1A7C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61C38D-A0E7-4CBE-9266-4CC6737D1707}" type="datetimeFigureOut">
              <a:rPr lang="en-US" smtClean="0"/>
              <a:t>9/1/2026</a:t>
            </a:fld>
            <a:endParaRPr lang="en-US"/>
          </a:p>
        </p:txBody>
      </p:sp>
      <p:sp>
        <p:nvSpPr>
          <p:cNvPr id="5" name="Footer Placeholder 4">
            <a:extLst>
              <a:ext uri="{FF2B5EF4-FFF2-40B4-BE49-F238E27FC236}">
                <a16:creationId xmlns:a16="http://schemas.microsoft.com/office/drawing/2014/main" id="{5FC61CC3-3BD8-4A4A-9E9D-F6C6DF0B6F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2E8C430-ED25-4049-9284-73A37933F1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276F94-7540-421F-BBDE-BA7F84FB7CA1}" type="slidenum">
              <a:rPr lang="en-US" smtClean="0"/>
              <a:t>‹#›</a:t>
            </a:fld>
            <a:endParaRPr lang="en-US"/>
          </a:p>
        </p:txBody>
      </p:sp>
    </p:spTree>
    <p:extLst>
      <p:ext uri="{BB962C8B-B14F-4D97-AF65-F5344CB8AC3E}">
        <p14:creationId xmlns:p14="http://schemas.microsoft.com/office/powerpoint/2010/main" val="1082073965"/>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BA0418-D0B8-4038-AB65-D4C12FC9E8C6}"/>
              </a:ext>
            </a:extLst>
          </p:cNvPr>
          <p:cNvSpPr>
            <a:spLocks noGrp="1"/>
          </p:cNvSpPr>
          <p:nvPr>
            <p:ph type="title"/>
          </p:nvPr>
        </p:nvSpPr>
        <p:spPr>
          <a:xfrm>
            <a:off x="381000" y="221694"/>
            <a:ext cx="10972800" cy="119982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EA8DDE-64C9-4F0E-9EE0-F0DA00677452}"/>
              </a:ext>
            </a:extLst>
          </p:cNvPr>
          <p:cNvSpPr>
            <a:spLocks noGrp="1"/>
          </p:cNvSpPr>
          <p:nvPr>
            <p:ph type="body" idx="1"/>
          </p:nvPr>
        </p:nvSpPr>
        <p:spPr>
          <a:xfrm>
            <a:off x="381000" y="1491673"/>
            <a:ext cx="10972800" cy="46852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00900769"/>
      </p:ext>
    </p:extLst>
  </p:cSld>
  <p:clrMap bg1="lt1" tx1="dk1" bg2="lt2" tx2="dk2" accent1="accent1" accent2="accent2" accent3="accent3" accent4="accent4" accent5="accent5" accent6="accent6" hlink="hlink" folHlink="folHlink"/>
  <p:sldLayoutIdLst>
    <p:sldLayoutId id="2147483790" r:id="rId1"/>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31E24D-12A7-49BA-B222-5978691FE4B7}"/>
              </a:ext>
            </a:extLst>
          </p:cNvPr>
          <p:cNvSpPr>
            <a:spLocks noGrp="1"/>
          </p:cNvSpPr>
          <p:nvPr>
            <p:ph type="title"/>
          </p:nvPr>
        </p:nvSpPr>
        <p:spPr>
          <a:xfrm>
            <a:off x="367145" y="226580"/>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B5BD529-9D76-4A54-BF16-A74E7456EC84}"/>
              </a:ext>
            </a:extLst>
          </p:cNvPr>
          <p:cNvSpPr>
            <a:spLocks noGrp="1"/>
          </p:cNvSpPr>
          <p:nvPr>
            <p:ph type="body" idx="1"/>
          </p:nvPr>
        </p:nvSpPr>
        <p:spPr>
          <a:xfrm>
            <a:off x="367145" y="1567011"/>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AABB2B-6C25-4CA5-A473-C0C90A406A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273514-665F-4F94-B5F0-E5E33C23E55B}" type="datetime1">
              <a:rPr lang="en-US" smtClean="0"/>
              <a:t>9/1/2026</a:t>
            </a:fld>
            <a:endParaRPr lang="en-US"/>
          </a:p>
        </p:txBody>
      </p:sp>
      <p:sp>
        <p:nvSpPr>
          <p:cNvPr id="5" name="Footer Placeholder 4">
            <a:extLst>
              <a:ext uri="{FF2B5EF4-FFF2-40B4-BE49-F238E27FC236}">
                <a16:creationId xmlns:a16="http://schemas.microsoft.com/office/drawing/2014/main" id="{D2F3DC19-76CF-47D3-B61D-AFB715BEA3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8" name="Slide Number Placeholder 5">
            <a:extLst>
              <a:ext uri="{FF2B5EF4-FFF2-40B4-BE49-F238E27FC236}">
                <a16:creationId xmlns:a16="http://schemas.microsoft.com/office/drawing/2014/main" id="{2C416EA6-6DB0-4F77-AF93-CEB16F48A942}"/>
              </a:ext>
            </a:extLst>
          </p:cNvPr>
          <p:cNvSpPr>
            <a:spLocks noGrp="1"/>
          </p:cNvSpPr>
          <p:nvPr>
            <p:ph type="sldNum" sz="quarter" idx="4"/>
          </p:nvPr>
        </p:nvSpPr>
        <p:spPr>
          <a:xfrm>
            <a:off x="11690927" y="6492875"/>
            <a:ext cx="501073" cy="365125"/>
          </a:xfrm>
          <a:prstGeom prst="rect">
            <a:avLst/>
          </a:prstGeom>
        </p:spPr>
        <p:txBody>
          <a:bodyPr/>
          <a:lstStyle/>
          <a:p>
            <a:fld id="{8E424D08-BD54-4DFE-9D9D-D2FBE329B493}" type="slidenum">
              <a:rPr lang="en-US" smtClean="0"/>
              <a:t>‹#›</a:t>
            </a:fld>
            <a:endParaRPr lang="en-US"/>
          </a:p>
        </p:txBody>
      </p:sp>
    </p:spTree>
    <p:extLst>
      <p:ext uri="{BB962C8B-B14F-4D97-AF65-F5344CB8AC3E}">
        <p14:creationId xmlns:p14="http://schemas.microsoft.com/office/powerpoint/2010/main" val="3493126513"/>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5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IntelOne Display Light" panose="020B0403020203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IntelOne Text Light" panose="020B0403020203020204" pitchFamily="34" charset="0"/>
          <a:ea typeface="Intel Clear" panose="020B0604020203020204" pitchFamily="34" charset="0"/>
          <a:cs typeface="Intel Clear" panose="020B0604020203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IntelOne Text Light" panose="020B0403020203020204" pitchFamily="34" charset="0"/>
          <a:ea typeface="Intel Clear" panose="020B0604020203020204" pitchFamily="34" charset="0"/>
          <a:cs typeface="Intel Clear" panose="020B0604020203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IntelOne Text Light" panose="020B0403020203020204" pitchFamily="34" charset="0"/>
          <a:ea typeface="Intel Clear" panose="020B0604020203020204" pitchFamily="34" charset="0"/>
          <a:cs typeface="Intel Clear" panose="020B0604020203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ntelOne Text Light" panose="020B0403020203020204" pitchFamily="34" charset="0"/>
          <a:ea typeface="Intel Clear" panose="020B0604020203020204" pitchFamily="34" charset="0"/>
          <a:cs typeface="Intel Clear" panose="020B0604020203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ntelOne Text Light" panose="020B0403020203020204" pitchFamily="34" charset="0"/>
          <a:ea typeface="Intel Clear" panose="020B0604020203020204" pitchFamily="34" charset="0"/>
          <a:cs typeface="Intel Clear" panose="020B0604020203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BA0418-D0B8-4038-AB65-D4C12FC9E8C6}"/>
              </a:ext>
            </a:extLst>
          </p:cNvPr>
          <p:cNvSpPr>
            <a:spLocks noGrp="1"/>
          </p:cNvSpPr>
          <p:nvPr>
            <p:ph type="title"/>
          </p:nvPr>
        </p:nvSpPr>
        <p:spPr>
          <a:xfrm>
            <a:off x="381000" y="221694"/>
            <a:ext cx="10972800" cy="119982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EA8DDE-64C9-4F0E-9EE0-F0DA00677452}"/>
              </a:ext>
            </a:extLst>
          </p:cNvPr>
          <p:cNvSpPr>
            <a:spLocks noGrp="1"/>
          </p:cNvSpPr>
          <p:nvPr>
            <p:ph type="body" idx="1"/>
          </p:nvPr>
        </p:nvSpPr>
        <p:spPr>
          <a:xfrm>
            <a:off x="381000" y="1491673"/>
            <a:ext cx="10972800" cy="46852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56750987"/>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 id="2147483830" r:id="rId15"/>
    <p:sldLayoutId id="2147483831" r:id="rId16"/>
    <p:sldLayoutId id="2147483832" r:id="rId17"/>
    <p:sldLayoutId id="2147483833" r:id="rId18"/>
    <p:sldLayoutId id="2147483834" r:id="rId19"/>
    <p:sldLayoutId id="2147483835" r:id="rId20"/>
    <p:sldLayoutId id="2147483836" r:id="rId21"/>
    <p:sldLayoutId id="2147483837" r:id="rId22"/>
    <p:sldLayoutId id="2147483838" r:id="rId23"/>
    <p:sldLayoutId id="2147483839" r:id="rId24"/>
    <p:sldLayoutId id="2147483840" r:id="rId25"/>
    <p:sldLayoutId id="2147483841" r:id="rId26"/>
    <p:sldLayoutId id="2147483842" r:id="rId27"/>
    <p:sldLayoutId id="2147483843" r:id="rId28"/>
    <p:sldLayoutId id="2147483844" r:id="rId29"/>
    <p:sldLayoutId id="2147483845" r:id="rId30"/>
    <p:sldLayoutId id="2147483846" r:id="rId31"/>
    <p:sldLayoutId id="2147483847" r:id="rId32"/>
    <p:sldLayoutId id="2147483848" r:id="rId33"/>
    <p:sldLayoutId id="2147483849" r:id="rId34"/>
    <p:sldLayoutId id="2147483850" r:id="rId35"/>
    <p:sldLayoutId id="2147483851" r:id="rId36"/>
    <p:sldLayoutId id="2147483852" r:id="rId37"/>
    <p:sldLayoutId id="2147483853" r:id="rId38"/>
    <p:sldLayoutId id="2147483854" r:id="rId39"/>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31E24D-12A7-49BA-B222-5978691FE4B7}"/>
              </a:ext>
            </a:extLst>
          </p:cNvPr>
          <p:cNvSpPr>
            <a:spLocks noGrp="1"/>
          </p:cNvSpPr>
          <p:nvPr>
            <p:ph type="title"/>
          </p:nvPr>
        </p:nvSpPr>
        <p:spPr>
          <a:xfrm>
            <a:off x="505691" y="226579"/>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B5BD529-9D76-4A54-BF16-A74E7456EC84}"/>
              </a:ext>
            </a:extLst>
          </p:cNvPr>
          <p:cNvSpPr>
            <a:spLocks noGrp="1"/>
          </p:cNvSpPr>
          <p:nvPr>
            <p:ph type="body" idx="1"/>
          </p:nvPr>
        </p:nvSpPr>
        <p:spPr>
          <a:xfrm>
            <a:off x="505691" y="1567011"/>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2AABB2B-6C25-4CA5-A473-C0C90A406A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273514-665F-4F94-B5F0-E5E33C23E55B}" type="datetime1">
              <a:rPr lang="en-US" smtClean="0"/>
              <a:t>9/1/2026</a:t>
            </a:fld>
            <a:endParaRPr lang="en-US"/>
          </a:p>
        </p:txBody>
      </p:sp>
      <p:sp>
        <p:nvSpPr>
          <p:cNvPr id="5" name="Footer Placeholder 4">
            <a:extLst>
              <a:ext uri="{FF2B5EF4-FFF2-40B4-BE49-F238E27FC236}">
                <a16:creationId xmlns:a16="http://schemas.microsoft.com/office/drawing/2014/main" id="{D2F3DC19-76CF-47D3-B61D-AFB715BEA3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8" name="Slide Number Placeholder 5">
            <a:extLst>
              <a:ext uri="{FF2B5EF4-FFF2-40B4-BE49-F238E27FC236}">
                <a16:creationId xmlns:a16="http://schemas.microsoft.com/office/drawing/2014/main" id="{2C416EA6-6DB0-4F77-AF93-CEB16F48A942}"/>
              </a:ext>
            </a:extLst>
          </p:cNvPr>
          <p:cNvSpPr>
            <a:spLocks noGrp="1"/>
          </p:cNvSpPr>
          <p:nvPr>
            <p:ph type="sldNum" sz="quarter" idx="4"/>
          </p:nvPr>
        </p:nvSpPr>
        <p:spPr>
          <a:xfrm>
            <a:off x="11690927" y="6557527"/>
            <a:ext cx="501073" cy="365125"/>
          </a:xfrm>
          <a:prstGeom prst="rect">
            <a:avLst/>
          </a:prstGeom>
        </p:spPr>
        <p:txBody>
          <a:bodyPr/>
          <a:lstStyle>
            <a:lvl1pPr algn="ctr">
              <a:defRPr sz="1000">
                <a:latin typeface="IntelOne Display Light" panose="020B0403020203020204" pitchFamily="34" charset="0"/>
              </a:defRPr>
            </a:lvl1pPr>
          </a:lstStyle>
          <a:p>
            <a:fld id="{8E424D08-BD54-4DFE-9D9D-D2FBE329B493}" type="slidenum">
              <a:rPr lang="en-US" smtClean="0"/>
              <a:pPr/>
              <a:t>‹#›</a:t>
            </a:fld>
            <a:endParaRPr lang="en-US" dirty="0"/>
          </a:p>
        </p:txBody>
      </p:sp>
    </p:spTree>
    <p:extLst>
      <p:ext uri="{BB962C8B-B14F-4D97-AF65-F5344CB8AC3E}">
        <p14:creationId xmlns:p14="http://schemas.microsoft.com/office/powerpoint/2010/main" val="2124564361"/>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IntelOne Display Light" panose="020B0403020203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Intel Clear" panose="020B0604020203020204" pitchFamily="34" charset="0"/>
          <a:ea typeface="Intel Clear" panose="020B0604020203020204" pitchFamily="34" charset="0"/>
          <a:cs typeface="Intel Clear" panose="020B0604020203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Intel Clear" panose="020B0604020203020204" pitchFamily="34" charset="0"/>
          <a:ea typeface="Intel Clear" panose="020B0604020203020204" pitchFamily="34" charset="0"/>
          <a:cs typeface="Intel Clear" panose="020B0604020203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Intel Clear" panose="020B0604020203020204" pitchFamily="34" charset="0"/>
          <a:ea typeface="Intel Clear" panose="020B0604020203020204" pitchFamily="34" charset="0"/>
          <a:cs typeface="Intel Clear" panose="020B0604020203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ntel Clear" panose="020B0604020203020204" pitchFamily="34" charset="0"/>
          <a:ea typeface="Intel Clear" panose="020B0604020203020204" pitchFamily="34" charset="0"/>
          <a:cs typeface="Intel Clear" panose="020B0604020203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ntel Clear" panose="020B0604020203020204" pitchFamily="34" charset="0"/>
          <a:ea typeface="Intel Clear" panose="020B0604020203020204" pitchFamily="34" charset="0"/>
          <a:cs typeface="Intel Clear" panose="020B0604020203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noEditPoints="1"/>
          </p:cNvSpPr>
          <p:nvPr>
            <p:ph type="title"/>
          </p:nvPr>
        </p:nvSpPr>
        <p:spPr>
          <a:xfrm>
            <a:off x="381000" y="221694"/>
            <a:ext cx="10972800" cy="119982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noEditPoints="1"/>
          </p:cNvSpPr>
          <p:nvPr>
            <p:ph type="body" idx="1"/>
          </p:nvPr>
        </p:nvSpPr>
        <p:spPr>
          <a:xfrm>
            <a:off x="381000" y="1491673"/>
            <a:ext cx="10972800" cy="46852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17909710"/>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 id="2147483881" r:id="rId13"/>
    <p:sldLayoutId id="2147483882" r:id="rId14"/>
    <p:sldLayoutId id="2147483883" r:id="rId15"/>
    <p:sldLayoutId id="2147483884" r:id="rId16"/>
    <p:sldLayoutId id="2147483885" r:id="rId17"/>
    <p:sldLayoutId id="2147483886" r:id="rId18"/>
    <p:sldLayoutId id="2147483887" r:id="rId19"/>
    <p:sldLayoutId id="2147483888" r:id="rId20"/>
    <p:sldLayoutId id="2147483889" r:id="rId21"/>
    <p:sldLayoutId id="2147483890" r:id="rId22"/>
    <p:sldLayoutId id="2147483891" r:id="rId23"/>
    <p:sldLayoutId id="2147483892" r:id="rId24"/>
    <p:sldLayoutId id="2147483893" r:id="rId25"/>
    <p:sldLayoutId id="2147483894" r:id="rId26"/>
    <p:sldLayoutId id="2147483895" r:id="rId27"/>
    <p:sldLayoutId id="2147483896" r:id="rId28"/>
    <p:sldLayoutId id="2147483897" r:id="rId29"/>
    <p:sldLayoutId id="2147483898" r:id="rId30"/>
    <p:sldLayoutId id="2147483899" r:id="rId31"/>
    <p:sldLayoutId id="2147483900" r:id="rId32"/>
    <p:sldLayoutId id="2147483901" r:id="rId33"/>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3.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xml"/><Relationship Id="rId1" Type="http://schemas.openxmlformats.org/officeDocument/2006/relationships/slideLayout" Target="../slideLayouts/slideLayout6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3.xml"/></Relationships>
</file>

<file path=ppt/slides/_rels/slide7.xml.rels><?xml version="1.0" encoding="UTF-8" standalone="yes"?>
<Relationships xmlns="http://schemas.openxmlformats.org/package/2006/relationships"><Relationship Id="rId3" Type="http://schemas.openxmlformats.org/officeDocument/2006/relationships/hyperlink" Target="https://www.pagero.com/blog/digitalisation-why-digitalise-your-business" TargetMode="External"/><Relationship Id="rId2" Type="http://schemas.openxmlformats.org/officeDocument/2006/relationships/notesSlide" Target="../notesSlides/notesSlide6.xml"/><Relationship Id="rId1" Type="http://schemas.openxmlformats.org/officeDocument/2006/relationships/slideLayout" Target="../slideLayouts/slideLayout10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3.xml"/><Relationship Id="rId1" Type="http://schemas.openxmlformats.org/officeDocument/2006/relationships/video" Target="https://www.youtube.com/embed/UzRZRyPReJk?feature=oembed" TargetMode="External"/><Relationship Id="rId5" Type="http://schemas.openxmlformats.org/officeDocument/2006/relationships/hyperlink" Target="https://www.youtube.com/watch?v=UzRZRyPReJk" TargetMode="External"/><Relationship Id="rId4" Type="http://schemas.openxmlformats.org/officeDocument/2006/relationships/image" Target="../media/image35.jpeg"/></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10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0.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10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7.xml"/></Relationships>
</file>

<file path=ppt/slides/_rels/slide1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8.xml"/><Relationship Id="rId1" Type="http://schemas.openxmlformats.org/officeDocument/2006/relationships/slideLayout" Target="../slideLayouts/slideLayout103.xml"/><Relationship Id="rId4" Type="http://schemas.openxmlformats.org/officeDocument/2006/relationships/hyperlink" Target="https://images.app.goo.gl/381KhZN7yabP4JNa9"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3.xml"/></Relationships>
</file>

<file path=ppt/slides/_rels/slide25.xml.rels><?xml version="1.0" encoding="UTF-8" standalone="yes"?>
<Relationships xmlns="http://schemas.openxmlformats.org/package/2006/relationships"><Relationship Id="rId8" Type="http://schemas.openxmlformats.org/officeDocument/2006/relationships/hyperlink" Target="https://www.youtube.com/watch?v=NrmMk1Myrxc" TargetMode="External"/><Relationship Id="rId3" Type="http://schemas.openxmlformats.org/officeDocument/2006/relationships/slideLayout" Target="../slideLayouts/slideLayout103.xml"/><Relationship Id="rId7" Type="http://schemas.openxmlformats.org/officeDocument/2006/relationships/hyperlink" Target="https://www.youtube.com/watch?v=hP3yfGHTXFo" TargetMode="External"/><Relationship Id="rId2" Type="http://schemas.openxmlformats.org/officeDocument/2006/relationships/video" Target="https://www.youtube.com/embed/NrmMk1Myrxc?feature=oembed" TargetMode="External"/><Relationship Id="rId1" Type="http://schemas.openxmlformats.org/officeDocument/2006/relationships/video" Target="https://www.youtube.com/embed/hP3yfGHTXFo?feature=oembed" TargetMode="Externa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3.xml"/><Relationship Id="rId1" Type="http://schemas.openxmlformats.org/officeDocument/2006/relationships/video" Target="https://www.youtube.com/embed/v1DT4yvxpMw?feature=oembed" TargetMode="External"/><Relationship Id="rId5" Type="http://schemas.openxmlformats.org/officeDocument/2006/relationships/hyperlink" Target="https://www.youtube.com/watch?v=v1DT4yvxpMw" TargetMode="External"/><Relationship Id="rId4" Type="http://schemas.openxmlformats.org/officeDocument/2006/relationships/image" Target="../media/image40.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3.xml"/><Relationship Id="rId1" Type="http://schemas.openxmlformats.org/officeDocument/2006/relationships/video" Target="https://www.youtube.com/embed/qOGsz-rUx6E?feature=oembed" TargetMode="External"/><Relationship Id="rId5" Type="http://schemas.openxmlformats.org/officeDocument/2006/relationships/hyperlink" Target="https://www.youtube.com/watch?v=qOGsz-rUx6E" TargetMode="External"/><Relationship Id="rId4" Type="http://schemas.openxmlformats.org/officeDocument/2006/relationships/image" Target="../media/image41.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3.xml"/><Relationship Id="rId1" Type="http://schemas.openxmlformats.org/officeDocument/2006/relationships/video" Target="https://www.youtube.com/embed/yO5VARNjuBw?feature=oembed" TargetMode="External"/><Relationship Id="rId5" Type="http://schemas.openxmlformats.org/officeDocument/2006/relationships/hyperlink" Target="https://www.youtube.com/watch?v=yO5VARNjuBw" TargetMode="External"/><Relationship Id="rId4" Type="http://schemas.openxmlformats.org/officeDocument/2006/relationships/image" Target="../media/image42.jpeg"/></Relationships>
</file>

<file path=ppt/slides/_rels/slide39.xml.rels><?xml version="1.0" encoding="UTF-8" standalone="yes"?>
<Relationships xmlns="http://schemas.openxmlformats.org/package/2006/relationships"><Relationship Id="rId8" Type="http://schemas.openxmlformats.org/officeDocument/2006/relationships/hyperlink" Target="https://www.youtube.com/watch?v=JU8Zy91jaXE" TargetMode="External"/><Relationship Id="rId3" Type="http://schemas.openxmlformats.org/officeDocument/2006/relationships/slideLayout" Target="../slideLayouts/slideLayout103.xml"/><Relationship Id="rId7" Type="http://schemas.openxmlformats.org/officeDocument/2006/relationships/hyperlink" Target="https://www.youtube.com/watch?v=_HhoZhjYq-M" TargetMode="External"/><Relationship Id="rId2" Type="http://schemas.openxmlformats.org/officeDocument/2006/relationships/video" Target="https://www.youtube.com/embed/JU8Zy91jaXE?feature=oembed" TargetMode="External"/><Relationship Id="rId1" Type="http://schemas.openxmlformats.org/officeDocument/2006/relationships/video" Target="https://www.youtube.com/embed/_HhoZhjYq-M?feature=oembed" TargetMode="External"/><Relationship Id="rId6" Type="http://schemas.openxmlformats.org/officeDocument/2006/relationships/image" Target="../media/image44.jpeg"/><Relationship Id="rId5" Type="http://schemas.openxmlformats.org/officeDocument/2006/relationships/image" Target="../media/image43.jpeg"/><Relationship Id="rId4"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103.xml"/><Relationship Id="rId4" Type="http://schemas.openxmlformats.org/officeDocument/2006/relationships/hyperlink" Target="https://www.wysa.io/"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3.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5.xml"/><Relationship Id="rId1" Type="http://schemas.openxmlformats.org/officeDocument/2006/relationships/slideLayout" Target="../slideLayouts/slideLayout103.xml"/><Relationship Id="rId6" Type="http://schemas.openxmlformats.org/officeDocument/2006/relationships/hyperlink" Target="https://www.jungheinrich.com.sg/systems/automated-guided-vehicle-system/automated-trucks" TargetMode="External"/><Relationship Id="rId5" Type="http://schemas.openxmlformats.org/officeDocument/2006/relationships/hyperlink" Target="https://roboticsandautomationnews.com/2018/01/03/30-industrial-robot-manufacturers-to-watch-in-2018/15542/" TargetMode="External"/><Relationship Id="rId4" Type="http://schemas.openxmlformats.org/officeDocument/2006/relationships/image" Target="../media/image47.jpeg"/></Relationships>
</file>

<file path=ppt/slides/_rels/slide47.xml.rels><?xml version="1.0" encoding="UTF-8" standalone="yes"?>
<Relationships xmlns="http://schemas.openxmlformats.org/package/2006/relationships"><Relationship Id="rId8" Type="http://schemas.openxmlformats.org/officeDocument/2006/relationships/hyperlink" Target="https://www.youtube.com/watch?v=j7bjoI_joZs" TargetMode="External"/><Relationship Id="rId3" Type="http://schemas.openxmlformats.org/officeDocument/2006/relationships/slideLayout" Target="../slideLayouts/slideLayout103.xml"/><Relationship Id="rId7" Type="http://schemas.openxmlformats.org/officeDocument/2006/relationships/hyperlink" Target="https://www.youtube.com/watch?v=tLcYxiNd59w" TargetMode="External"/><Relationship Id="rId2" Type="http://schemas.openxmlformats.org/officeDocument/2006/relationships/video" Target="https://www.youtube.com/embed/j7bjoI_joZs?feature=oembed" TargetMode="External"/><Relationship Id="rId1" Type="http://schemas.openxmlformats.org/officeDocument/2006/relationships/video" Target="https://www.youtube.com/embed/tLcYxiNd59w?feature=oembed" TargetMode="External"/><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3.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1.xml"/><Relationship Id="rId1" Type="http://schemas.openxmlformats.org/officeDocument/2006/relationships/slideLayout" Target="../slideLayouts/slideLayout103.xml"/><Relationship Id="rId4" Type="http://schemas.openxmlformats.org/officeDocument/2006/relationships/hyperlink" Target="https://www.bloomberg.com/news/articles/2021-06-04/hackers-breached-colonial-pipeline-using-compromised-password"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2.xml"/><Relationship Id="rId1" Type="http://schemas.openxmlformats.org/officeDocument/2006/relationships/slideLayout" Target="../slideLayouts/slideLayout103.xml"/><Relationship Id="rId4" Type="http://schemas.openxmlformats.org/officeDocument/2006/relationships/hyperlink" Target="https://www.cnbc.com/2019/06/14/the-business-using-ai-to-change-how-we-think-about-energy-storage.html" TargetMode="Externa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0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0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3.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03.xml"/><Relationship Id="rId1" Type="http://schemas.openxmlformats.org/officeDocument/2006/relationships/video" Target="https://www.youtube.com/embed/Txtj-Xp6REE?feature=oembed" TargetMode="External"/><Relationship Id="rId5" Type="http://schemas.openxmlformats.org/officeDocument/2006/relationships/hyperlink" Target="https://www.youtube.com/watch?v=Txtj-Xp6REE" TargetMode="External"/><Relationship Id="rId4" Type="http://schemas.openxmlformats.org/officeDocument/2006/relationships/image" Target="../media/image52.jpe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0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0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03.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03.xml"/><Relationship Id="rId1" Type="http://schemas.openxmlformats.org/officeDocument/2006/relationships/video" Target="https://www.youtube.com/embed/C79x_tK1mg0?feature=oembed" TargetMode="External"/><Relationship Id="rId5" Type="http://schemas.openxmlformats.org/officeDocument/2006/relationships/hyperlink" Target="https://www.youtube.com/watch?v=C79x_tK1mg0" TargetMode="External"/><Relationship Id="rId4" Type="http://schemas.openxmlformats.org/officeDocument/2006/relationships/image" Target="../media/image53.jpe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0.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0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0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0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0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0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10.xml"/></Relationships>
</file>

<file path=ppt/slides/_rels/slide7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3.xml"/><Relationship Id="rId1" Type="http://schemas.openxmlformats.org/officeDocument/2006/relationships/slideLayout" Target="../slideLayouts/slideLayout103.xml"/></Relationships>
</file>

<file path=ppt/slides/_rels/slide7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4.xml"/><Relationship Id="rId1" Type="http://schemas.openxmlformats.org/officeDocument/2006/relationships/slideLayout" Target="../slideLayouts/slideLayout103.xml"/></Relationships>
</file>

<file path=ppt/slides/_rels/slide7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5.xml"/><Relationship Id="rId1" Type="http://schemas.openxmlformats.org/officeDocument/2006/relationships/slideLayout" Target="../slideLayouts/slideLayout103.xml"/></Relationships>
</file>

<file path=ppt/slides/_rels/slide7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6.xml"/><Relationship Id="rId1" Type="http://schemas.openxmlformats.org/officeDocument/2006/relationships/slideLayout" Target="../slideLayouts/slideLayout103.xml"/></Relationships>
</file>

<file path=ppt/slides/_rels/slide7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7.xml"/><Relationship Id="rId1" Type="http://schemas.openxmlformats.org/officeDocument/2006/relationships/slideLayout" Target="../slideLayouts/slideLayout103.xml"/></Relationships>
</file>

<file path=ppt/slides/_rels/slide7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8.xml"/><Relationship Id="rId1" Type="http://schemas.openxmlformats.org/officeDocument/2006/relationships/slideLayout" Target="../slideLayouts/slideLayout103.xml"/></Relationships>
</file>

<file path=ppt/slides/_rels/slide8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9.xml"/><Relationship Id="rId1" Type="http://schemas.openxmlformats.org/officeDocument/2006/relationships/slideLayout" Target="../slideLayouts/slideLayout103.xml"/></Relationships>
</file>

<file path=ppt/slides/_rels/slide8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0.xml"/><Relationship Id="rId1" Type="http://schemas.openxmlformats.org/officeDocument/2006/relationships/slideLayout" Target="../slideLayouts/slideLayout103.xml"/></Relationships>
</file>

<file path=ppt/slides/_rels/slide8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1.xml"/><Relationship Id="rId1" Type="http://schemas.openxmlformats.org/officeDocument/2006/relationships/slideLayout" Target="../slideLayouts/slideLayout10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10.xml"/></Relationships>
</file>

<file path=ppt/slides/_rels/slide84.xml.rels><?xml version="1.0" encoding="UTF-8" standalone="yes"?>
<Relationships xmlns="http://schemas.openxmlformats.org/package/2006/relationships"><Relationship Id="rId3" Type="http://schemas.openxmlformats.org/officeDocument/2006/relationships/hyperlink" Target="https://nvidianews.nvidia.com/news/worlds-leading-electronics-manufacturers-adopt-nvidia-generative-ai-and-omniverse-to-digitalize-state-of-the-art-factories" TargetMode="External"/><Relationship Id="rId2" Type="http://schemas.openxmlformats.org/officeDocument/2006/relationships/notesSlide" Target="../notesSlides/notesSlide83.xml"/><Relationship Id="rId1" Type="http://schemas.openxmlformats.org/officeDocument/2006/relationships/slideLayout" Target="../slideLayouts/slideLayout103.xml"/><Relationship Id="rId4" Type="http://schemas.openxmlformats.org/officeDocument/2006/relationships/image" Target="../media/image63.png"/></Relationships>
</file>

<file path=ppt/slides/_rels/slide8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84.xml"/><Relationship Id="rId1" Type="http://schemas.openxmlformats.org/officeDocument/2006/relationships/slideLayout" Target="../slideLayouts/slideLayout103.xml"/></Relationships>
</file>

<file path=ppt/slides/_rels/slide86.xml.rels><?xml version="1.0" encoding="UTF-8" standalone="yes"?>
<Relationships xmlns="http://schemas.openxmlformats.org/package/2006/relationships"><Relationship Id="rId3" Type="http://schemas.openxmlformats.org/officeDocument/2006/relationships/hyperlink" Target="https://www.modernhealthcare.com/digital-health/chatgpt-healthcare-everything-to-know-generative-ai-artificial-intelligence" TargetMode="External"/><Relationship Id="rId2" Type="http://schemas.openxmlformats.org/officeDocument/2006/relationships/notesSlide" Target="../notesSlides/notesSlide85.xml"/><Relationship Id="rId1" Type="http://schemas.openxmlformats.org/officeDocument/2006/relationships/slideLayout" Target="../slideLayouts/slideLayout103.xml"/><Relationship Id="rId4" Type="http://schemas.openxmlformats.org/officeDocument/2006/relationships/image" Target="../media/image63.png"/></Relationships>
</file>

<file path=ppt/slides/_rels/slide87.xml.rels><?xml version="1.0" encoding="UTF-8" standalone="yes"?>
<Relationships xmlns="http://schemas.openxmlformats.org/package/2006/relationships"><Relationship Id="rId3" Type="http://schemas.openxmlformats.org/officeDocument/2006/relationships/hyperlink" Target="https://www.smart-energy.com/features-analysis/how-generative-ai-is-coming-to-the-energy-sector/" TargetMode="External"/><Relationship Id="rId2" Type="http://schemas.openxmlformats.org/officeDocument/2006/relationships/notesSlide" Target="../notesSlides/notesSlide86.xml"/><Relationship Id="rId1" Type="http://schemas.openxmlformats.org/officeDocument/2006/relationships/slideLayout" Target="../slideLayouts/slideLayout103.xml"/><Relationship Id="rId4" Type="http://schemas.openxmlformats.org/officeDocument/2006/relationships/image" Target="../media/image63.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10.xml"/></Relationships>
</file>

<file path=ppt/slides/_rels/slide8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8.xml"/><Relationship Id="rId1" Type="http://schemas.openxmlformats.org/officeDocument/2006/relationships/slideLayout" Target="../slideLayouts/slideLayout10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9.xml"/><Relationship Id="rId1" Type="http://schemas.openxmlformats.org/officeDocument/2006/relationships/slideLayout" Target="../slideLayouts/slideLayout10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0.xml"/><Relationship Id="rId1" Type="http://schemas.openxmlformats.org/officeDocument/2006/relationships/slideLayout" Target="../slideLayouts/slideLayout10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10.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54.xml"/></Relationships>
</file>

<file path=ppt/slides/_rels/slide9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3.xml"/><Relationship Id="rId1" Type="http://schemas.openxmlformats.org/officeDocument/2006/relationships/slideLayout" Target="../slideLayouts/slideLayout47.xml"/><Relationship Id="rId4" Type="http://schemas.openxmlformats.org/officeDocument/2006/relationships/image" Target="../media/image32.png"/></Relationships>
</file>

<file path=ppt/slides/_rels/slide95.xml.rels><?xml version="1.0" encoding="UTF-8" standalone="yes"?>
<Relationships xmlns="http://schemas.openxmlformats.org/package/2006/relationships"><Relationship Id="rId8" Type="http://schemas.openxmlformats.org/officeDocument/2006/relationships/hyperlink" Target="https://www.nam.org/state-manufacturing-data/2020-united-states-manufacturing-facts/" TargetMode="External"/><Relationship Id="rId3" Type="http://schemas.openxmlformats.org/officeDocument/2006/relationships/hyperlink" Target="https://www.pagero.com/blog/digitalisation-why-digitalise-your-business" TargetMode="External"/><Relationship Id="rId7" Type="http://schemas.openxmlformats.org/officeDocument/2006/relationships/hyperlink" Target="https://www.twi-global.com/technical-knowledge/faqs/faq-what-is-manufacturing" TargetMode="External"/><Relationship Id="rId12" Type="http://schemas.openxmlformats.org/officeDocument/2006/relationships/hyperlink" Target="https://www.jungheinrich.com.sg/systems/automated-guided-vehicle-system/automated-trucks" TargetMode="External"/><Relationship Id="rId2" Type="http://schemas.openxmlformats.org/officeDocument/2006/relationships/notesSlide" Target="../notesSlides/notesSlide94.xml"/><Relationship Id="rId1" Type="http://schemas.openxmlformats.org/officeDocument/2006/relationships/slideLayout" Target="../slideLayouts/slideLayout87.xml"/><Relationship Id="rId6" Type="http://schemas.openxmlformats.org/officeDocument/2006/relationships/hyperlink" Target="https://www.enterpriseitnews.com.my/the-importance-of-digitalization/" TargetMode="External"/><Relationship Id="rId11" Type="http://schemas.openxmlformats.org/officeDocument/2006/relationships/hyperlink" Target="https://roboticsandautomationnews.com/2018/01/03/30-industrial-robot-manufacturers-to-watch-in-2018/15542/" TargetMode="External"/><Relationship Id="rId5" Type="http://schemas.openxmlformats.org/officeDocument/2006/relationships/hyperlink" Target="https://www.youtube.com/watch?v=UzRZRyPReJk" TargetMode="External"/><Relationship Id="rId10" Type="http://schemas.openxmlformats.org/officeDocument/2006/relationships/hyperlink" Target="https://www.blacklinegrp.com/blog/issues-facing-the-manufacturing-industry-2020" TargetMode="External"/><Relationship Id="rId4" Type="http://schemas.openxmlformats.org/officeDocument/2006/relationships/hyperlink" Target="https://www.rabitse.com/blog/7-reasons-behind-business-digitization/" TargetMode="External"/><Relationship Id="rId9" Type="http://schemas.openxmlformats.org/officeDocument/2006/relationships/hyperlink" Target="https://www.hashmicro.com/blog/overcoming-common-manufacturing-challenges/" TargetMode="External"/></Relationships>
</file>

<file path=ppt/slides/_rels/slide96.xml.rels><?xml version="1.0" encoding="UTF-8" standalone="yes"?>
<Relationships xmlns="http://schemas.openxmlformats.org/package/2006/relationships"><Relationship Id="rId8" Type="http://schemas.openxmlformats.org/officeDocument/2006/relationships/hyperlink" Target="https://www.cnbc.com/2021/06/09/retail-sales-to-rise-10point5percent-13point5percent-to-more-than-4point44-trillion-nrf-says.html" TargetMode="External"/><Relationship Id="rId13" Type="http://schemas.openxmlformats.org/officeDocument/2006/relationships/hyperlink" Target="https://www.youtube.com/watch?v=NrmMk1Myrxc" TargetMode="External"/><Relationship Id="rId3" Type="http://schemas.openxmlformats.org/officeDocument/2006/relationships/hyperlink" Target="https://www.youtube.com/watch?v=tLcYxiNd59w" TargetMode="External"/><Relationship Id="rId7" Type="http://schemas.openxmlformats.org/officeDocument/2006/relationships/hyperlink" Target="https://nrf.com/insights/economy/about-retail-jobs" TargetMode="External"/><Relationship Id="rId12" Type="http://schemas.openxmlformats.org/officeDocument/2006/relationships/hyperlink" Target="https://www.youtube.com/watch?v=hP3yfGHTXFo" TargetMode="External"/><Relationship Id="rId2" Type="http://schemas.openxmlformats.org/officeDocument/2006/relationships/notesSlide" Target="../notesSlides/notesSlide95.xml"/><Relationship Id="rId1" Type="http://schemas.openxmlformats.org/officeDocument/2006/relationships/slideLayout" Target="../slideLayouts/slideLayout87.xml"/><Relationship Id="rId6" Type="http://schemas.openxmlformats.org/officeDocument/2006/relationships/hyperlink" Target="https://erply.com/what-is-retail/" TargetMode="External"/><Relationship Id="rId11" Type="http://schemas.openxmlformats.org/officeDocument/2006/relationships/hyperlink" Target="https://www.lowesinnovationlabs.com/lowebot/" TargetMode="External"/><Relationship Id="rId5" Type="http://schemas.openxmlformats.org/officeDocument/2006/relationships/hyperlink" Target="https://www.youtube.com/watch?v=nV34cMDfu_0" TargetMode="External"/><Relationship Id="rId10" Type="http://schemas.openxmlformats.org/officeDocument/2006/relationships/hyperlink" Target="https://linchpinseo.com/common-challenges-facing-the-retail-industry/" TargetMode="External"/><Relationship Id="rId4" Type="http://schemas.openxmlformats.org/officeDocument/2006/relationships/hyperlink" Target="https://www.youtube.com/watch?v=j7bjoI_joZs" TargetMode="External"/><Relationship Id="rId9" Type="http://schemas.openxmlformats.org/officeDocument/2006/relationships/hyperlink" Target="https://etaileast.wbresearch.com/blog/five-key-challenges-for-retailers-how-to-solve-them" TargetMode="External"/><Relationship Id="rId14" Type="http://schemas.openxmlformats.org/officeDocument/2006/relationships/hyperlink" Target="https://en.wikipedia.org/wiki/Education_in_the_United_States" TargetMode="External"/></Relationships>
</file>

<file path=ppt/slides/_rels/slide97.xml.rels><?xml version="1.0" encoding="UTF-8" standalone="yes"?>
<Relationships xmlns="http://schemas.openxmlformats.org/package/2006/relationships"><Relationship Id="rId8" Type="http://schemas.openxmlformats.org/officeDocument/2006/relationships/hyperlink" Target="https://www.youtube.com/watch?v=C79x_tK1mg0" TargetMode="External"/><Relationship Id="rId3" Type="http://schemas.openxmlformats.org/officeDocument/2006/relationships/hyperlink" Target="https://educationdata.org/k12-enrollment-statistics" TargetMode="External"/><Relationship Id="rId7" Type="http://schemas.openxmlformats.org/officeDocument/2006/relationships/hyperlink" Target="https://www.lexalytics.com/lexablog/ai-in-education-present-future-ethics" TargetMode="External"/><Relationship Id="rId12" Type="http://schemas.openxmlformats.org/officeDocument/2006/relationships/hyperlink" Target="https://www.intellias.com/artificial-intelligence-in-agriculture/" TargetMode="External"/><Relationship Id="rId2" Type="http://schemas.openxmlformats.org/officeDocument/2006/relationships/notesSlide" Target="../notesSlides/notesSlide96.xml"/><Relationship Id="rId1" Type="http://schemas.openxmlformats.org/officeDocument/2006/relationships/slideLayout" Target="../slideLayouts/slideLayout87.xml"/><Relationship Id="rId6" Type="http://schemas.openxmlformats.org/officeDocument/2006/relationships/hyperlink" Target="https://edtechmagazine.com/higher/article/2019/10/universities-use-ai-chatbots-improve-student-services" TargetMode="External"/><Relationship Id="rId11" Type="http://schemas.openxmlformats.org/officeDocument/2006/relationships/hyperlink" Target="https://www.syngenta.com/en/innovation-agriculture/challenges-modern-agriculture" TargetMode="External"/><Relationship Id="rId5" Type="http://schemas.openxmlformats.org/officeDocument/2006/relationships/hyperlink" Target="https://www.publicschoolreview.com/blog/the-15-biggest-failures-of-the-american-public-education-system" TargetMode="External"/><Relationship Id="rId10" Type="http://schemas.openxmlformats.org/officeDocument/2006/relationships/hyperlink" Target="https://www.oecd.org/agriculture/key-challenges-agriculture-how-solve/" TargetMode="External"/><Relationship Id="rId4" Type="http://schemas.openxmlformats.org/officeDocument/2006/relationships/hyperlink" Target="https://www.theedadvocate.org/10-reasons-the-u-s-education-system-is-failing/" TargetMode="External"/><Relationship Id="rId9" Type="http://schemas.openxmlformats.org/officeDocument/2006/relationships/hyperlink" Target="https://www.ers.usda.gov/data-products/ag-and-food-statistics-charting-the-essentials/ag-and-food-sectors-and-the-economy" TargetMode="External"/></Relationships>
</file>

<file path=ppt/slides/_rels/slide98.xml.rels><?xml version="1.0" encoding="UTF-8" standalone="yes"?>
<Relationships xmlns="http://schemas.openxmlformats.org/package/2006/relationships"><Relationship Id="rId8" Type="http://schemas.openxmlformats.org/officeDocument/2006/relationships/hyperlink" Target="https://www.cms.gov/Research-Statistics-Data-and-Systems/Statistics-Trends-and-Reports/NationalHealthExpendData/NationalHealthAccountsHistorical" TargetMode="External"/><Relationship Id="rId3" Type="http://schemas.openxmlformats.org/officeDocument/2006/relationships/hyperlink" Target="https://www.youtube.com/watch?v=v1DT4yvxpMw" TargetMode="External"/><Relationship Id="rId7" Type="http://schemas.openxmlformats.org/officeDocument/2006/relationships/hyperlink" Target="https://www.census.gov/library/stories/2020/10/health-care-still-largest-united-states-employer.html" TargetMode="External"/><Relationship Id="rId12" Type="http://schemas.openxmlformats.org/officeDocument/2006/relationships/hyperlink" Target="https://www.kolabtree.com/blog/5-real-world-examples-of-ai-in-healthcare/" TargetMode="External"/><Relationship Id="rId2" Type="http://schemas.openxmlformats.org/officeDocument/2006/relationships/notesSlide" Target="../notesSlides/notesSlide97.xml"/><Relationship Id="rId1" Type="http://schemas.openxmlformats.org/officeDocument/2006/relationships/slideLayout" Target="../slideLayouts/slideLayout87.xml"/><Relationship Id="rId6" Type="http://schemas.openxmlformats.org/officeDocument/2006/relationships/hyperlink" Target="https://www.technofunc.com/index.php/domain-knowledge/healthcare-industry/item/sectors-of-healthcare-industry" TargetMode="External"/><Relationship Id="rId11" Type="http://schemas.openxmlformats.org/officeDocument/2006/relationships/hyperlink" Target="https://www.prospectivedoctor.com/5-key-challenges-for-a-doctor-serving-humanity/" TargetMode="External"/><Relationship Id="rId5" Type="http://schemas.openxmlformats.org/officeDocument/2006/relationships/hyperlink" Target="https://www.youtube.com/watch?v=2exMDMoI9Uk" TargetMode="External"/><Relationship Id="rId10" Type="http://schemas.openxmlformats.org/officeDocument/2006/relationships/hyperlink" Target="https://www.waldenu.edu/online-masters-programs/master-of-science-in-nursing/resource/five-issues-nurses-face-in-their-career" TargetMode="External"/><Relationship Id="rId4" Type="http://schemas.openxmlformats.org/officeDocument/2006/relationships/hyperlink" Target="https://www.youtube.com/watch?v=qOGsz-rUx6E" TargetMode="External"/><Relationship Id="rId9" Type="http://schemas.openxmlformats.org/officeDocument/2006/relationships/hyperlink" Target="https://www.managedhealthcareexecutive.com/view/biggest-issues-facing-healthcare-today" TargetMode="External"/></Relationships>
</file>

<file path=ppt/slides/_rels/slide99.xml.rels><?xml version="1.0" encoding="UTF-8" standalone="yes"?>
<Relationships xmlns="http://schemas.openxmlformats.org/package/2006/relationships"><Relationship Id="rId8" Type="http://schemas.openxmlformats.org/officeDocument/2006/relationships/hyperlink" Target="https://www.youtube.com/watch?v=T0O9g0exvEA" TargetMode="External"/><Relationship Id="rId3" Type="http://schemas.openxmlformats.org/officeDocument/2006/relationships/hyperlink" Target="https://builtin.com/artificial-intelligence/artificial-intelligence-healthcare" TargetMode="External"/><Relationship Id="rId7" Type="http://schemas.openxmlformats.org/officeDocument/2006/relationships/hyperlink" Target="https://www.youtube.com/watch?v=JU8Zy91jaXE" TargetMode="External"/><Relationship Id="rId12" Type="http://schemas.openxmlformats.org/officeDocument/2006/relationships/hyperlink" Target="https://global.hitachi-solutions.com/blog/top-10-challenges-banking-financial-organizations-can-overcome" TargetMode="External"/><Relationship Id="rId2" Type="http://schemas.openxmlformats.org/officeDocument/2006/relationships/notesSlide" Target="../notesSlides/notesSlide98.xml"/><Relationship Id="rId1" Type="http://schemas.openxmlformats.org/officeDocument/2006/relationships/slideLayout" Target="../slideLayouts/slideLayout87.xml"/><Relationship Id="rId6" Type="http://schemas.openxmlformats.org/officeDocument/2006/relationships/hyperlink" Target="https://www.sensely.com/" TargetMode="External"/><Relationship Id="rId11" Type="http://schemas.openxmlformats.org/officeDocument/2006/relationships/hyperlink" Target="https://www.ibisworld.com/industry-statistics/employment/commercial-banking-united-states/" TargetMode="External"/><Relationship Id="rId5" Type="http://schemas.openxmlformats.org/officeDocument/2006/relationships/hyperlink" Target="https://www.youtube.com/watch?v=_HhoZhjYq-M" TargetMode="External"/><Relationship Id="rId10" Type="http://schemas.openxmlformats.org/officeDocument/2006/relationships/hyperlink" Target="https://www.investopedia.com/ask/answers/030315/what-financial-services-sector.asp" TargetMode="External"/><Relationship Id="rId4" Type="http://schemas.openxmlformats.org/officeDocument/2006/relationships/hyperlink" Target="https://www.youtube.com/watch?v=yO5VARNjuBw" TargetMode="External"/><Relationship Id="rId9" Type="http://schemas.openxmlformats.org/officeDocument/2006/relationships/hyperlink" Target="https://www.wysa.io/" TargetMode="External"/></Relationships>
</file>

<file path=ppt/slides/_rels/slide100.xml.rels><?xml version="1.0" encoding="UTF-8" standalone="yes"?>
<Relationships xmlns="http://schemas.openxmlformats.org/package/2006/relationships"><Relationship Id="rId8" Type="http://schemas.openxmlformats.org/officeDocument/2006/relationships/hyperlink" Target="https://www.bts.dot.gov/sites/bts.dot.gov/files/u796/TET%202018%20Chapter%202.pdf" TargetMode="External"/><Relationship Id="rId3" Type="http://schemas.openxmlformats.org/officeDocument/2006/relationships/hyperlink" Target="https://onlinedegrees.sandiego.edu/artificial-intelligence-finance/" TargetMode="External"/><Relationship Id="rId7" Type="http://schemas.openxmlformats.org/officeDocument/2006/relationships/hyperlink" Target="https://data.bts.gov/stories/s/Transportation-Economic-Trends-Transportation-Empl/caxh-t8jd/" TargetMode="External"/><Relationship Id="rId12" Type="http://schemas.openxmlformats.org/officeDocument/2006/relationships/hyperlink" Target="https://www.mhlnews.com/transportation-distribution/article/22039246/top-10-challenges-facing-trucking" TargetMode="External"/><Relationship Id="rId2" Type="http://schemas.openxmlformats.org/officeDocument/2006/relationships/notesSlide" Target="../notesSlides/notesSlide99.xml"/><Relationship Id="rId1" Type="http://schemas.openxmlformats.org/officeDocument/2006/relationships/slideLayout" Target="../slideLayouts/slideLayout87.xml"/><Relationship Id="rId6" Type="http://schemas.openxmlformats.org/officeDocument/2006/relationships/hyperlink" Target="https://blog.dixonvalve.com/us-transportation-sector" TargetMode="External"/><Relationship Id="rId11" Type="http://schemas.openxmlformats.org/officeDocument/2006/relationships/hyperlink" Target="https://fleetroot.com/blog/top-10-challenges-facing-logistics-companies-in-2019/" TargetMode="External"/><Relationship Id="rId5" Type="http://schemas.openxmlformats.org/officeDocument/2006/relationships/hyperlink" Target="https://builtin.com/artificial-intelligence/ai-finance-banking-applications-companies" TargetMode="External"/><Relationship Id="rId10" Type="http://schemas.openxmlformats.org/officeDocument/2006/relationships/hyperlink" Target="https://www.yarno.com.au/blog/top-5-issues-in-transportation/" TargetMode="External"/><Relationship Id="rId4" Type="http://schemas.openxmlformats.org/officeDocument/2006/relationships/hyperlink" Target="https://www.ocrolus.com/" TargetMode="External"/><Relationship Id="rId9" Type="http://schemas.openxmlformats.org/officeDocument/2006/relationships/hyperlink" Target="https://injuryfacts.nsc.org/motor-vehicle/overview/preliminary-monthly-estimates" TargetMode="External"/></Relationships>
</file>

<file path=ppt/slides/_rels/slide101.xml.rels><?xml version="1.0" encoding="UTF-8" standalone="yes"?>
<Relationships xmlns="http://schemas.openxmlformats.org/package/2006/relationships"><Relationship Id="rId8" Type="http://schemas.openxmlformats.org/officeDocument/2006/relationships/hyperlink" Target="https://www.washingtonpost.com/local/trafficandcommuting/grocery-delivery-robot-wins-first-federal-safety-approval-for-a-self-driving-vehicle/2020/02/06/90e97658-48f5-11ea-9164-d3154ad8a5cd_story.html" TargetMode="External"/><Relationship Id="rId3" Type="http://schemas.openxmlformats.org/officeDocument/2006/relationships/hyperlink" Target="https://hackernoon.com/examples-of-ai-implementation-in-transport-c1a451b90fb7" TargetMode="External"/><Relationship Id="rId7" Type="http://schemas.openxmlformats.org/officeDocument/2006/relationships/hyperlink" Target="https://www.youtube.com/watch?v=w9TDlJj7gn0" TargetMode="External"/><Relationship Id="rId2" Type="http://schemas.openxmlformats.org/officeDocument/2006/relationships/notesSlide" Target="../notesSlides/notesSlide100.xml"/><Relationship Id="rId1" Type="http://schemas.openxmlformats.org/officeDocument/2006/relationships/slideLayout" Target="../slideLayouts/slideLayout87.xml"/><Relationship Id="rId6" Type="http://schemas.openxmlformats.org/officeDocument/2006/relationships/hyperlink" Target="https://www.youtube.com/watch?v=Txtj-Xp6REE" TargetMode="External"/><Relationship Id="rId11" Type="http://schemas.openxmlformats.org/officeDocument/2006/relationships/hyperlink" Target="https://www.naseo.org/issues/energy-jobs/employment-report" TargetMode="External"/><Relationship Id="rId5" Type="http://schemas.openxmlformats.org/officeDocument/2006/relationships/hyperlink" Target="https://techwireasia.com/2020/01/chinas-didi-uses-ai-powered-facial-recognition-feature-to-boost-safety/" TargetMode="External"/><Relationship Id="rId10" Type="http://schemas.openxmlformats.org/officeDocument/2006/relationships/hyperlink" Target="https://www.investopedia.com/terms/e/energy_sector.asp" TargetMode="External"/><Relationship Id="rId4" Type="http://schemas.openxmlformats.org/officeDocument/2006/relationships/hyperlink" Target="https://www.lanner-america.com/blog/examples-artificial-intelligence-applications-transportation/" TargetMode="External"/><Relationship Id="rId9" Type="http://schemas.openxmlformats.org/officeDocument/2006/relationships/hyperlink" Target="https://blog.dixonvalve.com/us-transportation-sector" TargetMode="External"/></Relationships>
</file>

<file path=ppt/slides/_rels/slide102.xml.rels><?xml version="1.0" encoding="UTF-8" standalone="yes"?>
<Relationships xmlns="http://schemas.openxmlformats.org/package/2006/relationships"><Relationship Id="rId3" Type="http://schemas.openxmlformats.org/officeDocument/2006/relationships/hyperlink" Target="https://www.fifthring.com/articles/the-key-challenges-facing-the-energy-industry-of-the-future" TargetMode="External"/><Relationship Id="rId7" Type="http://schemas.openxmlformats.org/officeDocument/2006/relationships/hyperlink" Target="https://www.cnbc.com/2019/06/14/the-business-using-ai-to-change-how-we-think-about-energy-storage.html" TargetMode="External"/><Relationship Id="rId2" Type="http://schemas.openxmlformats.org/officeDocument/2006/relationships/notesSlide" Target="../notesSlides/notesSlide101.xml"/><Relationship Id="rId1" Type="http://schemas.openxmlformats.org/officeDocument/2006/relationships/slideLayout" Target="../slideLayouts/slideLayout87.xml"/><Relationship Id="rId6" Type="http://schemas.openxmlformats.org/officeDocument/2006/relationships/hyperlink" Target="https://fortune.com/2019/02/27/deepmind-wind-power-predictions/" TargetMode="External"/><Relationship Id="rId5" Type="http://schemas.openxmlformats.org/officeDocument/2006/relationships/hyperlink" Target="https://www.ifc.org/wps/wcm/connect/bd3a196d-a88f-45af-bbc6-e0b00790fba8/EMCompass_Note_81-05-web.pdf?MOD=AJPERES&amp;CVID=n72pj5g" TargetMode="External"/><Relationship Id="rId4" Type="http://schemas.openxmlformats.org/officeDocument/2006/relationships/hyperlink" Target="https://www.bloomberg.com/news/articles/2021-06-04/hackers-breached-colonial-pipeline-using-compromised-passwor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470C3FA1-45F0-4917-953B-75E5F1B79ECE}"/>
              </a:ext>
            </a:extLst>
          </p:cNvPr>
          <p:cNvSpPr txBox="1">
            <a:spLocks/>
          </p:cNvSpPr>
          <p:nvPr/>
        </p:nvSpPr>
        <p:spPr>
          <a:xfrm>
            <a:off x="7948082" y="2183663"/>
            <a:ext cx="3598410" cy="187485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500" kern="1200">
                <a:solidFill>
                  <a:srgbClr val="000000"/>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500" b="0" i="0" u="none" strike="noStrike" kern="1200" cap="none" spc="0" normalizeH="0" baseline="0" noProof="0" dirty="0">
                <a:ln>
                  <a:noFill/>
                </a:ln>
                <a:solidFill>
                  <a:srgbClr val="525252"/>
                </a:solidFill>
                <a:effectLst/>
                <a:uLnTx/>
                <a:uFillTx/>
                <a:latin typeface="IntelOne Display Light"/>
                <a:ea typeface="+mj-ea"/>
                <a:cs typeface="+mj-cs"/>
              </a:rPr>
              <a:t>AI for </a:t>
            </a:r>
            <a:br>
              <a:rPr kumimoji="0" lang="en-US" sz="4500" b="0" i="0" u="none" strike="noStrike" kern="1200" cap="none" spc="0" normalizeH="0" baseline="0" noProof="0" dirty="0">
                <a:ln>
                  <a:noFill/>
                </a:ln>
                <a:solidFill>
                  <a:srgbClr val="525252"/>
                </a:solidFill>
                <a:effectLst/>
                <a:uLnTx/>
                <a:uFillTx/>
                <a:latin typeface="IntelOne Display Light"/>
                <a:ea typeface="+mj-ea"/>
                <a:cs typeface="+mj-cs"/>
              </a:rPr>
            </a:br>
            <a:r>
              <a:rPr kumimoji="0" lang="en-US" sz="4500" b="0" i="0" u="none" strike="noStrike" kern="1200" cap="none" spc="0" normalizeH="0" baseline="0" noProof="0" dirty="0">
                <a:ln>
                  <a:noFill/>
                </a:ln>
                <a:solidFill>
                  <a:srgbClr val="525252"/>
                </a:solidFill>
                <a:effectLst/>
                <a:uLnTx/>
                <a:uFillTx/>
                <a:latin typeface="IntelOne Display Light"/>
                <a:ea typeface="+mj-ea"/>
                <a:cs typeface="+mj-cs"/>
              </a:rPr>
              <a:t>Workforce</a:t>
            </a:r>
          </a:p>
        </p:txBody>
      </p:sp>
      <p:sp>
        <p:nvSpPr>
          <p:cNvPr id="3" name="Subtitle 5">
            <a:extLst>
              <a:ext uri="{FF2B5EF4-FFF2-40B4-BE49-F238E27FC236}">
                <a16:creationId xmlns:a16="http://schemas.microsoft.com/office/drawing/2014/main" id="{CD7F8238-77B8-4267-848F-71B63CF0CB51}"/>
              </a:ext>
            </a:extLst>
          </p:cNvPr>
          <p:cNvSpPr txBox="1">
            <a:spLocks/>
          </p:cNvSpPr>
          <p:nvPr/>
        </p:nvSpPr>
        <p:spPr>
          <a:xfrm>
            <a:off x="7948082" y="4058515"/>
            <a:ext cx="4039602" cy="930609"/>
          </a:xfrm>
          <a:prstGeom prst="rect">
            <a:avLst/>
          </a:prstGeom>
          <a:effectLst/>
        </p:spPr>
        <p:txBody>
          <a:bodyP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525252"/>
                </a:solidFill>
                <a:effectLst/>
                <a:uLnTx/>
                <a:uFillTx/>
                <a:latin typeface="IntelOne Display Light" panose="020B0403020203020204" pitchFamily="34" charset="0"/>
              </a:rPr>
              <a:t>Week 3: Industry 4.0</a:t>
            </a:r>
            <a:br>
              <a:rPr kumimoji="0" lang="en-US" sz="2400" b="0" i="0" u="none" strike="noStrike" kern="0" cap="none" spc="0" normalizeH="0" baseline="0" noProof="0" dirty="0">
                <a:ln>
                  <a:noFill/>
                </a:ln>
                <a:solidFill>
                  <a:srgbClr val="525252"/>
                </a:solidFill>
                <a:effectLst/>
                <a:uLnTx/>
                <a:uFillTx/>
                <a:latin typeface="IntelOne Display Light" panose="020B0403020203020204" pitchFamily="34" charset="0"/>
              </a:rPr>
            </a:br>
            <a:r>
              <a:rPr kumimoji="0" lang="en-US" sz="2400" b="0" i="0" u="none" strike="noStrike" kern="0" cap="none" spc="0" normalizeH="0" baseline="0" noProof="0" dirty="0">
                <a:ln>
                  <a:noFill/>
                </a:ln>
                <a:solidFill>
                  <a:srgbClr val="525252"/>
                </a:solidFill>
                <a:effectLst/>
                <a:uLnTx/>
                <a:uFillTx/>
                <a:latin typeface="IntelOne Display Light" panose="020B0403020203020204" pitchFamily="34" charset="0"/>
              </a:rPr>
              <a:t>Digitalization </a:t>
            </a:r>
          </a:p>
        </p:txBody>
      </p:sp>
    </p:spTree>
    <p:extLst>
      <p:ext uri="{BB962C8B-B14F-4D97-AF65-F5344CB8AC3E}">
        <p14:creationId xmlns:p14="http://schemas.microsoft.com/office/powerpoint/2010/main" val="3723668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descr="A yellow background">
            <a:extLst>
              <a:ext uri="{FF2B5EF4-FFF2-40B4-BE49-F238E27FC236}">
                <a16:creationId xmlns:a16="http://schemas.microsoft.com/office/drawing/2014/main" id="{F16122AF-8994-4C5A-8596-89526F6F7DEF}"/>
              </a:ext>
              <a:ext uri="{C183D7F6-B498-43B3-948B-1728B52AA6E4}">
                <adec:decorative xmlns:adec="http://schemas.microsoft.com/office/drawing/2017/decorative" val="0"/>
              </a:ext>
            </a:extLst>
          </p:cNvPr>
          <p:cNvSpPr/>
          <p:nvPr/>
        </p:nvSpPr>
        <p:spPr>
          <a:xfrm>
            <a:off x="0" y="0"/>
            <a:ext cx="12192000" cy="6858000"/>
          </a:xfrm>
          <a:prstGeom prst="rect">
            <a:avLst/>
          </a:prstGeom>
          <a:solidFill>
            <a:srgbClr val="FEC9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2">
            <a:extLst>
              <a:ext uri="{FF2B5EF4-FFF2-40B4-BE49-F238E27FC236}">
                <a16:creationId xmlns:a16="http://schemas.microsoft.com/office/drawing/2014/main" id="{7EE938DF-DBDD-470E-B08E-69FFFF13DB3B}"/>
              </a:ext>
            </a:extLst>
          </p:cNvPr>
          <p:cNvSpPr txBox="1">
            <a:spLocks/>
          </p:cNvSpPr>
          <p:nvPr/>
        </p:nvSpPr>
        <p:spPr>
          <a:xfrm>
            <a:off x="578617" y="152400"/>
            <a:ext cx="10515600" cy="11806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IntelOne Display Light" panose="020B0403020203020204" pitchFamily="34" charset="0"/>
                <a:ea typeface="Intel Clear" panose="020B0604020203020204" pitchFamily="34" charset="0"/>
                <a:cs typeface="Intel Clear" panose="020B0604020203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IntelOne Display Light" panose="020B0403020203020204" pitchFamily="34" charset="0"/>
                <a:ea typeface="Intel Clear" panose="020B0604020203020204" pitchFamily="34" charset="0"/>
                <a:cs typeface="Intel Clear" panose="020B0604020203020204" pitchFamily="34" charset="0"/>
                <a:sym typeface="Helvetica Neue"/>
              </a:rPr>
              <a:t>Legal Disclaimers</a:t>
            </a:r>
          </a:p>
        </p:txBody>
      </p:sp>
      <p:sp>
        <p:nvSpPr>
          <p:cNvPr id="5" name="Text Placeholder 3">
            <a:extLst>
              <a:ext uri="{FF2B5EF4-FFF2-40B4-BE49-F238E27FC236}">
                <a16:creationId xmlns:a16="http://schemas.microsoft.com/office/drawing/2014/main" id="{53B62BFB-C23E-4D0B-BD14-3EA83EBE3E1C}"/>
              </a:ext>
            </a:extLst>
          </p:cNvPr>
          <p:cNvSpPr txBox="1">
            <a:spLocks/>
          </p:cNvSpPr>
          <p:nvPr/>
        </p:nvSpPr>
        <p:spPr>
          <a:xfrm>
            <a:off x="578617" y="1418722"/>
            <a:ext cx="10757598" cy="3910780"/>
          </a:xfrm>
          <a:prstGeom prst="rect">
            <a:avLst/>
          </a:prstGeom>
        </p:spPr>
        <p:txBody>
          <a:bodyPr vert="horz" lIns="91440" tIns="45720" rIns="91440" bIns="45720" rtlCol="0">
            <a:noAutofit/>
          </a:bodyPr>
          <a:lstStyle>
            <a:lvl1pPr marL="176213" indent="-176213"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IntelOne Text" panose="020B0503020203020204" pitchFamily="34" charset="0"/>
                <a:ea typeface="Intel Clear" panose="020B0604020203020204" pitchFamily="34" charset="0"/>
                <a:cs typeface="Intel Clear" panose="020B0604020203020204" pitchFamily="34" charset="0"/>
                <a:sym typeface="Helvetica Neue"/>
              </a:rPr>
              <a:t>The Intel® Digital Readiness Programs and Intel® AI for Workforce program are developed by Intel Corporation.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prstClr val="black"/>
              </a:solidFill>
              <a:effectLst/>
              <a:uLnTx/>
              <a:uFillTx/>
              <a:latin typeface="IntelOne Text" panose="020B0503020203020204" pitchFamily="34" charset="0"/>
              <a:ea typeface="Intel Clear" panose="020B0604020203020204" pitchFamily="34" charset="0"/>
              <a:cs typeface="Intel Clear" panose="020B0604020203020204" pitchFamily="34" charset="0"/>
              <a:sym typeface="Helvetica Neue"/>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IntelOne Text" panose="020B0503020203020204" pitchFamily="34" charset="0"/>
                <a:ea typeface="Intel Clear" panose="020B0604020203020204" pitchFamily="34" charset="0"/>
                <a:cs typeface="Intel Clear" panose="020B0604020203020204" pitchFamily="34" charset="0"/>
                <a:sym typeface="Helvetica Neue"/>
              </a:rPr>
              <a:t>© Intel Corporation.  Intel, the Intel logo, and other Intel marks are trademarks of Intel Corporation or its subsidiaries.  Other names and brands may be claimed as the property of others. All rights reserved. Program dates and lesson plans are subject to change.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prstClr val="black"/>
              </a:solidFill>
              <a:effectLst/>
              <a:uLnTx/>
              <a:uFillTx/>
              <a:latin typeface="IntelOne Text" panose="020B0503020203020204" pitchFamily="34" charset="0"/>
              <a:ea typeface="Intel Clear" panose="020B0604020203020204" pitchFamily="34" charset="0"/>
              <a:cs typeface="Intel Clear" panose="020B0604020203020204" pitchFamily="34" charset="0"/>
              <a:sym typeface="Helvetica Neue"/>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IntelOne Text" panose="020B0503020203020204" pitchFamily="34" charset="0"/>
                <a:ea typeface="Intel Clear" panose="020B0604020203020204" pitchFamily="34" charset="0"/>
                <a:cs typeface="Intel Clear" panose="020B0604020203020204" pitchFamily="34" charset="0"/>
                <a:sym typeface="Helvetica Neue"/>
              </a:rPr>
              <a:t>Intel technologies may require enabled hardware, software, or service activation.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prstClr val="black"/>
              </a:solidFill>
              <a:effectLst/>
              <a:uLnTx/>
              <a:uFillTx/>
              <a:latin typeface="IntelOne Text" panose="020B0503020203020204" pitchFamily="34" charset="0"/>
              <a:ea typeface="Intel Clear" panose="020B0604020203020204" pitchFamily="34" charset="0"/>
              <a:cs typeface="Intel Clear" panose="020B0604020203020204" pitchFamily="34" charset="0"/>
              <a:sym typeface="Helvetica Neue"/>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IntelOne Text" panose="020B0503020203020204" pitchFamily="34" charset="0"/>
                <a:ea typeface="Intel Clear" panose="020B0604020203020204" pitchFamily="34" charset="0"/>
                <a:cs typeface="Intel Clear" panose="020B0604020203020204" pitchFamily="34" charset="0"/>
                <a:sym typeface="Helvetica Neue"/>
              </a:rPr>
              <a:t>No product or component can be absolutely secure.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prstClr val="black"/>
              </a:solidFill>
              <a:effectLst/>
              <a:uLnTx/>
              <a:uFillTx/>
              <a:latin typeface="IntelOne Text" panose="020B0503020203020204" pitchFamily="34" charset="0"/>
              <a:ea typeface="Intel Clear" panose="020B0604020203020204" pitchFamily="34" charset="0"/>
              <a:cs typeface="Intel Clear" panose="020B0604020203020204" pitchFamily="34" charset="0"/>
              <a:sym typeface="Helvetica Neue"/>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IntelOne Text" panose="020B0503020203020204" pitchFamily="34" charset="0"/>
                <a:ea typeface="Intel Clear" panose="020B0604020203020204" pitchFamily="34" charset="0"/>
                <a:cs typeface="Intel Clear" panose="020B0604020203020204" pitchFamily="34" charset="0"/>
                <a:sym typeface="Helvetica Neue"/>
              </a:rPr>
              <a:t>Results have been estimated or simulated.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prstClr val="black"/>
              </a:solidFill>
              <a:effectLst/>
              <a:uLnTx/>
              <a:uFillTx/>
              <a:latin typeface="IntelOne Text" panose="020B0503020203020204" pitchFamily="34" charset="0"/>
              <a:ea typeface="Intel Clear" panose="020B0604020203020204" pitchFamily="34" charset="0"/>
              <a:cs typeface="Intel Clear" panose="020B0604020203020204" pitchFamily="34" charset="0"/>
              <a:sym typeface="Helvetica Neue"/>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IntelOne Text" panose="020B0503020203020204" pitchFamily="34" charset="0"/>
                <a:ea typeface="Intel Clear" panose="020B0604020203020204" pitchFamily="34" charset="0"/>
                <a:cs typeface="Intel Clear" panose="020B0604020203020204" pitchFamily="34" charset="0"/>
                <a:sym typeface="Helvetica Neue"/>
              </a:rPr>
              <a:t>Intel does not control or audit third-party data.  You should consult other sources to evaluate accuracy.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prstClr val="black"/>
              </a:solidFill>
              <a:effectLst/>
              <a:uLnTx/>
              <a:uFillTx/>
              <a:latin typeface="IntelOne Text" panose="020B0503020203020204" pitchFamily="34" charset="0"/>
              <a:ea typeface="Intel Clear" panose="020B0604020203020204" pitchFamily="34" charset="0"/>
              <a:cs typeface="Intel Clear" panose="020B0604020203020204" pitchFamily="34" charset="0"/>
              <a:sym typeface="Helvetica Neue"/>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IntelOne Text" panose="020B0503020203020204" pitchFamily="34" charset="0"/>
                <a:ea typeface="Intel Clear" panose="020B0604020203020204" pitchFamily="34" charset="0"/>
                <a:cs typeface="Intel Clear" panose="020B0604020203020204" pitchFamily="34" charset="0"/>
                <a:sym typeface="Helvetica Neue"/>
              </a:rPr>
              <a:t>Your costs and results may vary.</a:t>
            </a:r>
          </a:p>
        </p:txBody>
      </p:sp>
    </p:spTree>
    <p:extLst>
      <p:ext uri="{BB962C8B-B14F-4D97-AF65-F5344CB8AC3E}">
        <p14:creationId xmlns:p14="http://schemas.microsoft.com/office/powerpoint/2010/main" val="3931832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개체 틀 2" descr="A human smiling ">
            <a:extLst>
              <a:ext uri="{C183D7F6-B498-43B3-948B-1728B52AA6E4}">
                <adec:decorative xmlns:adec="http://schemas.microsoft.com/office/drawing/2017/decorative" val="0"/>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4012" t="-10078" r="39738" b="10078"/>
          <a:stretch/>
        </p:blipFill>
        <p:spPr/>
      </p:pic>
      <p:sp>
        <p:nvSpPr>
          <p:cNvPr id="6" name="Title 4">
            <a:extLst>
              <a:ext uri="{FF2B5EF4-FFF2-40B4-BE49-F238E27FC236}">
                <a16:creationId xmlns:a16="http://schemas.microsoft.com/office/drawing/2014/main" id="{6A123406-4217-4174-94F8-DD24AD88AD39}"/>
              </a:ext>
            </a:extLst>
          </p:cNvPr>
          <p:cNvSpPr txBox="1">
            <a:spLocks/>
          </p:cNvSpPr>
          <p:nvPr/>
        </p:nvSpPr>
        <p:spPr>
          <a:xfrm>
            <a:off x="8787838" y="1903745"/>
            <a:ext cx="2772791" cy="187485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500" kern="1200">
                <a:solidFill>
                  <a:srgbClr val="000000"/>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500" b="0" i="0" u="none" strike="noStrike" kern="1200" cap="none" spc="0" normalizeH="0" baseline="0" noProof="0" dirty="0">
                <a:ln>
                  <a:noFill/>
                </a:ln>
                <a:solidFill>
                  <a:prstClr val="black"/>
                </a:solidFill>
                <a:effectLst/>
                <a:uLnTx/>
                <a:uFillTx/>
                <a:latin typeface="IntelOne Display Light" panose="020B0403020203020204" pitchFamily="34" charset="0"/>
              </a:rPr>
              <a:t>Recap</a:t>
            </a:r>
          </a:p>
        </p:txBody>
      </p:sp>
    </p:spTree>
    <p:extLst>
      <p:ext uri="{BB962C8B-B14F-4D97-AF65-F5344CB8AC3E}">
        <p14:creationId xmlns:p14="http://schemas.microsoft.com/office/powerpoint/2010/main" val="2174926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Agenda</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3998912"/>
          </a:xfrm>
        </p:spPr>
        <p:txBody>
          <a:bodyPr>
            <a:normAutofit/>
          </a:bodyPr>
          <a:lstStyle/>
          <a:p>
            <a:pPr marL="457200" indent="-457200">
              <a:buFont typeface="+mj-lt"/>
              <a:buAutoNum type="arabicPeriod"/>
            </a:pPr>
            <a:r>
              <a:rPr lang="en-US" sz="2400" dirty="0">
                <a:latin typeface="IntelOne Text Light" panose="020B0403020203020204" pitchFamily="34" charset="0"/>
              </a:rPr>
              <a:t>What is digitalization?</a:t>
            </a:r>
          </a:p>
          <a:p>
            <a:pPr marL="457200" indent="-457200">
              <a:buFont typeface="+mj-lt"/>
              <a:buAutoNum type="arabicPeriod"/>
            </a:pPr>
            <a:r>
              <a:rPr lang="en-US" sz="2400" dirty="0">
                <a:latin typeface="IntelOne Text Light" panose="020B0403020203020204" pitchFamily="34" charset="0"/>
              </a:rPr>
              <a:t>How is AI used in various industries?</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Tree>
    <p:extLst>
      <p:ext uri="{BB962C8B-B14F-4D97-AF65-F5344CB8AC3E}">
        <p14:creationId xmlns:p14="http://schemas.microsoft.com/office/powerpoint/2010/main" val="2768257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531757-3929-4800-8AB5-88F7668D79BA}"/>
              </a:ext>
            </a:extLst>
          </p:cNvPr>
          <p:cNvSpPr>
            <a:spLocks noGrp="1"/>
          </p:cNvSpPr>
          <p:nvPr>
            <p:ph type="title"/>
          </p:nvPr>
        </p:nvSpPr>
        <p:spPr>
          <a:xfrm>
            <a:off x="1833563" y="1878613"/>
            <a:ext cx="6833366" cy="1874852"/>
          </a:xfrm>
        </p:spPr>
        <p:txBody>
          <a:bodyPr>
            <a:normAutofit/>
          </a:bodyPr>
          <a:lstStyle/>
          <a:p>
            <a:r>
              <a:rPr lang="en-US" dirty="0"/>
              <a:t>What is Digitalization?</a:t>
            </a:r>
          </a:p>
        </p:txBody>
      </p:sp>
    </p:spTree>
    <p:extLst>
      <p:ext uri="{BB962C8B-B14F-4D97-AF65-F5344CB8AC3E}">
        <p14:creationId xmlns:p14="http://schemas.microsoft.com/office/powerpoint/2010/main" val="3710936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Digitalization</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3998912"/>
          </a:xfrm>
        </p:spPr>
        <p:txBody>
          <a:bodyPr>
            <a:normAutofit/>
          </a:bodyPr>
          <a:lstStyle/>
          <a:p>
            <a:pPr marL="457200" indent="-457200">
              <a:buFont typeface="+mj-lt"/>
              <a:buAutoNum type="arabicPeriod"/>
            </a:pPr>
            <a:r>
              <a:rPr lang="en-US" sz="2400" dirty="0">
                <a:latin typeface="IntelOne Text Light" panose="020B0403020203020204" pitchFamily="34" charset="0"/>
              </a:rPr>
              <a:t>What is digitalization?</a:t>
            </a:r>
          </a:p>
          <a:p>
            <a:pPr marL="457200" indent="-457200">
              <a:buFont typeface="+mj-lt"/>
              <a:buAutoNum type="arabicPeriod"/>
            </a:pPr>
            <a:r>
              <a:rPr lang="en-US" sz="2400" dirty="0">
                <a:latin typeface="IntelOne Text Light" panose="020B0403020203020204" pitchFamily="34" charset="0"/>
              </a:rPr>
              <a:t>Digitalization vs digitized</a:t>
            </a:r>
          </a:p>
          <a:p>
            <a:pPr marL="457200" indent="-457200">
              <a:buFont typeface="+mj-lt"/>
              <a:buAutoNum type="arabicPeriod"/>
            </a:pPr>
            <a:r>
              <a:rPr lang="en-US" sz="2400" dirty="0">
                <a:latin typeface="IntelOne Text Light" panose="020B0403020203020204" pitchFamily="34" charset="0"/>
              </a:rPr>
              <a:t>Why digitalization?</a:t>
            </a:r>
            <a:endParaRPr lang="en-US" dirty="0"/>
          </a:p>
          <a:p>
            <a:pPr marL="457200" indent="-457200">
              <a:buFont typeface="+mj-lt"/>
              <a:buAutoNum type="arabicPeriod"/>
            </a:pPr>
            <a:r>
              <a:rPr lang="en-US" sz="2400" dirty="0">
                <a:latin typeface="IntelOne Text Light" panose="020B0403020203020204" pitchFamily="34" charset="0"/>
              </a:rPr>
              <a:t>How to create successful digitalization?</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Tree>
    <p:extLst>
      <p:ext uri="{BB962C8B-B14F-4D97-AF65-F5344CB8AC3E}">
        <p14:creationId xmlns:p14="http://schemas.microsoft.com/office/powerpoint/2010/main" val="673708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What is Digitalization?</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3998912"/>
          </a:xfrm>
        </p:spPr>
        <p:txBody>
          <a:bodyPr>
            <a:normAutofit/>
          </a:bodyPr>
          <a:lstStyle/>
          <a:p>
            <a:pPr algn="just"/>
            <a:r>
              <a:rPr lang="en-US" sz="2400" dirty="0">
                <a:latin typeface="IntelOne Text Light" panose="020B0403020203020204" pitchFamily="34" charset="0"/>
              </a:rPr>
              <a:t>“Digitalization is the conversion of </a:t>
            </a:r>
            <a:r>
              <a:rPr lang="en-US" sz="2400" b="1" i="1" dirty="0">
                <a:solidFill>
                  <a:schemeClr val="accent1"/>
                </a:solidFill>
                <a:latin typeface="IntelOne Text Light" panose="020B0403020203020204" pitchFamily="34" charset="0"/>
              </a:rPr>
              <a:t>written and oral communication</a:t>
            </a:r>
            <a:r>
              <a:rPr lang="en-US" sz="2400" b="1" i="1" dirty="0">
                <a:latin typeface="IntelOne Text Light" panose="020B0403020203020204" pitchFamily="34" charset="0"/>
              </a:rPr>
              <a:t> </a:t>
            </a:r>
            <a:r>
              <a:rPr lang="en-US" sz="2400" dirty="0">
                <a:latin typeface="IntelOne Text Light" panose="020B0403020203020204" pitchFamily="34" charset="0"/>
              </a:rPr>
              <a:t>to electronic messaging that everyone understands.”</a:t>
            </a:r>
          </a:p>
          <a:p>
            <a:pPr algn="just"/>
            <a:endParaRPr lang="en-US" dirty="0"/>
          </a:p>
          <a:p>
            <a:pPr algn="just"/>
            <a:r>
              <a:rPr lang="en-US" dirty="0"/>
              <a:t>Simply put, communication is now in a digital form that can be processed and manipulated by a computer. We can gain new insights and make informed decisions using this data.</a:t>
            </a:r>
            <a:endParaRPr lang="en-US" sz="2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6" name="Content Placeholder 2">
            <a:extLst>
              <a:ext uri="{FF2B5EF4-FFF2-40B4-BE49-F238E27FC236}">
                <a16:creationId xmlns:a16="http://schemas.microsoft.com/office/drawing/2014/main" id="{896EC7F4-97FA-411F-9DD0-5A678C6D98A0}"/>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effectLst/>
                <a:uLnTx/>
                <a:uFillTx/>
                <a:latin typeface="IntelOne Text" panose="020B0503020203020204" pitchFamily="34" charset="77"/>
              </a:rPr>
              <a:t>The Definition</a:t>
            </a:r>
          </a:p>
        </p:txBody>
      </p:sp>
      <p:sp>
        <p:nvSpPr>
          <p:cNvPr id="11" name="TextBox 10" descr="source">
            <a:extLst>
              <a:ext uri="{FF2B5EF4-FFF2-40B4-BE49-F238E27FC236}">
                <a16:creationId xmlns:a16="http://schemas.microsoft.com/office/drawing/2014/main" id="{30EDC645-729E-4E76-B143-6C07CADCC542}"/>
              </a:ext>
            </a:extLst>
          </p:cNvPr>
          <p:cNvSpPr txBox="1"/>
          <p:nvPr/>
        </p:nvSpPr>
        <p:spPr>
          <a:xfrm>
            <a:off x="381000" y="6209556"/>
            <a:ext cx="9797554"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indent="0">
              <a:buFont typeface="Arial" panose="020B0604020202020204" pitchFamily="34" charset="0"/>
              <a:buNone/>
            </a:pPr>
            <a:r>
              <a:rPr lang="en-US" sz="1000" dirty="0" err="1">
                <a:latin typeface="IntelOne Text Light" panose="020B0403020203020204" pitchFamily="34" charset="0"/>
              </a:rPr>
              <a:t>Digitalisation</a:t>
            </a:r>
            <a:r>
              <a:rPr lang="en-US" sz="1000" dirty="0">
                <a:latin typeface="IntelOne Text Light" panose="020B0403020203020204" pitchFamily="34" charset="0"/>
              </a:rPr>
              <a:t>: Why you should </a:t>
            </a:r>
            <a:r>
              <a:rPr lang="en-US" sz="1000" dirty="0" err="1">
                <a:latin typeface="IntelOne Text Light" panose="020B0403020203020204" pitchFamily="34" charset="0"/>
              </a:rPr>
              <a:t>digitalise</a:t>
            </a:r>
            <a:r>
              <a:rPr lang="en-US" sz="1000" dirty="0">
                <a:latin typeface="IntelOne Text Light" panose="020B0403020203020204" pitchFamily="34" charset="0"/>
              </a:rPr>
              <a:t> your business and how to succeed. Andreas </a:t>
            </a:r>
            <a:r>
              <a:rPr lang="en-US" sz="1000" dirty="0" err="1">
                <a:latin typeface="IntelOne Text Light" panose="020B0403020203020204" pitchFamily="34" charset="0"/>
              </a:rPr>
              <a:t>Grundsell</a:t>
            </a:r>
            <a:r>
              <a:rPr lang="en-US" sz="1000" dirty="0">
                <a:latin typeface="IntelOne Text Light" panose="020B0403020203020204" pitchFamily="34" charset="0"/>
              </a:rPr>
              <a:t>. February 18, 2021. </a:t>
            </a:r>
            <a:r>
              <a:rPr lang="en-US" sz="1000" dirty="0">
                <a:latin typeface="IntelOne Text Light" panose="020B0403020203020204" pitchFamily="34" charset="0"/>
                <a:hlinkClick r:id="rId3"/>
              </a:rPr>
              <a:t>https://www.pagero.com/blog/digitalisation-why-digitalise-your-business</a:t>
            </a:r>
            <a:endParaRPr lang="en-US" sz="1000" dirty="0">
              <a:latin typeface="IntelOne Text Light" panose="020B0403020203020204" pitchFamily="34" charset="0"/>
            </a:endParaRPr>
          </a:p>
        </p:txBody>
      </p:sp>
    </p:spTree>
    <p:extLst>
      <p:ext uri="{BB962C8B-B14F-4D97-AF65-F5344CB8AC3E}">
        <p14:creationId xmlns:p14="http://schemas.microsoft.com/office/powerpoint/2010/main" val="2553705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a:bodyPr>
          <a:lstStyle/>
          <a:p>
            <a:r>
              <a:rPr lang="en-SG" dirty="0"/>
              <a:t>There are two terminologies. Digitalization and Digitization. </a:t>
            </a:r>
            <a:br>
              <a:rPr lang="en-SG" dirty="0"/>
            </a:br>
            <a:r>
              <a:rPr lang="en-SG" dirty="0"/>
              <a:t>What are the differences?</a:t>
            </a:r>
            <a:endParaRPr lang="en-US" dirty="0"/>
          </a:p>
        </p:txBody>
      </p:sp>
    </p:spTree>
    <p:extLst>
      <p:ext uri="{BB962C8B-B14F-4D97-AF65-F5344CB8AC3E}">
        <p14:creationId xmlns:p14="http://schemas.microsoft.com/office/powerpoint/2010/main" val="4085241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Digitalization vs Digitization</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3998912"/>
          </a:xfrm>
        </p:spPr>
        <p:txBody>
          <a:bodyPr>
            <a:normAutofit/>
          </a:bodyPr>
          <a:lstStyle/>
          <a:p>
            <a:r>
              <a:rPr lang="en-US" sz="2400" dirty="0">
                <a:latin typeface="IntelOne Text Light" panose="020B0403020203020204" pitchFamily="34" charset="0"/>
              </a:rPr>
              <a:t>Before we proceed, let’s clear up the difference between </a:t>
            </a:r>
            <a:r>
              <a:rPr lang="en-US" sz="2400" b="1" i="1" dirty="0">
                <a:solidFill>
                  <a:schemeClr val="accent1"/>
                </a:solidFill>
                <a:latin typeface="IntelOne Text Light" panose="020B0403020203020204" pitchFamily="34" charset="0"/>
              </a:rPr>
              <a:t>digitalize</a:t>
            </a:r>
            <a:r>
              <a:rPr lang="en-US" sz="2400" dirty="0">
                <a:latin typeface="IntelOne Text Light" panose="020B0403020203020204" pitchFamily="34" charset="0"/>
              </a:rPr>
              <a:t> and </a:t>
            </a:r>
            <a:r>
              <a:rPr lang="en-US" sz="2400" b="1" i="1" dirty="0">
                <a:solidFill>
                  <a:schemeClr val="accent1"/>
                </a:solidFill>
                <a:latin typeface="IntelOne Text Light" panose="020B0403020203020204" pitchFamily="34" charset="0"/>
              </a:rPr>
              <a:t>digitize</a:t>
            </a:r>
          </a:p>
          <a:p>
            <a:pPr marL="457200" indent="-457200">
              <a:buFont typeface="+mj-lt"/>
              <a:buAutoNum type="arabicPeriod"/>
            </a:pPr>
            <a:r>
              <a:rPr lang="en-US" sz="2400" dirty="0">
                <a:solidFill>
                  <a:schemeClr val="accent1"/>
                </a:solidFill>
                <a:latin typeface="IntelOne Text Light" panose="020B0403020203020204" pitchFamily="34" charset="0"/>
              </a:rPr>
              <a:t>To</a:t>
            </a:r>
            <a:r>
              <a:rPr lang="en-US" sz="2400" dirty="0">
                <a:solidFill>
                  <a:srgbClr val="3A6E94"/>
                </a:solidFill>
                <a:latin typeface="IntelOne Text Light" panose="020B0403020203020204" pitchFamily="34" charset="0"/>
              </a:rPr>
              <a:t> </a:t>
            </a:r>
            <a:r>
              <a:rPr lang="en-US" sz="2400" dirty="0">
                <a:solidFill>
                  <a:schemeClr val="accent1"/>
                </a:solidFill>
                <a:latin typeface="IntelOne Text Light" panose="020B0403020203020204" pitchFamily="34" charset="0"/>
              </a:rPr>
              <a:t>digitalize</a:t>
            </a:r>
            <a:r>
              <a:rPr lang="en-US" sz="2400" dirty="0">
                <a:solidFill>
                  <a:srgbClr val="3A6E94"/>
                </a:solidFill>
                <a:latin typeface="IntelOne Text Light" panose="020B0403020203020204" pitchFamily="34" charset="0"/>
              </a:rPr>
              <a:t> </a:t>
            </a:r>
            <a:r>
              <a:rPr lang="en-US" sz="2400" dirty="0">
                <a:latin typeface="IntelOne Text Light" panose="020B0403020203020204" pitchFamily="34" charset="0"/>
              </a:rPr>
              <a:t>is to transform the entire business using digital processes </a:t>
            </a:r>
            <a:endParaRPr lang="en-US" dirty="0"/>
          </a:p>
          <a:p>
            <a:pPr marL="1260475" lvl="1" indent="-457200"/>
            <a:r>
              <a:rPr lang="en-US" dirty="0">
                <a:latin typeface="IntelOne Text Light" panose="020B0403020203020204" pitchFamily="34" charset="0"/>
              </a:rPr>
              <a:t>E.g., using SAP software to handle company’s financial documents digitally</a:t>
            </a:r>
          </a:p>
          <a:p>
            <a:pPr marL="1260475" lvl="1" indent="-457200"/>
            <a:r>
              <a:rPr lang="en-US" dirty="0">
                <a:latin typeface="IntelOne Text Light" panose="020B0403020203020204" pitchFamily="34" charset="0"/>
              </a:rPr>
              <a:t>Data is readily usable in digital format</a:t>
            </a:r>
            <a:endParaRPr lang="en-US" dirty="0"/>
          </a:p>
          <a:p>
            <a:pPr marL="457200" indent="-457200">
              <a:buFont typeface="+mj-lt"/>
              <a:buAutoNum type="arabicPeriod"/>
            </a:pPr>
            <a:r>
              <a:rPr lang="en-US" sz="2400" dirty="0">
                <a:solidFill>
                  <a:schemeClr val="accent1"/>
                </a:solidFill>
                <a:latin typeface="IntelOne Text Light" panose="020B0403020203020204" pitchFamily="34" charset="0"/>
              </a:rPr>
              <a:t>To</a:t>
            </a:r>
            <a:r>
              <a:rPr lang="en-US" sz="2400" dirty="0">
                <a:solidFill>
                  <a:srgbClr val="3A6E94"/>
                </a:solidFill>
                <a:latin typeface="IntelOne Text Light" panose="020B0403020203020204" pitchFamily="34" charset="0"/>
              </a:rPr>
              <a:t> </a:t>
            </a:r>
            <a:r>
              <a:rPr lang="en-US" sz="2400" dirty="0">
                <a:solidFill>
                  <a:schemeClr val="accent1"/>
                </a:solidFill>
                <a:latin typeface="IntelOne Text Light" panose="020B0403020203020204" pitchFamily="34" charset="0"/>
              </a:rPr>
              <a:t>digitize</a:t>
            </a:r>
            <a:r>
              <a:rPr lang="en-US" sz="2400" dirty="0">
                <a:solidFill>
                  <a:srgbClr val="3A6E94"/>
                </a:solidFill>
                <a:latin typeface="IntelOne Text Light" panose="020B0403020203020204" pitchFamily="34" charset="0"/>
              </a:rPr>
              <a:t> </a:t>
            </a:r>
            <a:r>
              <a:rPr lang="en-US" sz="2400" dirty="0">
                <a:latin typeface="IntelOne Text Light" panose="020B0403020203020204" pitchFamily="34" charset="0"/>
              </a:rPr>
              <a:t>refers to conversion from a physical format into a digital one </a:t>
            </a:r>
          </a:p>
          <a:p>
            <a:pPr marL="1260475" lvl="1" indent="-457200"/>
            <a:r>
              <a:rPr lang="en-US" dirty="0">
                <a:latin typeface="IntelOne Text Light" panose="020B0403020203020204" pitchFamily="34" charset="0"/>
              </a:rPr>
              <a:t>E.g., scanning a paper invoice and creating a PDF document</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8" name="Content Placeholder 2">
            <a:extLst>
              <a:ext uri="{FF2B5EF4-FFF2-40B4-BE49-F238E27FC236}">
                <a16:creationId xmlns:a16="http://schemas.microsoft.com/office/drawing/2014/main" id="{BEB9A30C-4C38-424E-9AF2-1CECF7CFF2F9}"/>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Let’s understand the differences</a:t>
            </a:r>
          </a:p>
        </p:txBody>
      </p:sp>
    </p:spTree>
    <p:extLst>
      <p:ext uri="{BB962C8B-B14F-4D97-AF65-F5344CB8AC3E}">
        <p14:creationId xmlns:p14="http://schemas.microsoft.com/office/powerpoint/2010/main" val="970976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Why Digitalization?</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381000" y="1892640"/>
            <a:ext cx="5664201" cy="3998912"/>
          </a:xfrm>
        </p:spPr>
        <p:txBody>
          <a:bodyPr>
            <a:normAutofit lnSpcReduction="10000"/>
          </a:bodyPr>
          <a:lstStyle/>
          <a:p>
            <a:endParaRPr lang="en-US" dirty="0"/>
          </a:p>
          <a:p>
            <a:pPr marL="457200" indent="-457200">
              <a:buFont typeface="+mj-lt"/>
              <a:buAutoNum type="arabicPeriod"/>
            </a:pPr>
            <a:r>
              <a:rPr lang="en-US" dirty="0"/>
              <a:t>Disrupting the industry. E.g., Uber vs taxi.</a:t>
            </a:r>
          </a:p>
          <a:p>
            <a:pPr marL="457200" indent="-457200">
              <a:buFont typeface="+mj-lt"/>
              <a:buAutoNum type="arabicPeriod"/>
            </a:pPr>
            <a:r>
              <a:rPr lang="en-US" dirty="0"/>
              <a:t>Improving efficiency as compared to manual work. E.g., sorting through millions of transactions easily using software.</a:t>
            </a:r>
            <a:endParaRPr lang="en-US" sz="2400" dirty="0">
              <a:latin typeface="IntelOne Text Light" panose="020B0403020203020204" pitchFamily="34" charset="0"/>
            </a:endParaRPr>
          </a:p>
          <a:p>
            <a:pPr marL="457200" indent="-457200">
              <a:buFont typeface="+mj-lt"/>
              <a:buAutoNum type="arabicPeriod"/>
            </a:pPr>
            <a:r>
              <a:rPr lang="en-US" sz="2400" dirty="0">
                <a:latin typeface="IntelOne Text Light" panose="020B0403020203020204" pitchFamily="34" charset="0"/>
              </a:rPr>
              <a:t>Improving user experience. E.g., concept table of using interactive AR at Pizza Hut while waiting for food.</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5" name="Online Media 4" title="Pizza Hut - Chaotic Moon Studios Interactive Concept Table">
            <a:hlinkClick r:id="" action="ppaction://media"/>
            <a:extLst>
              <a:ext uri="{FF2B5EF4-FFF2-40B4-BE49-F238E27FC236}">
                <a16:creationId xmlns:a16="http://schemas.microsoft.com/office/drawing/2014/main" id="{55774FDD-A9AC-44FC-93F4-74659BA92A34}"/>
              </a:ext>
            </a:extLst>
          </p:cNvPr>
          <p:cNvPicPr>
            <a:picLocks noRot="1" noChangeAspect="1"/>
          </p:cNvPicPr>
          <p:nvPr>
            <a:videoFile r:link="rId1"/>
          </p:nvPr>
        </p:nvPicPr>
        <p:blipFill>
          <a:blip r:embed="rId4"/>
          <a:stretch>
            <a:fillRect/>
          </a:stretch>
        </p:blipFill>
        <p:spPr>
          <a:xfrm>
            <a:off x="6570700" y="3250258"/>
            <a:ext cx="4978362" cy="2812774"/>
          </a:xfrm>
          <a:prstGeom prst="rect">
            <a:avLst/>
          </a:prstGeom>
        </p:spPr>
      </p:pic>
      <p:sp>
        <p:nvSpPr>
          <p:cNvPr id="6" name="Content Placeholder 2">
            <a:extLst>
              <a:ext uri="{FF2B5EF4-FFF2-40B4-BE49-F238E27FC236}">
                <a16:creationId xmlns:a16="http://schemas.microsoft.com/office/drawing/2014/main" id="{A80C680D-F206-4C3E-A171-763D9E6F08C3}"/>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The benefits include:</a:t>
            </a:r>
          </a:p>
        </p:txBody>
      </p:sp>
      <p:sp>
        <p:nvSpPr>
          <p:cNvPr id="7" name="TextBox 6" descr="source">
            <a:extLst>
              <a:ext uri="{FF2B5EF4-FFF2-40B4-BE49-F238E27FC236}">
                <a16:creationId xmlns:a16="http://schemas.microsoft.com/office/drawing/2014/main" id="{1F528B11-2FEF-4864-A645-AF5AD38DE768}"/>
              </a:ext>
            </a:extLst>
          </p:cNvPr>
          <p:cNvSpPr txBox="1"/>
          <p:nvPr/>
        </p:nvSpPr>
        <p:spPr>
          <a:xfrm>
            <a:off x="381000" y="6209556"/>
            <a:ext cx="7963719"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indent="0">
              <a:buFont typeface="Arial" panose="020B0604020202020204" pitchFamily="34" charset="0"/>
              <a:buNone/>
            </a:pPr>
            <a:r>
              <a:rPr lang="en-US" sz="1000" dirty="0">
                <a:latin typeface="IntelOne Text Light" panose="020B0403020203020204" pitchFamily="34" charset="0"/>
              </a:rPr>
              <a:t>[Video] Pizza Hut - Chaotic Moon Studios Interactive Concept Table. </a:t>
            </a:r>
            <a:r>
              <a:rPr lang="en-US" sz="1000" dirty="0" err="1">
                <a:latin typeface="IntelOne Text Light" panose="020B0403020203020204" pitchFamily="34" charset="0"/>
              </a:rPr>
              <a:t>Yourdailyfunvideos</a:t>
            </a:r>
            <a:r>
              <a:rPr lang="en-US" sz="1000" dirty="0">
                <a:latin typeface="IntelOne Text Light" panose="020B0403020203020204" pitchFamily="34" charset="0"/>
              </a:rPr>
              <a:t>. Mar 6, 2014. </a:t>
            </a:r>
            <a:r>
              <a:rPr lang="en-US" sz="1000" dirty="0">
                <a:latin typeface="IntelOne Text Light" panose="020B0403020203020204" pitchFamily="34" charset="0"/>
                <a:hlinkClick r:id="rId5"/>
              </a:rPr>
              <a:t>https://www.youtube.com/watch?v=UzRZRyPReJk</a:t>
            </a:r>
            <a:r>
              <a:rPr lang="en-US" sz="1000" dirty="0">
                <a:latin typeface="IntelOne Text Light" panose="020B0403020203020204" pitchFamily="34" charset="0"/>
              </a:rPr>
              <a:t> </a:t>
            </a:r>
          </a:p>
        </p:txBody>
      </p:sp>
    </p:spTree>
    <p:extLst>
      <p:ext uri="{BB962C8B-B14F-4D97-AF65-F5344CB8AC3E}">
        <p14:creationId xmlns:p14="http://schemas.microsoft.com/office/powerpoint/2010/main" val="3657642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fill="hold" display="0">
                  <p:stCondLst>
                    <p:cond delay="indefinite"/>
                  </p:stCondLst>
                </p:cTn>
                <p:tgtEl>
                  <p:spTgt spid="5"/>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Why Digitalization?</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359326"/>
            <a:ext cx="5664201" cy="3998912"/>
          </a:xfrm>
        </p:spPr>
        <p:txBody>
          <a:bodyPr>
            <a:normAutofit/>
          </a:bodyPr>
          <a:lstStyle/>
          <a:p>
            <a:pPr marL="457200" indent="-457200">
              <a:buFont typeface="+mj-lt"/>
              <a:buAutoNum type="arabicPeriod" startAt="4"/>
            </a:pPr>
            <a:r>
              <a:rPr lang="en-US" sz="2400" dirty="0">
                <a:latin typeface="IntelOne Text Light" panose="020B0403020203020204" pitchFamily="34" charset="0"/>
              </a:rPr>
              <a:t>Increasing customer base. More customers accessing the website through mobile.</a:t>
            </a:r>
          </a:p>
          <a:p>
            <a:pPr marL="457200" indent="-457200">
              <a:buFont typeface="+mj-lt"/>
              <a:buAutoNum type="arabicPeriod" startAt="4"/>
            </a:pPr>
            <a:r>
              <a:rPr lang="en-US" sz="2400" dirty="0">
                <a:latin typeface="IntelOne Text Light" panose="020B0403020203020204" pitchFamily="34" charset="0"/>
              </a:rPr>
              <a:t>Utilizing new tech. E.g., Amazon use AI to predict customer behavior.</a:t>
            </a:r>
          </a:p>
          <a:p>
            <a:pPr marL="457200" indent="-457200">
              <a:buFont typeface="+mj-lt"/>
              <a:buAutoNum type="arabicPeriod" startAt="4"/>
            </a:pPr>
            <a:r>
              <a:rPr lang="en-US" sz="2400" dirty="0">
                <a:latin typeface="IntelOne Text Light" panose="020B0403020203020204" pitchFamily="34" charset="0"/>
              </a:rPr>
              <a:t>Having higher process efficiency, lower transaction costs, and better control.</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7BA24FEA-B8C6-4316-901D-EEDD0A37B9B4}"/>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The benefits include:</a:t>
            </a:r>
          </a:p>
        </p:txBody>
      </p:sp>
      <p:pic>
        <p:nvPicPr>
          <p:cNvPr id="6" name="Picture 7" descr="Diagram">
            <a:extLst>
              <a:ext uri="{FF2B5EF4-FFF2-40B4-BE49-F238E27FC236}">
                <a16:creationId xmlns:a16="http://schemas.microsoft.com/office/drawing/2014/main" id="{5475B3B3-260D-5144-5413-0B6937B806D4}"/>
              </a:ext>
            </a:extLst>
          </p:cNvPr>
          <p:cNvPicPr>
            <a:picLocks noChangeAspect="1"/>
          </p:cNvPicPr>
          <p:nvPr/>
        </p:nvPicPr>
        <p:blipFill>
          <a:blip r:embed="rId3"/>
          <a:stretch>
            <a:fillRect/>
          </a:stretch>
        </p:blipFill>
        <p:spPr>
          <a:xfrm>
            <a:off x="6345161" y="2303175"/>
            <a:ext cx="4775200" cy="2336316"/>
          </a:xfrm>
          <a:prstGeom prst="rect">
            <a:avLst/>
          </a:prstGeom>
        </p:spPr>
      </p:pic>
      <p:sp>
        <p:nvSpPr>
          <p:cNvPr id="8" name="TextBox 7">
            <a:extLst>
              <a:ext uri="{FF2B5EF4-FFF2-40B4-BE49-F238E27FC236}">
                <a16:creationId xmlns:a16="http://schemas.microsoft.com/office/drawing/2014/main" id="{5055B8B1-CF10-AF81-9E19-65A377F835A5}"/>
              </a:ext>
            </a:extLst>
          </p:cNvPr>
          <p:cNvSpPr txBox="1"/>
          <p:nvPr/>
        </p:nvSpPr>
        <p:spPr>
          <a:xfrm>
            <a:off x="6962742" y="6233756"/>
            <a:ext cx="624139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800" dirty="0">
                <a:latin typeface="IntelOne Text Light"/>
                <a:ea typeface="+mn-lt"/>
                <a:cs typeface="+mn-lt"/>
              </a:rPr>
              <a:t>https://rencore.com/wp/wp-content/uploads/2020/01/Rise-of-digital-economy_PostBanner.png</a:t>
            </a:r>
            <a:endParaRPr lang="en-US" sz="800">
              <a:latin typeface="IntelOne Text Light"/>
            </a:endParaRPr>
          </a:p>
        </p:txBody>
      </p:sp>
    </p:spTree>
    <p:extLst>
      <p:ext uri="{BB962C8B-B14F-4D97-AF65-F5344CB8AC3E}">
        <p14:creationId xmlns:p14="http://schemas.microsoft.com/office/powerpoint/2010/main" val="74660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Why Digitalization?</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18095"/>
            <a:ext cx="9534677" cy="3998912"/>
          </a:xfrm>
        </p:spPr>
        <p:txBody>
          <a:bodyPr>
            <a:normAutofit/>
          </a:bodyPr>
          <a:lstStyle/>
          <a:p>
            <a:pPr marL="457200" indent="-457200">
              <a:buFont typeface="+mj-lt"/>
              <a:buAutoNum type="arabicPeriod" startAt="7"/>
            </a:pPr>
            <a:r>
              <a:rPr lang="en-US" sz="2400" dirty="0">
                <a:latin typeface="IntelOne Text Light" panose="020B0403020203020204" pitchFamily="34" charset="0"/>
              </a:rPr>
              <a:t>Integrating conventional digitized record system.</a:t>
            </a:r>
          </a:p>
          <a:p>
            <a:pPr marL="457200" indent="-457200">
              <a:buFont typeface="+mj-lt"/>
              <a:buAutoNum type="arabicPeriod" startAt="7"/>
            </a:pPr>
            <a:r>
              <a:rPr lang="en-US" sz="2400" dirty="0">
                <a:latin typeface="IntelOne Text Light" panose="020B0403020203020204" pitchFamily="34" charset="0"/>
              </a:rPr>
              <a:t>Improving accessibility and better information exchange.</a:t>
            </a:r>
            <a:endParaRPr lang="en-US" dirty="0"/>
          </a:p>
          <a:p>
            <a:pPr marL="457200" indent="-457200">
              <a:buFont typeface="+mj-lt"/>
              <a:buAutoNum type="arabicPeriod" startAt="7"/>
            </a:pPr>
            <a:r>
              <a:rPr lang="en-US" sz="2400" dirty="0">
                <a:latin typeface="IntelOne Text Light" panose="020B0403020203020204" pitchFamily="34" charset="0"/>
              </a:rPr>
              <a:t>Increasing response time as dat</a:t>
            </a:r>
            <a:r>
              <a:rPr lang="en-US" dirty="0"/>
              <a:t>a is readily searchable.</a:t>
            </a:r>
            <a:endParaRPr lang="en-US" sz="2400" dirty="0">
              <a:latin typeface="IntelOne Text Light" panose="020B0403020203020204" pitchFamily="34" charset="0"/>
            </a:endParaRPr>
          </a:p>
          <a:p>
            <a:pPr marL="457200" indent="-457200">
              <a:buFont typeface="+mj-lt"/>
              <a:buAutoNum type="arabicPeriod" startAt="7"/>
            </a:pPr>
            <a:r>
              <a:rPr lang="en-US" sz="2400" dirty="0">
                <a:latin typeface="IntelOne Text Light" panose="020B0403020203020204" pitchFamily="34" charset="0"/>
              </a:rPr>
              <a:t>Having the ability to take advantage of analytics.</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15F4D22A-2E00-43BD-BDB3-45390416A686}"/>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The benefits include:</a:t>
            </a:r>
          </a:p>
        </p:txBody>
      </p:sp>
    </p:spTree>
    <p:extLst>
      <p:ext uri="{BB962C8B-B14F-4D97-AF65-F5344CB8AC3E}">
        <p14:creationId xmlns:p14="http://schemas.microsoft.com/office/powerpoint/2010/main" val="2990137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a:bodyPr>
          <a:lstStyle/>
          <a:p>
            <a:r>
              <a:rPr lang="en-SG" dirty="0"/>
              <a:t>We have gone through its benefits. </a:t>
            </a:r>
            <a:br>
              <a:rPr lang="en-SG" dirty="0"/>
            </a:br>
            <a:r>
              <a:rPr lang="en-SG" dirty="0"/>
              <a:t>How do we implement a good digitalization strategy?</a:t>
            </a:r>
            <a:endParaRPr lang="en-US" dirty="0"/>
          </a:p>
        </p:txBody>
      </p:sp>
    </p:spTree>
    <p:extLst>
      <p:ext uri="{BB962C8B-B14F-4D97-AF65-F5344CB8AC3E}">
        <p14:creationId xmlns:p14="http://schemas.microsoft.com/office/powerpoint/2010/main" val="1335617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 uri="{C183D7F6-B498-43B3-948B-1728B52AA6E4}">
                <adec:decorative xmlns:adec="http://schemas.microsoft.com/office/drawing/2017/decorative" val="0"/>
              </a:ext>
            </a:extLst>
          </p:cNvPr>
          <p:cNvSpPr>
            <a:spLocks noGrp="1"/>
          </p:cNvSpPr>
          <p:nvPr>
            <p:ph type="title"/>
          </p:nvPr>
        </p:nvSpPr>
        <p:spPr/>
        <p:txBody>
          <a:bodyPr/>
          <a:lstStyle/>
          <a:p>
            <a:r>
              <a:rPr lang="en-US" dirty="0">
                <a:solidFill>
                  <a:srgbClr val="000000"/>
                </a:solidFill>
              </a:rPr>
              <a:t>How to Create a Successful Digitalization Strategy?</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9" name="Content Placeholder 2">
            <a:extLst>
              <a:ext uri="{FF2B5EF4-FFF2-40B4-BE49-F238E27FC236}">
                <a16:creationId xmlns:a16="http://schemas.microsoft.com/office/drawing/2014/main" id="{604E22CE-41A0-4984-949B-93DC3938E321}"/>
              </a:ext>
            </a:extLst>
          </p:cNvPr>
          <p:cNvSpPr txBox="1">
            <a:spLocks/>
          </p:cNvSpPr>
          <p:nvPr/>
        </p:nvSpPr>
        <p:spPr>
          <a:xfrm>
            <a:off x="431800" y="1175844"/>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The necessary steps include:</a:t>
            </a:r>
          </a:p>
        </p:txBody>
      </p:sp>
      <p:sp>
        <p:nvSpPr>
          <p:cNvPr id="11" name="Text Placeholder 3">
            <a:extLst>
              <a:ext uri="{FF2B5EF4-FFF2-40B4-BE49-F238E27FC236}">
                <a16:creationId xmlns:a16="http://schemas.microsoft.com/office/drawing/2014/main" id="{05117301-0A60-4522-9E0A-F8FDDA4C775B}"/>
              </a:ext>
              <a:ext uri="{C183D7F6-B498-43B3-948B-1728B52AA6E4}">
                <adec:decorative xmlns:adec="http://schemas.microsoft.com/office/drawing/2017/decorative" val="1"/>
              </a:ext>
            </a:extLst>
          </p:cNvPr>
          <p:cNvSpPr txBox="1">
            <a:spLocks/>
          </p:cNvSpPr>
          <p:nvPr/>
        </p:nvSpPr>
        <p:spPr>
          <a:xfrm>
            <a:off x="4576208" y="3375024"/>
            <a:ext cx="2286000" cy="1107810"/>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ClrTx/>
              <a:buFont typeface="Arial" panose="020B0604020202020204" pitchFamily="34" charset="0"/>
              <a:buNone/>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1pPr>
            <a:lvl2pPr marL="803275" indent="-346075"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2pPr>
            <a:lvl3pPr marL="1143000" indent="-228600"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3pPr>
            <a:lvl4pPr marL="1600200" indent="-228600"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4pPr>
            <a:lvl5pPr marL="2057400" indent="-228600"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600" dirty="0"/>
          </a:p>
        </p:txBody>
      </p:sp>
      <p:sp>
        <p:nvSpPr>
          <p:cNvPr id="12" name="Text Placeholder 3">
            <a:extLst>
              <a:ext uri="{FF2B5EF4-FFF2-40B4-BE49-F238E27FC236}">
                <a16:creationId xmlns:a16="http://schemas.microsoft.com/office/drawing/2014/main" id="{D8223A81-E9AA-420A-8AD5-140A0FB38D1F}"/>
              </a:ext>
              <a:ext uri="{C183D7F6-B498-43B3-948B-1728B52AA6E4}">
                <adec:decorative xmlns:adec="http://schemas.microsoft.com/office/drawing/2017/decorative" val="1"/>
              </a:ext>
            </a:extLst>
          </p:cNvPr>
          <p:cNvSpPr txBox="1">
            <a:spLocks/>
          </p:cNvSpPr>
          <p:nvPr/>
        </p:nvSpPr>
        <p:spPr>
          <a:xfrm>
            <a:off x="8674944" y="4708372"/>
            <a:ext cx="2286000" cy="1107810"/>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ClrTx/>
              <a:buFont typeface="Arial" panose="020B0604020202020204" pitchFamily="34" charset="0"/>
              <a:buNone/>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1pPr>
            <a:lvl2pPr marL="803275" indent="-346075"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2pPr>
            <a:lvl3pPr marL="1143000" indent="-228600"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3pPr>
            <a:lvl4pPr marL="1600200" indent="-228600"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4pPr>
            <a:lvl5pPr marL="2057400" indent="-228600"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600" dirty="0"/>
          </a:p>
        </p:txBody>
      </p:sp>
      <p:sp>
        <p:nvSpPr>
          <p:cNvPr id="13" name="Text Placeholder 3">
            <a:extLst>
              <a:ext uri="{FF2B5EF4-FFF2-40B4-BE49-F238E27FC236}">
                <a16:creationId xmlns:a16="http://schemas.microsoft.com/office/drawing/2014/main" id="{0C19A37E-F8AC-4A7F-84B0-949D56E8F4D3}"/>
              </a:ext>
              <a:ext uri="{C183D7F6-B498-43B3-948B-1728B52AA6E4}">
                <adec:decorative xmlns:adec="http://schemas.microsoft.com/office/drawing/2017/decorative" val="1"/>
              </a:ext>
            </a:extLst>
          </p:cNvPr>
          <p:cNvSpPr txBox="1">
            <a:spLocks/>
          </p:cNvSpPr>
          <p:nvPr/>
        </p:nvSpPr>
        <p:spPr>
          <a:xfrm>
            <a:off x="436864" y="5524896"/>
            <a:ext cx="2286000" cy="1107810"/>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ClrTx/>
              <a:buFont typeface="Arial" panose="020B0604020202020204" pitchFamily="34" charset="0"/>
              <a:buNone/>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1pPr>
            <a:lvl2pPr marL="803275" indent="-346075"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2pPr>
            <a:lvl3pPr marL="1143000" indent="-228600"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3pPr>
            <a:lvl4pPr marL="1600200" indent="-228600"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4pPr>
            <a:lvl5pPr marL="2057400" indent="-228600"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600" dirty="0"/>
          </a:p>
        </p:txBody>
      </p:sp>
      <p:sp>
        <p:nvSpPr>
          <p:cNvPr id="14" name="Text Placeholder 3">
            <a:extLst>
              <a:ext uri="{FF2B5EF4-FFF2-40B4-BE49-F238E27FC236}">
                <a16:creationId xmlns:a16="http://schemas.microsoft.com/office/drawing/2014/main" id="{7EDC345B-6A57-4C6D-B620-1F00AD83B1C4}"/>
              </a:ext>
              <a:ext uri="{C183D7F6-B498-43B3-948B-1728B52AA6E4}">
                <adec:decorative xmlns:adec="http://schemas.microsoft.com/office/drawing/2017/decorative" val="1"/>
              </a:ext>
            </a:extLst>
          </p:cNvPr>
          <p:cNvSpPr txBox="1">
            <a:spLocks/>
          </p:cNvSpPr>
          <p:nvPr/>
        </p:nvSpPr>
        <p:spPr>
          <a:xfrm>
            <a:off x="4555904" y="5524896"/>
            <a:ext cx="2286000" cy="1107810"/>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ClrTx/>
              <a:buFont typeface="Arial" panose="020B0604020202020204" pitchFamily="34" charset="0"/>
              <a:buNone/>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1pPr>
            <a:lvl2pPr marL="803275" indent="-346075"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2pPr>
            <a:lvl3pPr marL="1143000" indent="-228600"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3pPr>
            <a:lvl4pPr marL="1600200" indent="-228600"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4pPr>
            <a:lvl5pPr marL="2057400" indent="-228600" algn="l" defTabSz="914400" rtl="0" eaLnBrk="1" latinLnBrk="0" hangingPunct="1">
              <a:lnSpc>
                <a:spcPct val="90000"/>
              </a:lnSpc>
              <a:spcBef>
                <a:spcPts val="500"/>
              </a:spcBef>
              <a:buClrTx/>
              <a:buFont typeface="Arial" panose="020B0604020202020204" pitchFamily="34" charset="0"/>
              <a:buChar char="•"/>
              <a:defRPr sz="2400" kern="12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600" dirty="0"/>
          </a:p>
        </p:txBody>
      </p:sp>
      <p:graphicFrame>
        <p:nvGraphicFramePr>
          <p:cNvPr id="4" name="Diagram 5" descr="A diagram">
            <a:extLst>
              <a:ext uri="{FF2B5EF4-FFF2-40B4-BE49-F238E27FC236}">
                <a16:creationId xmlns:a16="http://schemas.microsoft.com/office/drawing/2014/main" id="{808F5C70-0BAC-3707-B357-CAD7C7F4543E}"/>
              </a:ext>
            </a:extLst>
          </p:cNvPr>
          <p:cNvGraphicFramePr/>
          <p:nvPr>
            <p:extLst>
              <p:ext uri="{D42A27DB-BD31-4B8C-83A1-F6EECF244321}">
                <p14:modId xmlns:p14="http://schemas.microsoft.com/office/powerpoint/2010/main" val="3183204415"/>
              </p:ext>
            </p:extLst>
          </p:nvPr>
        </p:nvGraphicFramePr>
        <p:xfrm>
          <a:off x="616856" y="2047724"/>
          <a:ext cx="10401904" cy="40688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8022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531757-3929-4800-8AB5-88F7668D79BA}"/>
              </a:ext>
            </a:extLst>
          </p:cNvPr>
          <p:cNvSpPr>
            <a:spLocks noGrp="1"/>
          </p:cNvSpPr>
          <p:nvPr>
            <p:ph type="title"/>
          </p:nvPr>
        </p:nvSpPr>
        <p:spPr>
          <a:xfrm>
            <a:off x="1833563" y="1878613"/>
            <a:ext cx="6833366" cy="1874852"/>
          </a:xfrm>
        </p:spPr>
        <p:txBody>
          <a:bodyPr>
            <a:normAutofit/>
          </a:bodyPr>
          <a:lstStyle/>
          <a:p>
            <a:r>
              <a:rPr lang="en-US" dirty="0"/>
              <a:t>AI for Various Industries</a:t>
            </a:r>
          </a:p>
        </p:txBody>
      </p:sp>
    </p:spTree>
    <p:extLst>
      <p:ext uri="{BB962C8B-B14F-4D97-AF65-F5344CB8AC3E}">
        <p14:creationId xmlns:p14="http://schemas.microsoft.com/office/powerpoint/2010/main" val="3610872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a:bodyPr>
          <a:lstStyle/>
          <a:p>
            <a:r>
              <a:rPr lang="en-SG" dirty="0"/>
              <a:t>Do you remember, during Week 1, </a:t>
            </a:r>
            <a:br>
              <a:rPr lang="en-SG" dirty="0"/>
            </a:br>
            <a:r>
              <a:rPr lang="en-SG" dirty="0"/>
              <a:t>we went over</a:t>
            </a:r>
            <a:br>
              <a:rPr lang="en-SG" dirty="0"/>
            </a:br>
            <a:r>
              <a:rPr lang="en-SG" dirty="0"/>
              <a:t>AI examples in industries?</a:t>
            </a:r>
            <a:endParaRPr lang="en-US" dirty="0"/>
          </a:p>
        </p:txBody>
      </p:sp>
    </p:spTree>
    <p:extLst>
      <p:ext uri="{BB962C8B-B14F-4D97-AF65-F5344CB8AC3E}">
        <p14:creationId xmlns:p14="http://schemas.microsoft.com/office/powerpoint/2010/main" val="3294570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for Various Industries</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800" y="2159900"/>
            <a:ext cx="10515600" cy="4417324"/>
          </a:xfrm>
        </p:spPr>
        <p:txBody>
          <a:bodyPr>
            <a:normAutofit/>
          </a:bodyPr>
          <a:lstStyle/>
          <a:p>
            <a:pPr marL="342900" indent="-342900">
              <a:buFont typeface="Arial" panose="020B0604020202020204" pitchFamily="34" charset="0"/>
              <a:buChar char="•"/>
            </a:pPr>
            <a:r>
              <a:rPr lang="en-US" dirty="0"/>
              <a:t>What are the AI technologies you have seen or experienced? </a:t>
            </a:r>
          </a:p>
          <a:p>
            <a:pPr marL="342900" indent="-342900">
              <a:buFont typeface="Arial" panose="020B0604020202020204" pitchFamily="34" charset="0"/>
              <a:buChar char="•"/>
            </a:pPr>
            <a:r>
              <a:rPr lang="en-US" sz="2400" dirty="0">
                <a:latin typeface="IntelOne Text Light" panose="020B0403020203020204" pitchFamily="34" charset="0"/>
              </a:rPr>
              <a:t>How are they applicable to our lives?</a:t>
            </a:r>
          </a:p>
          <a:p>
            <a:pPr marL="342900" indent="-342900">
              <a:buFont typeface="Arial" panose="020B0604020202020204" pitchFamily="34" charset="0"/>
              <a:buChar char="•"/>
            </a:pPr>
            <a:r>
              <a:rPr lang="en-US" dirty="0"/>
              <a:t>What improvements do you think these technologies require?</a:t>
            </a:r>
            <a:endParaRPr lang="en-US" sz="2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6" name="Content Placeholder 2">
            <a:extLst>
              <a:ext uri="{FF2B5EF4-FFF2-40B4-BE49-F238E27FC236}">
                <a16:creationId xmlns:a16="http://schemas.microsoft.com/office/drawing/2014/main" id="{3B57A220-C9E5-4A27-B79F-E87D697ECF0A}"/>
              </a:ext>
            </a:extLst>
          </p:cNvPr>
          <p:cNvSpPr txBox="1">
            <a:spLocks/>
          </p:cNvSpPr>
          <p:nvPr/>
        </p:nvSpPr>
        <p:spPr>
          <a:xfrm>
            <a:off x="431799" y="144383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Let’s discuss</a:t>
            </a:r>
          </a:p>
        </p:txBody>
      </p:sp>
    </p:spTree>
    <p:extLst>
      <p:ext uri="{BB962C8B-B14F-4D97-AF65-F5344CB8AC3E}">
        <p14:creationId xmlns:p14="http://schemas.microsoft.com/office/powerpoint/2010/main" val="4096308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a:bodyPr>
          <a:lstStyle/>
          <a:p>
            <a:r>
              <a:rPr lang="en-SG" dirty="0"/>
              <a:t>Let’s look into them more closely.</a:t>
            </a:r>
            <a:endParaRPr lang="en-US" dirty="0"/>
          </a:p>
        </p:txBody>
      </p:sp>
    </p:spTree>
    <p:extLst>
      <p:ext uri="{BB962C8B-B14F-4D97-AF65-F5344CB8AC3E}">
        <p14:creationId xmlns:p14="http://schemas.microsoft.com/office/powerpoint/2010/main" val="4206443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for Various Industries</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417324"/>
          </a:xfrm>
        </p:spPr>
        <p:txBody>
          <a:bodyPr>
            <a:normAutofit/>
          </a:bodyPr>
          <a:lstStyle/>
          <a:p>
            <a:pPr marL="342900" indent="-342900">
              <a:buFont typeface="Arial" panose="020B0604020202020204" pitchFamily="34" charset="0"/>
              <a:buChar char="•"/>
            </a:pPr>
            <a:r>
              <a:rPr lang="en-US" sz="2400" dirty="0">
                <a:latin typeface="IntelOne Text Light" panose="020B0403020203020204" pitchFamily="34" charset="0"/>
              </a:rPr>
              <a:t>Retail</a:t>
            </a:r>
          </a:p>
          <a:p>
            <a:pPr marL="342900" indent="-342900">
              <a:buFont typeface="Arial" panose="020B0604020202020204" pitchFamily="34" charset="0"/>
              <a:buChar char="•"/>
            </a:pPr>
            <a:r>
              <a:rPr lang="en-US" sz="2400" dirty="0">
                <a:latin typeface="IntelOne Text Light" panose="020B0403020203020204" pitchFamily="34" charset="0"/>
              </a:rPr>
              <a:t>Agriculture</a:t>
            </a:r>
          </a:p>
          <a:p>
            <a:pPr marL="342900" indent="-342900">
              <a:buFont typeface="Arial" panose="020B0604020202020204" pitchFamily="34" charset="0"/>
              <a:buChar char="•"/>
            </a:pPr>
            <a:r>
              <a:rPr lang="en-US" dirty="0"/>
              <a:t>Healthcare</a:t>
            </a:r>
          </a:p>
          <a:p>
            <a:pPr marL="342900" indent="-342900">
              <a:buFont typeface="Arial" panose="020B0604020202020204" pitchFamily="34" charset="0"/>
              <a:buChar char="•"/>
            </a:pPr>
            <a:r>
              <a:rPr lang="en-US" dirty="0"/>
              <a:t>Manufacturing</a:t>
            </a:r>
          </a:p>
          <a:p>
            <a:pPr marL="342900" indent="-342900">
              <a:buFont typeface="Arial" panose="020B0604020202020204" pitchFamily="34" charset="0"/>
              <a:buChar char="•"/>
            </a:pPr>
            <a:r>
              <a:rPr lang="en-US" sz="2400" dirty="0">
                <a:latin typeface="IntelOne Text Light" panose="020B0403020203020204" pitchFamily="34" charset="0"/>
              </a:rPr>
              <a:t>Energy</a:t>
            </a:r>
          </a:p>
          <a:p>
            <a:pPr marL="342900" indent="-342900">
              <a:buFont typeface="Arial" panose="020B0604020202020204" pitchFamily="34" charset="0"/>
              <a:buChar char="•"/>
            </a:pPr>
            <a:r>
              <a:rPr lang="en-US" dirty="0"/>
              <a:t>Transportation</a:t>
            </a:r>
          </a:p>
          <a:p>
            <a:pPr marL="342900" indent="-342900">
              <a:buFont typeface="Arial" panose="020B0604020202020204" pitchFamily="34" charset="0"/>
              <a:buChar char="•"/>
            </a:pPr>
            <a:r>
              <a:rPr lang="en-US" dirty="0"/>
              <a:t>Education</a:t>
            </a:r>
          </a:p>
          <a:p>
            <a:pPr marL="342900" indent="-342900">
              <a:buFont typeface="Arial" panose="020B0604020202020204" pitchFamily="34" charset="0"/>
              <a:buChar char="•"/>
            </a:pPr>
            <a:r>
              <a:rPr lang="en-US" sz="2400" dirty="0">
                <a:latin typeface="IntelOne Text Light" panose="020B0403020203020204" pitchFamily="34" charset="0"/>
              </a:rPr>
              <a:t>Banking</a:t>
            </a:r>
            <a:endParaRPr lang="en-US" dirty="0"/>
          </a:p>
          <a:p>
            <a:pPr marL="342900" indent="-342900">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7" name="Content Placeholder 2">
            <a:extLst>
              <a:ext uri="{FF2B5EF4-FFF2-40B4-BE49-F238E27FC236}">
                <a16:creationId xmlns:a16="http://schemas.microsoft.com/office/drawing/2014/main" id="{78960A96-313B-40F2-B182-2208433F46E2}"/>
              </a:ext>
            </a:extLst>
          </p:cNvPr>
          <p:cNvSpPr txBox="1">
            <a:spLocks/>
          </p:cNvSpPr>
          <p:nvPr/>
        </p:nvSpPr>
        <p:spPr>
          <a:xfrm>
            <a:off x="431799" y="1333973"/>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We will be covering </a:t>
            </a:r>
            <a:r>
              <a:rPr lang="en-US" dirty="0">
                <a:solidFill>
                  <a:srgbClr val="0068B5"/>
                </a:solidFill>
              </a:rPr>
              <a:t>the following</a:t>
            </a: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 industries:</a:t>
            </a:r>
          </a:p>
        </p:txBody>
      </p:sp>
      <p:pic>
        <p:nvPicPr>
          <p:cNvPr id="8" name="Picture 7" descr="A group of people sitting around a table with laptops and tablets">
            <a:extLst>
              <a:ext uri="{FF2B5EF4-FFF2-40B4-BE49-F238E27FC236}">
                <a16:creationId xmlns:a16="http://schemas.microsoft.com/office/drawing/2014/main" id="{CD7224C4-EBAE-4DE6-A216-A3B1978265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2794" y="2222205"/>
            <a:ext cx="5394605" cy="3600000"/>
          </a:xfrm>
          <a:prstGeom prst="rect">
            <a:avLst/>
          </a:prstGeom>
        </p:spPr>
      </p:pic>
      <p:sp>
        <p:nvSpPr>
          <p:cNvPr id="5" name="TextBox 4">
            <a:extLst>
              <a:ext uri="{FF2B5EF4-FFF2-40B4-BE49-F238E27FC236}">
                <a16:creationId xmlns:a16="http://schemas.microsoft.com/office/drawing/2014/main" id="{659616F6-8D0E-164E-7998-51B02F533BCE}"/>
              </a:ext>
            </a:extLst>
          </p:cNvPr>
          <p:cNvSpPr txBox="1"/>
          <p:nvPr/>
        </p:nvSpPr>
        <p:spPr>
          <a:xfrm>
            <a:off x="8418632" y="6190283"/>
            <a:ext cx="4067023"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800" dirty="0">
                <a:latin typeface="IntelOne Text Light"/>
                <a:cs typeface="Calibri"/>
                <a:hlinkClick r:id="rId4"/>
              </a:rPr>
              <a:t>https://images.app.goo.gl/381KhZN7yabP4JNa9</a:t>
            </a:r>
            <a:endParaRPr lang="en-US" sz="800">
              <a:latin typeface="IntelOne Text Light"/>
            </a:endParaRPr>
          </a:p>
        </p:txBody>
      </p:sp>
    </p:spTree>
    <p:extLst>
      <p:ext uri="{BB962C8B-B14F-4D97-AF65-F5344CB8AC3E}">
        <p14:creationId xmlns:p14="http://schemas.microsoft.com/office/powerpoint/2010/main" val="1436081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for Various Industries</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800" y="2227920"/>
            <a:ext cx="10515600" cy="3998912"/>
          </a:xfrm>
        </p:spPr>
        <p:txBody>
          <a:bodyPr>
            <a:normAutofit/>
          </a:bodyPr>
          <a:lstStyle/>
          <a:p>
            <a:pPr marL="457200" indent="-457200">
              <a:buFont typeface="+mj-lt"/>
              <a:buAutoNum type="arabicPeriod"/>
            </a:pPr>
            <a:r>
              <a:rPr lang="en-US" dirty="0"/>
              <a:t>Background information of the industries</a:t>
            </a:r>
          </a:p>
          <a:p>
            <a:pPr marL="457200" indent="-457200">
              <a:buFont typeface="+mj-lt"/>
              <a:buAutoNum type="arabicPeriod"/>
            </a:pPr>
            <a:r>
              <a:rPr lang="en-US" sz="2400" dirty="0">
                <a:latin typeface="IntelOne Text Light" panose="020B0403020203020204" pitchFamily="34" charset="0"/>
              </a:rPr>
              <a:t>P</a:t>
            </a:r>
            <a:r>
              <a:rPr lang="en-US" dirty="0"/>
              <a:t>roblems that they face</a:t>
            </a:r>
          </a:p>
          <a:p>
            <a:pPr marL="457200" indent="-457200">
              <a:buFont typeface="+mj-lt"/>
              <a:buAutoNum type="arabicPeriod"/>
            </a:pPr>
            <a:r>
              <a:rPr lang="en-US" dirty="0"/>
              <a:t>Some AI solutions out there</a:t>
            </a:r>
            <a:endParaRPr lang="en-US" sz="2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6" name="Content Placeholder 2">
            <a:extLst>
              <a:ext uri="{FF2B5EF4-FFF2-40B4-BE49-F238E27FC236}">
                <a16:creationId xmlns:a16="http://schemas.microsoft.com/office/drawing/2014/main" id="{348DA5E6-10BD-4AF5-BFAD-8AC276DE2EFC}"/>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70C0"/>
                </a:solidFill>
                <a:effectLst/>
                <a:uLnTx/>
                <a:uFillTx/>
                <a:latin typeface="IntelOne Text" panose="020B0503020203020204" pitchFamily="34" charset="77"/>
              </a:rPr>
              <a:t>And for each industry, we will look at: </a:t>
            </a:r>
          </a:p>
        </p:txBody>
      </p:sp>
    </p:spTree>
    <p:extLst>
      <p:ext uri="{BB962C8B-B14F-4D97-AF65-F5344CB8AC3E}">
        <p14:creationId xmlns:p14="http://schemas.microsoft.com/office/powerpoint/2010/main" val="1482722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a:bodyPr>
          <a:lstStyle/>
          <a:p>
            <a:r>
              <a:rPr lang="en-SG" dirty="0"/>
              <a:t>Let’s start by looking at</a:t>
            </a:r>
            <a:br>
              <a:rPr lang="en-SG" dirty="0"/>
            </a:br>
            <a:r>
              <a:rPr lang="en-SG" dirty="0"/>
              <a:t> the retail industry.</a:t>
            </a:r>
            <a:endParaRPr lang="en-US" dirty="0"/>
          </a:p>
        </p:txBody>
      </p:sp>
    </p:spTree>
    <p:extLst>
      <p:ext uri="{BB962C8B-B14F-4D97-AF65-F5344CB8AC3E}">
        <p14:creationId xmlns:p14="http://schemas.microsoft.com/office/powerpoint/2010/main" val="2902870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531757-3929-4800-8AB5-88F7668D79BA}"/>
              </a:ext>
            </a:extLst>
          </p:cNvPr>
          <p:cNvSpPr>
            <a:spLocks noGrp="1"/>
          </p:cNvSpPr>
          <p:nvPr>
            <p:ph type="title"/>
          </p:nvPr>
        </p:nvSpPr>
        <p:spPr>
          <a:xfrm>
            <a:off x="1833563" y="1878613"/>
            <a:ext cx="6833366" cy="1874852"/>
          </a:xfrm>
        </p:spPr>
        <p:txBody>
          <a:bodyPr>
            <a:normAutofit/>
          </a:bodyPr>
          <a:lstStyle/>
          <a:p>
            <a:r>
              <a:rPr lang="en-US" dirty="0"/>
              <a:t>AI in Retail</a:t>
            </a:r>
          </a:p>
        </p:txBody>
      </p:sp>
    </p:spTree>
    <p:extLst>
      <p:ext uri="{BB962C8B-B14F-4D97-AF65-F5344CB8AC3E}">
        <p14:creationId xmlns:p14="http://schemas.microsoft.com/office/powerpoint/2010/main" val="262472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Retail</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103414"/>
          </a:xfrm>
        </p:spPr>
        <p:txBody>
          <a:bodyPr>
            <a:normAutofit/>
          </a:bodyPr>
          <a:lstStyle/>
          <a:p>
            <a:pPr marL="342900" indent="-342900">
              <a:buFont typeface="Arial" panose="020B0604020202020204" pitchFamily="34" charset="0"/>
              <a:buChar char="•"/>
            </a:pPr>
            <a:r>
              <a:rPr lang="en-US" dirty="0"/>
              <a:t>Retail is the sale of goods or service from a business to a customer.</a:t>
            </a:r>
          </a:p>
          <a:p>
            <a:pPr marL="342900" indent="-342900">
              <a:buFont typeface="Arial" panose="020B0604020202020204" pitchFamily="34" charset="0"/>
              <a:buChar char="•"/>
            </a:pPr>
            <a:r>
              <a:rPr lang="en-US" dirty="0"/>
              <a:t>Some major companies </a:t>
            </a:r>
            <a:r>
              <a:rPr lang="en-US" sz="2400" dirty="0">
                <a:latin typeface="IntelOne Text Light" panose="020B0403020203020204" pitchFamily="34" charset="0"/>
              </a:rPr>
              <a:t>in the United States </a:t>
            </a:r>
            <a:r>
              <a:rPr lang="en-US" dirty="0"/>
              <a:t>include Walmart, Amazon, and The Kroger Co.</a:t>
            </a:r>
          </a:p>
          <a:p>
            <a:pPr marL="342900" indent="-342900">
              <a:buFont typeface="Arial" panose="020B0604020202020204" pitchFamily="34" charset="0"/>
              <a:buChar char="•"/>
            </a:pPr>
            <a:r>
              <a:rPr lang="en-US" sz="2400" dirty="0">
                <a:latin typeface="IntelOne Text Light" panose="020B0403020203020204" pitchFamily="34" charset="0"/>
              </a:rPr>
              <a:t>Retail supports 52 million working Americans.</a:t>
            </a:r>
          </a:p>
          <a:p>
            <a:pPr marL="342900" indent="-342900">
              <a:buFont typeface="Arial" panose="020B0604020202020204" pitchFamily="34" charset="0"/>
              <a:buChar char="•"/>
            </a:pPr>
            <a:r>
              <a:rPr lang="en-US" sz="2400" dirty="0">
                <a:latin typeface="IntelOne Text Light" panose="020B0403020203020204" pitchFamily="34" charset="0"/>
              </a:rPr>
              <a:t>That’s ¼ of total employments in the United States.</a:t>
            </a:r>
            <a:endParaRPr lang="en-US" dirty="0"/>
          </a:p>
          <a:p>
            <a:pPr marL="342900" indent="-342900">
              <a:buFont typeface="Arial" panose="020B0604020202020204" pitchFamily="34" charset="0"/>
              <a:buChar char="•"/>
            </a:pPr>
            <a:r>
              <a:rPr lang="en-US" sz="2400" dirty="0">
                <a:latin typeface="IntelOne Text Light" panose="020B0403020203020204" pitchFamily="34" charset="0"/>
              </a:rPr>
              <a:t>Estimated GDP from retail is $4.56 trillion.</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6" name="Content Placeholder 2">
            <a:extLst>
              <a:ext uri="{FF2B5EF4-FFF2-40B4-BE49-F238E27FC236}">
                <a16:creationId xmlns:a16="http://schemas.microsoft.com/office/drawing/2014/main" id="{769B9F7E-3940-4248-AF38-46D68DAAF7D0}"/>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Background information about the industry</a:t>
            </a:r>
          </a:p>
        </p:txBody>
      </p:sp>
    </p:spTree>
    <p:extLst>
      <p:ext uri="{BB962C8B-B14F-4D97-AF65-F5344CB8AC3E}">
        <p14:creationId xmlns:p14="http://schemas.microsoft.com/office/powerpoint/2010/main" val="2553224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Retail</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039619"/>
          </a:xfrm>
        </p:spPr>
        <p:txBody>
          <a:bodyPr>
            <a:normAutofit/>
          </a:bodyPr>
          <a:lstStyle/>
          <a:p>
            <a:pPr marL="342900" indent="-342900">
              <a:buFont typeface="Arial" panose="020B0604020202020204" pitchFamily="34" charset="0"/>
              <a:buChar char="•"/>
            </a:pPr>
            <a:r>
              <a:rPr lang="en-US" dirty="0"/>
              <a:t>Competition with online stores and global retailers.</a:t>
            </a:r>
          </a:p>
          <a:p>
            <a:pPr marL="342900" indent="-342900">
              <a:buFont typeface="Arial" panose="020B0604020202020204" pitchFamily="34" charset="0"/>
              <a:buChar char="•"/>
            </a:pPr>
            <a:r>
              <a:rPr lang="en-US" sz="2400" dirty="0">
                <a:latin typeface="IntelOne Text Light" panose="020B0403020203020204" pitchFamily="34" charset="0"/>
              </a:rPr>
              <a:t>Customers expect a seamless experience.</a:t>
            </a:r>
          </a:p>
          <a:p>
            <a:pPr marL="342900" indent="-342900">
              <a:buFont typeface="Arial" panose="020B0604020202020204" pitchFamily="34" charset="0"/>
              <a:buChar char="•"/>
            </a:pPr>
            <a:r>
              <a:rPr lang="en-US" sz="2400" dirty="0">
                <a:latin typeface="IntelOne Text Light" panose="020B0403020203020204" pitchFamily="34" charset="0"/>
              </a:rPr>
              <a:t>Maintaining customer base (instilling brand loyalty).</a:t>
            </a:r>
          </a:p>
          <a:p>
            <a:pPr marL="342900" indent="-342900">
              <a:buFont typeface="Arial" panose="020B0604020202020204" pitchFamily="34" charset="0"/>
              <a:buChar char="•"/>
            </a:pPr>
            <a:r>
              <a:rPr lang="en-US" dirty="0"/>
              <a:t>Inspiring and retaining employees.</a:t>
            </a:r>
          </a:p>
          <a:p>
            <a:pPr marL="342900" indent="-342900">
              <a:buFont typeface="Arial" panose="020B0604020202020204" pitchFamily="34" charset="0"/>
              <a:buChar char="•"/>
            </a:pPr>
            <a:r>
              <a:rPr lang="en-US" dirty="0"/>
              <a:t>Adjusting to the new normal after Covid-19.</a:t>
            </a:r>
          </a:p>
          <a:p>
            <a:pPr marL="342900" indent="-342900">
              <a:buFont typeface="Arial" panose="020B0604020202020204" pitchFamily="34" charset="0"/>
              <a:buChar char="•"/>
            </a:pPr>
            <a:endParaRPr lang="en-US" sz="2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268056EF-E7B0-49A3-8BC2-FB7832BF61B7}"/>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Problems faced in the industry</a:t>
            </a:r>
          </a:p>
        </p:txBody>
      </p:sp>
    </p:spTree>
    <p:extLst>
      <p:ext uri="{BB962C8B-B14F-4D97-AF65-F5344CB8AC3E}">
        <p14:creationId xmlns:p14="http://schemas.microsoft.com/office/powerpoint/2010/main" val="781553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Retail</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8" y="2106000"/>
            <a:ext cx="6388101" cy="4417324"/>
          </a:xfrm>
        </p:spPr>
        <p:txBody>
          <a:bodyPr>
            <a:normAutofit/>
          </a:bodyPr>
          <a:lstStyle/>
          <a:p>
            <a:pPr marL="342900" indent="-342900">
              <a:buFont typeface="Arial" panose="020B0604020202020204" pitchFamily="34" charset="0"/>
              <a:buChar char="•"/>
            </a:pPr>
            <a:r>
              <a:rPr lang="en-US" sz="1800" dirty="0"/>
              <a:t>Lowebot, an autonomous robot that navigates aisles and fetches requested products. It improves the ease and efficiency of locating in-store merchandise. </a:t>
            </a:r>
          </a:p>
          <a:p>
            <a:pPr marL="342900" indent="-342900">
              <a:buFont typeface="Arial" panose="020B0604020202020204" pitchFamily="34" charset="0"/>
              <a:buChar char="•"/>
            </a:pPr>
            <a:r>
              <a:rPr lang="en-US" sz="1800" dirty="0">
                <a:latin typeface="IntelOne Text Light" panose="020B0403020203020204" pitchFamily="34" charset="0"/>
              </a:rPr>
              <a:t>Amazon Go, a self-checkout store. It brings a more convenient way of shopping and paying for the products.</a:t>
            </a:r>
          </a:p>
          <a:p>
            <a:pPr marL="342900" indent="-342900">
              <a:buFont typeface="Arial" panose="020B0604020202020204" pitchFamily="34" charset="0"/>
              <a:buChar char="•"/>
            </a:pPr>
            <a:r>
              <a:rPr lang="en-US" sz="1800" dirty="0">
                <a:latin typeface="IntelOne Text Light" panose="020B0403020203020204" pitchFamily="34" charset="0"/>
              </a:rPr>
              <a:t>Chatbots to answer customer’s </a:t>
            </a:r>
            <a:r>
              <a:rPr lang="en-US" sz="1800" dirty="0"/>
              <a:t>i</a:t>
            </a:r>
            <a:r>
              <a:rPr lang="en-US" sz="1800" dirty="0">
                <a:latin typeface="IntelOne Text Light" panose="020B0403020203020204" pitchFamily="34" charset="0"/>
              </a:rPr>
              <a:t>nquiries. This action allows the customers to get their answers quickly.</a:t>
            </a:r>
          </a:p>
          <a:p>
            <a:pPr marL="342900" indent="-342900">
              <a:buFont typeface="Arial" panose="020B0604020202020204" pitchFamily="34" charset="0"/>
              <a:buChar char="•"/>
            </a:pPr>
            <a:r>
              <a:rPr lang="en-US" sz="1800" dirty="0">
                <a:latin typeface="IntelOne Text Light" panose="020B0403020203020204" pitchFamily="34" charset="0"/>
              </a:rPr>
              <a:t>In-store heat mapping reveals which products are picked up, which are returned, and where the customer goes after leaving the shelf. This is achieved with the help of Camera and Computer Vision </a:t>
            </a:r>
            <a:r>
              <a:rPr lang="en-US" sz="1800" dirty="0"/>
              <a:t>and helps </a:t>
            </a:r>
            <a:r>
              <a:rPr lang="en-US" sz="1800" dirty="0">
                <a:latin typeface="IntelOne Text Light" panose="020B0403020203020204" pitchFamily="34" charset="0"/>
              </a:rPr>
              <a:t>create experiences that encourage product engagement and help shoppers learn more. </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7" name="Online Media 4" title="Lowe’s Introduces LoweBot">
            <a:hlinkClick r:id="" action="ppaction://media"/>
            <a:extLst>
              <a:ext uri="{FF2B5EF4-FFF2-40B4-BE49-F238E27FC236}">
                <a16:creationId xmlns:a16="http://schemas.microsoft.com/office/drawing/2014/main" id="{332C2C9D-C06B-4A57-9FE4-4669788DC066}"/>
              </a:ext>
            </a:extLst>
          </p:cNvPr>
          <p:cNvPicPr>
            <a:picLocks noRot="1" noChangeAspect="1"/>
          </p:cNvPicPr>
          <p:nvPr>
            <a:videoFile r:link="rId1"/>
          </p:nvPr>
        </p:nvPicPr>
        <p:blipFill>
          <a:blip r:embed="rId5"/>
          <a:stretch>
            <a:fillRect/>
          </a:stretch>
        </p:blipFill>
        <p:spPr>
          <a:xfrm>
            <a:off x="7199042" y="781049"/>
            <a:ext cx="4402096" cy="2487184"/>
          </a:xfrm>
          <a:prstGeom prst="rect">
            <a:avLst/>
          </a:prstGeom>
        </p:spPr>
      </p:pic>
      <p:pic>
        <p:nvPicPr>
          <p:cNvPr id="8" name="Online Media 5" title="Introducing Amazon Go and the world’s most advanced shopping technology">
            <a:hlinkClick r:id="" action="ppaction://media"/>
            <a:extLst>
              <a:ext uri="{FF2B5EF4-FFF2-40B4-BE49-F238E27FC236}">
                <a16:creationId xmlns:a16="http://schemas.microsoft.com/office/drawing/2014/main" id="{AFFF0684-E1D7-46AC-BD84-E6287C3C1D12}"/>
              </a:ext>
            </a:extLst>
          </p:cNvPr>
          <p:cNvPicPr>
            <a:picLocks noRot="1" noChangeAspect="1"/>
          </p:cNvPicPr>
          <p:nvPr>
            <a:videoFile r:link="rId2"/>
          </p:nvPr>
        </p:nvPicPr>
        <p:blipFill>
          <a:blip r:embed="rId6"/>
          <a:stretch>
            <a:fillRect/>
          </a:stretch>
        </p:blipFill>
        <p:spPr>
          <a:xfrm>
            <a:off x="7199042" y="3622512"/>
            <a:ext cx="4402096" cy="2487184"/>
          </a:xfrm>
          <a:prstGeom prst="rect">
            <a:avLst/>
          </a:prstGeom>
        </p:spPr>
      </p:pic>
      <p:sp>
        <p:nvSpPr>
          <p:cNvPr id="9" name="Content Placeholder 2">
            <a:extLst>
              <a:ext uri="{FF2B5EF4-FFF2-40B4-BE49-F238E27FC236}">
                <a16:creationId xmlns:a16="http://schemas.microsoft.com/office/drawing/2014/main" id="{6EE7C509-8FA2-4427-BE9C-71B779CF20E3}"/>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AI solutions in the industry</a:t>
            </a:r>
          </a:p>
        </p:txBody>
      </p:sp>
      <p:sp>
        <p:nvSpPr>
          <p:cNvPr id="10" name="TextBox 9" descr="source">
            <a:extLst>
              <a:ext uri="{FF2B5EF4-FFF2-40B4-BE49-F238E27FC236}">
                <a16:creationId xmlns:a16="http://schemas.microsoft.com/office/drawing/2014/main" id="{C60F4271-7DD6-45EB-B450-574E039A05F9}"/>
              </a:ext>
            </a:extLst>
          </p:cNvPr>
          <p:cNvSpPr txBox="1"/>
          <p:nvPr/>
        </p:nvSpPr>
        <p:spPr>
          <a:xfrm>
            <a:off x="381000" y="6103226"/>
            <a:ext cx="8382103"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indent="0">
              <a:buFont typeface="Arial" panose="020B0604020202020204" pitchFamily="34" charset="0"/>
              <a:buNone/>
            </a:pPr>
            <a:r>
              <a:rPr lang="en-US" sz="1000" dirty="0">
                <a:latin typeface="IntelOne Text Light" panose="020B0403020203020204" pitchFamily="34" charset="0"/>
              </a:rPr>
              <a:t>[Video] Lowe’s Introduces </a:t>
            </a:r>
            <a:r>
              <a:rPr lang="en-US" sz="1000" dirty="0" err="1">
                <a:latin typeface="IntelOne Text Light" panose="020B0403020203020204" pitchFamily="34" charset="0"/>
              </a:rPr>
              <a:t>LoweBot</a:t>
            </a:r>
            <a:r>
              <a:rPr lang="en-US" sz="1000" dirty="0">
                <a:latin typeface="IntelOne Text Light" panose="020B0403020203020204" pitchFamily="34" charset="0"/>
              </a:rPr>
              <a:t>. Lowe's Home Improvement. Aug 30, 2016. </a:t>
            </a:r>
            <a:r>
              <a:rPr lang="en-US" sz="1000" dirty="0">
                <a:latin typeface="IntelOne Text Light" panose="020B0403020203020204" pitchFamily="34" charset="0"/>
                <a:hlinkClick r:id="rId7"/>
              </a:rPr>
              <a:t>https://www.youtube.com/watch?v=hP3yfGHTXFo</a:t>
            </a:r>
            <a:r>
              <a:rPr lang="en-US" sz="1000" dirty="0">
                <a:latin typeface="IntelOne Text Light" panose="020B0403020203020204" pitchFamily="34" charset="0"/>
              </a:rPr>
              <a:t> </a:t>
            </a:r>
          </a:p>
          <a:p>
            <a:pPr marL="0" indent="0">
              <a:buFont typeface="Arial" panose="020B0604020202020204" pitchFamily="34" charset="0"/>
              <a:buNone/>
            </a:pPr>
            <a:r>
              <a:rPr lang="en-US" sz="1000" dirty="0">
                <a:latin typeface="IntelOne Text Light" panose="020B0403020203020204" pitchFamily="34" charset="0"/>
              </a:rPr>
              <a:t>[Video] Introducing Amazon Go and the world’s most advanced shopping technology. amazon. Dec 5, 2016. </a:t>
            </a:r>
            <a:r>
              <a:rPr lang="en-US" sz="1000" dirty="0">
                <a:latin typeface="IntelOne Text Light" panose="020B0403020203020204" pitchFamily="34" charset="0"/>
                <a:hlinkClick r:id="rId8"/>
              </a:rPr>
              <a:t>https://www.youtube.com/watch?v=NrmMk1Myrxc</a:t>
            </a:r>
            <a:r>
              <a:rPr lang="en-US" sz="1000" dirty="0">
                <a:latin typeface="IntelOne Text Light" panose="020B0403020203020204" pitchFamily="34" charset="0"/>
              </a:rPr>
              <a:t> </a:t>
            </a:r>
          </a:p>
        </p:txBody>
      </p:sp>
    </p:spTree>
    <p:extLst>
      <p:ext uri="{BB962C8B-B14F-4D97-AF65-F5344CB8AC3E}">
        <p14:creationId xmlns:p14="http://schemas.microsoft.com/office/powerpoint/2010/main" val="116331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7"/>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7"/>
                                        </p:tgtEl>
                                      </p:cBhvr>
                                    </p:cmd>
                                  </p:childTnLst>
                                </p:cTn>
                              </p:par>
                            </p:childTnLst>
                          </p:cTn>
                        </p:par>
                      </p:childTnLst>
                    </p:cTn>
                  </p:par>
                </p:childTnLst>
              </p:cTn>
              <p:nextCondLst>
                <p:cond evt="onClick" delay="0">
                  <p:tgtEl>
                    <p:spTgt spid="7"/>
                  </p:tgtEl>
                </p:cond>
              </p:nextCondLst>
            </p:seq>
            <p:video>
              <p:cMediaNode vol="80000">
                <p:cTn id="16" fill="hold" display="0">
                  <p:stCondLst>
                    <p:cond delay="indefinite"/>
                  </p:stCondLst>
                </p:cTn>
                <p:tgtEl>
                  <p:spTgt spid="7"/>
                </p:tgtEl>
              </p:cMediaNode>
            </p:video>
            <p:seq concurrent="1" nextAc="seek">
              <p:cTn id="17" restart="whenNotActive" fill="hold" evtFilter="cancelBubble" nodeType="interactiveSeq">
                <p:stCondLst>
                  <p:cond evt="onClick" delay="0">
                    <p:tgtEl>
                      <p:spTgt spid="8"/>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8"/>
                                        </p:tgtEl>
                                      </p:cBhvr>
                                    </p:cmd>
                                  </p:childTnLst>
                                </p:cTn>
                              </p:par>
                            </p:childTnLst>
                          </p:cTn>
                        </p:par>
                      </p:childTnLst>
                    </p:cTn>
                  </p:par>
                </p:childTnLst>
              </p:cTn>
              <p:nextCondLst>
                <p:cond evt="onClick" delay="0">
                  <p:tgtEl>
                    <p:spTgt spid="8"/>
                  </p:tgtEl>
                </p:cond>
              </p:nextCondLst>
            </p:seq>
            <p:video>
              <p:cMediaNode vol="80000">
                <p:cTn id="22" fill="hold" display="0">
                  <p:stCondLst>
                    <p:cond delay="indefinite"/>
                  </p:stCondLst>
                </p:cTn>
                <p:tgtEl>
                  <p:spTgt spid="8"/>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Retail</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417324"/>
          </a:xfrm>
        </p:spPr>
        <p:txBody>
          <a:bodyPr>
            <a:normAutofit/>
          </a:bodyPr>
          <a:lstStyle/>
          <a:p>
            <a:pPr marL="342900" indent="-342900">
              <a:buFont typeface="Arial" panose="020B0604020202020204" pitchFamily="34" charset="0"/>
              <a:buChar char="•"/>
            </a:pPr>
            <a:r>
              <a:rPr lang="en-US" dirty="0"/>
              <a:t>What other AI solutions can be implemented but not shown in the previous slides?</a:t>
            </a:r>
          </a:p>
          <a:p>
            <a:pPr marL="342900" indent="-342900">
              <a:buFont typeface="Arial" panose="020B0604020202020204" pitchFamily="34" charset="0"/>
              <a:buChar char="•"/>
            </a:pPr>
            <a:r>
              <a:rPr lang="en-US" dirty="0"/>
              <a:t>What are the potential ethical questions that may arise with these AI solutions? And what can you do to reduce the risks?</a:t>
            </a:r>
          </a:p>
          <a:p>
            <a:pPr marL="342900" indent="-342900">
              <a:buFont typeface="Arial" panose="020B0604020202020204" pitchFamily="34" charset="0"/>
              <a:buChar char="•"/>
            </a:pPr>
            <a:endParaRPr lang="en-US" dirty="0"/>
          </a:p>
          <a:p>
            <a:r>
              <a:rPr lang="en-US" dirty="0"/>
              <a:t>Your answers should be around 2 paragraphs long (around 100 words).</a:t>
            </a:r>
          </a:p>
          <a:p>
            <a:r>
              <a:rPr lang="en-US" dirty="0"/>
              <a:t>You should not spend more than 5 minutes for this discussion.</a:t>
            </a:r>
          </a:p>
          <a:p>
            <a:pPr marL="342900" indent="-342900">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6" name="Content Placeholder 2">
            <a:extLst>
              <a:ext uri="{FF2B5EF4-FFF2-40B4-BE49-F238E27FC236}">
                <a16:creationId xmlns:a16="http://schemas.microsoft.com/office/drawing/2014/main" id="{08B25315-8019-485F-A156-B83A9BC2B53F}"/>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Let’s discuss in your group</a:t>
            </a:r>
          </a:p>
        </p:txBody>
      </p:sp>
    </p:spTree>
    <p:extLst>
      <p:ext uri="{BB962C8B-B14F-4D97-AF65-F5344CB8AC3E}">
        <p14:creationId xmlns:p14="http://schemas.microsoft.com/office/powerpoint/2010/main" val="2061754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a:bodyPr>
          <a:lstStyle/>
          <a:p>
            <a:r>
              <a:rPr lang="en-SG" dirty="0"/>
              <a:t>We have seen how AI is used in the </a:t>
            </a:r>
            <a:br>
              <a:rPr lang="en-SG" dirty="0"/>
            </a:br>
            <a:r>
              <a:rPr lang="en-SG" dirty="0"/>
              <a:t>retail industry. Let’s look at how it is used in the agriculture industry.</a:t>
            </a:r>
            <a:endParaRPr lang="en-US" dirty="0"/>
          </a:p>
        </p:txBody>
      </p:sp>
    </p:spTree>
    <p:extLst>
      <p:ext uri="{BB962C8B-B14F-4D97-AF65-F5344CB8AC3E}">
        <p14:creationId xmlns:p14="http://schemas.microsoft.com/office/powerpoint/2010/main" val="4012945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531757-3929-4800-8AB5-88F7668D79BA}"/>
              </a:ext>
            </a:extLst>
          </p:cNvPr>
          <p:cNvSpPr>
            <a:spLocks noGrp="1"/>
          </p:cNvSpPr>
          <p:nvPr>
            <p:ph type="title"/>
          </p:nvPr>
        </p:nvSpPr>
        <p:spPr>
          <a:xfrm>
            <a:off x="1833563" y="1878613"/>
            <a:ext cx="6833366" cy="1874852"/>
          </a:xfrm>
        </p:spPr>
        <p:txBody>
          <a:bodyPr>
            <a:normAutofit/>
          </a:bodyPr>
          <a:lstStyle/>
          <a:p>
            <a:r>
              <a:rPr lang="en-US" dirty="0"/>
              <a:t>AI in Agriculture</a:t>
            </a:r>
          </a:p>
        </p:txBody>
      </p:sp>
    </p:spTree>
    <p:extLst>
      <p:ext uri="{BB962C8B-B14F-4D97-AF65-F5344CB8AC3E}">
        <p14:creationId xmlns:p14="http://schemas.microsoft.com/office/powerpoint/2010/main" val="2490007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Agriculture</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3997088"/>
          </a:xfrm>
        </p:spPr>
        <p:txBody>
          <a:bodyPr>
            <a:normAutofit lnSpcReduction="10000"/>
          </a:bodyPr>
          <a:lstStyle/>
          <a:p>
            <a:pPr marL="342900" indent="-342900">
              <a:buFont typeface="Arial" panose="020B0604020202020204" pitchFamily="34" charset="0"/>
              <a:buChar char="•"/>
            </a:pPr>
            <a:r>
              <a:rPr lang="en-US" dirty="0"/>
              <a:t>Agriculture is the practice of cultivating plants and livestock</a:t>
            </a:r>
          </a:p>
          <a:p>
            <a:pPr marL="342900" indent="-342900">
              <a:buFont typeface="Arial" panose="020B0604020202020204" pitchFamily="34" charset="0"/>
              <a:buChar char="•"/>
            </a:pPr>
            <a:r>
              <a:rPr lang="en-US" sz="2400" dirty="0">
                <a:latin typeface="IntelOne Text Light" panose="020B0403020203020204" pitchFamily="34" charset="0"/>
              </a:rPr>
              <a:t>Examples of agricultural products include millets, grains, dairy, animal meat.</a:t>
            </a:r>
          </a:p>
          <a:p>
            <a:pPr marL="342900" indent="-342900">
              <a:buFont typeface="Arial" panose="020B0604020202020204" pitchFamily="34" charset="0"/>
              <a:buChar char="•"/>
            </a:pPr>
            <a:r>
              <a:rPr lang="en-US" sz="2400" dirty="0">
                <a:latin typeface="IntelOne Text Light" panose="020B0403020203020204" pitchFamily="34" charset="0"/>
              </a:rPr>
              <a:t>Agriculture </a:t>
            </a:r>
            <a:r>
              <a:rPr lang="en-US" dirty="0"/>
              <a:t>g</a:t>
            </a:r>
            <a:r>
              <a:rPr lang="en-US" sz="2400" dirty="0">
                <a:latin typeface="IntelOne Text Light" panose="020B0403020203020204" pitchFamily="34" charset="0"/>
              </a:rPr>
              <a:t>iants </a:t>
            </a:r>
            <a:r>
              <a:rPr lang="en-US" dirty="0"/>
              <a:t>in the United States include Nutrien, Tyson Foods, and CHS Inc.</a:t>
            </a:r>
            <a:endParaRPr lang="en-US" sz="2400" dirty="0">
              <a:latin typeface="IntelOne Text Light" panose="020B0403020203020204" pitchFamily="34" charset="0"/>
            </a:endParaRPr>
          </a:p>
          <a:p>
            <a:pPr marL="342900" indent="-342900">
              <a:buFont typeface="Arial" panose="020B0604020202020204" pitchFamily="34" charset="0"/>
              <a:buChar char="•"/>
            </a:pPr>
            <a:r>
              <a:rPr lang="en-US" sz="2400" dirty="0">
                <a:latin typeface="IntelOne Text Light" panose="020B0403020203020204" pitchFamily="34" charset="0"/>
              </a:rPr>
              <a:t>United States is a net exporter of food.</a:t>
            </a:r>
            <a:endParaRPr lang="en-US" dirty="0"/>
          </a:p>
          <a:p>
            <a:pPr marL="342900" indent="-342900">
              <a:buFont typeface="Arial" panose="020B0604020202020204" pitchFamily="34" charset="0"/>
              <a:buChar char="•"/>
            </a:pPr>
            <a:r>
              <a:rPr lang="en-US" sz="2400" dirty="0">
                <a:latin typeface="IntelOne Text Light" panose="020B0403020203020204" pitchFamily="34" charset="0"/>
              </a:rPr>
              <a:t>In 2019, there </a:t>
            </a:r>
            <a:r>
              <a:rPr lang="en-US" dirty="0"/>
              <a:t>were</a:t>
            </a:r>
            <a:r>
              <a:rPr lang="en-US" sz="2400" dirty="0">
                <a:latin typeface="IntelOne Text Light" panose="020B0403020203020204" pitchFamily="34" charset="0"/>
              </a:rPr>
              <a:t> 22.2 million American jobs in agriculture. Translating to 10.9% of total United States employment.</a:t>
            </a:r>
          </a:p>
          <a:p>
            <a:pPr marL="342900" indent="-342900">
              <a:buFont typeface="Arial" panose="020B0604020202020204" pitchFamily="34" charset="0"/>
              <a:buChar char="•"/>
            </a:pPr>
            <a:r>
              <a:rPr lang="en-US" sz="2400" dirty="0">
                <a:latin typeface="IntelOne Text Light" panose="020B0403020203020204" pitchFamily="34" charset="0"/>
              </a:rPr>
              <a:t>Agriculture, food, and related industries contributed $1.1 trillion to the United States’ GDP. </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C48F4F8A-B2BF-4C17-A22D-458051B0E8D2}"/>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Background information about the industry</a:t>
            </a:r>
          </a:p>
        </p:txBody>
      </p:sp>
    </p:spTree>
    <p:extLst>
      <p:ext uri="{BB962C8B-B14F-4D97-AF65-F5344CB8AC3E}">
        <p14:creationId xmlns:p14="http://schemas.microsoft.com/office/powerpoint/2010/main" val="1034602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Agriculture</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241637"/>
          </a:xfrm>
        </p:spPr>
        <p:txBody>
          <a:bodyPr>
            <a:normAutofit/>
          </a:bodyPr>
          <a:lstStyle/>
          <a:p>
            <a:pPr marL="342900" indent="-342900">
              <a:buFont typeface="Arial" panose="020B0604020202020204" pitchFamily="34" charset="0"/>
              <a:buChar char="•"/>
            </a:pPr>
            <a:r>
              <a:rPr lang="en-US" dirty="0"/>
              <a:t>Demand for sufficient, safe food increases while food wastage increases. </a:t>
            </a:r>
          </a:p>
          <a:p>
            <a:pPr marL="342900" indent="-342900">
              <a:buFont typeface="Arial" panose="020B0604020202020204" pitchFamily="34" charset="0"/>
              <a:buChar char="•"/>
            </a:pPr>
            <a:r>
              <a:rPr lang="en-US" sz="2400" dirty="0">
                <a:latin typeface="IntelOne Text Light" panose="020B0403020203020204" pitchFamily="34" charset="0"/>
              </a:rPr>
              <a:t>Large environmental footprint. It occupies 40% of the earth’s surface.</a:t>
            </a:r>
          </a:p>
          <a:p>
            <a:pPr marL="342900" indent="-342900">
              <a:buFont typeface="Arial" panose="020B0604020202020204" pitchFamily="34" charset="0"/>
              <a:buChar char="•"/>
            </a:pPr>
            <a:r>
              <a:rPr lang="en-US" sz="2400" dirty="0">
                <a:latin typeface="IntelOne Text Light" panose="020B0403020203020204" pitchFamily="34" charset="0"/>
              </a:rPr>
              <a:t>It uses 70% of global water use and emits 11% of global greenhouse gas (high water and carbon footprints).</a:t>
            </a:r>
            <a:endParaRPr lang="en-US" dirty="0"/>
          </a:p>
          <a:p>
            <a:pPr marL="342900" indent="-342900">
              <a:buFont typeface="Arial" panose="020B0604020202020204" pitchFamily="34" charset="0"/>
              <a:buChar char="•"/>
            </a:pPr>
            <a:r>
              <a:rPr lang="en-US" sz="2400" dirty="0">
                <a:latin typeface="IntelOne Text Light" panose="020B0403020203020204" pitchFamily="34" charset="0"/>
              </a:rPr>
              <a:t>Climate change, soil erosion, and biodiversity loss make it harder to plant crops.</a:t>
            </a:r>
          </a:p>
          <a:p>
            <a:pPr marL="342900" indent="-342900">
              <a:buFont typeface="Arial" panose="020B0604020202020204" pitchFamily="34" charset="0"/>
              <a:buChar char="•"/>
            </a:pPr>
            <a:r>
              <a:rPr lang="en-US" sz="2400" dirty="0">
                <a:latin typeface="IntelOne Text Light" panose="020B0403020203020204" pitchFamily="34" charset="0"/>
              </a:rPr>
              <a:t>Inspire young people to stay in rural areas and become future farmers.</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6786548B-88B4-4828-94B9-A8AEE30199B1}"/>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Problems faced in the industry</a:t>
            </a:r>
          </a:p>
        </p:txBody>
      </p:sp>
    </p:spTree>
    <p:extLst>
      <p:ext uri="{BB962C8B-B14F-4D97-AF65-F5344CB8AC3E}">
        <p14:creationId xmlns:p14="http://schemas.microsoft.com/office/powerpoint/2010/main" val="3029441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Agriculture</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8" y="2106000"/>
            <a:ext cx="5809514" cy="4284167"/>
          </a:xfrm>
        </p:spPr>
        <p:txBody>
          <a:bodyPr>
            <a:normAutofit/>
          </a:bodyPr>
          <a:lstStyle/>
          <a:p>
            <a:pPr marL="342900" indent="-342900" algn="just">
              <a:buFont typeface="Arial" panose="020B0604020202020204" pitchFamily="34" charset="0"/>
              <a:buChar char="•"/>
            </a:pPr>
            <a:r>
              <a:rPr lang="en-US" sz="2000" dirty="0"/>
              <a:t>Analyze market demand to determine which crops to plant. This allows the farmers to prioritize high profit crops to plant while ensuring sufficient food.</a:t>
            </a:r>
          </a:p>
          <a:p>
            <a:pPr marL="342900" indent="-342900" algn="just">
              <a:buFont typeface="Arial" panose="020B0604020202020204" pitchFamily="34" charset="0"/>
              <a:buChar char="•"/>
            </a:pPr>
            <a:r>
              <a:rPr lang="en-US" sz="2000" dirty="0">
                <a:latin typeface="IntelOne Text Light" panose="020B0403020203020204" pitchFamily="34" charset="0"/>
              </a:rPr>
              <a:t>Monitoring soil health so that corrective action can be taken improve crop health.</a:t>
            </a:r>
            <a:endParaRPr lang="en-US" sz="2000" dirty="0"/>
          </a:p>
          <a:p>
            <a:pPr marL="342900" indent="-342900" algn="just">
              <a:buFont typeface="Arial" panose="020B0604020202020204" pitchFamily="34" charset="0"/>
              <a:buChar char="•"/>
            </a:pPr>
            <a:r>
              <a:rPr lang="en-US" sz="2000" dirty="0">
                <a:latin typeface="IntelOne Text Light" panose="020B0403020203020204" pitchFamily="34" charset="0"/>
              </a:rPr>
              <a:t>Automatic feeding crops reduces the workload for the farmers. </a:t>
            </a:r>
          </a:p>
          <a:p>
            <a:pPr marL="342900" indent="-342900" algn="just">
              <a:buFont typeface="Arial" panose="020B0604020202020204" pitchFamily="34" charset="0"/>
              <a:buChar char="•"/>
            </a:pPr>
            <a:r>
              <a:rPr lang="en-US" sz="2000" dirty="0"/>
              <a:t>AI can identify &amp; monitor nutritional deficiencies, diseases and water stress to determine crop health and yield. </a:t>
            </a:r>
            <a:endParaRPr lang="en-US" sz="20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6" name="Online Media 5" title="7 Israeli Agriculture Technologies">
            <a:hlinkClick r:id="" action="ppaction://media"/>
            <a:extLst>
              <a:ext uri="{FF2B5EF4-FFF2-40B4-BE49-F238E27FC236}">
                <a16:creationId xmlns:a16="http://schemas.microsoft.com/office/drawing/2014/main" id="{E5A9C790-3106-47DF-A623-7D625433D029}"/>
              </a:ext>
            </a:extLst>
          </p:cNvPr>
          <p:cNvPicPr>
            <a:picLocks noRot="1" noChangeAspect="1"/>
          </p:cNvPicPr>
          <p:nvPr>
            <a:videoFile r:link="rId1"/>
          </p:nvPr>
        </p:nvPicPr>
        <p:blipFill>
          <a:blip r:embed="rId4"/>
          <a:stretch>
            <a:fillRect/>
          </a:stretch>
        </p:blipFill>
        <p:spPr>
          <a:xfrm>
            <a:off x="6713582" y="2322095"/>
            <a:ext cx="4640218" cy="2621723"/>
          </a:xfrm>
          <a:prstGeom prst="rect">
            <a:avLst/>
          </a:prstGeom>
        </p:spPr>
      </p:pic>
      <p:sp>
        <p:nvSpPr>
          <p:cNvPr id="7" name="Content Placeholder 2">
            <a:extLst>
              <a:ext uri="{FF2B5EF4-FFF2-40B4-BE49-F238E27FC236}">
                <a16:creationId xmlns:a16="http://schemas.microsoft.com/office/drawing/2014/main" id="{63710C00-D21F-418B-8C21-808454C1FE01}"/>
              </a:ext>
            </a:extLst>
          </p:cNvPr>
          <p:cNvSpPr txBox="1">
            <a:spLocks/>
          </p:cNvSpPr>
          <p:nvPr/>
        </p:nvSpPr>
        <p:spPr>
          <a:xfrm>
            <a:off x="381000" y="1383729"/>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AI solutions in the industry</a:t>
            </a:r>
          </a:p>
        </p:txBody>
      </p:sp>
      <p:sp>
        <p:nvSpPr>
          <p:cNvPr id="8" name="TextBox 7" descr="source">
            <a:extLst>
              <a:ext uri="{FF2B5EF4-FFF2-40B4-BE49-F238E27FC236}">
                <a16:creationId xmlns:a16="http://schemas.microsoft.com/office/drawing/2014/main" id="{19A69097-0281-4E6E-AC73-98D0FE8277B4}"/>
              </a:ext>
            </a:extLst>
          </p:cNvPr>
          <p:cNvSpPr txBox="1"/>
          <p:nvPr/>
        </p:nvSpPr>
        <p:spPr>
          <a:xfrm>
            <a:off x="431798" y="6236279"/>
            <a:ext cx="596798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indent="0">
              <a:buFont typeface="Arial" panose="020B0604020202020204" pitchFamily="34" charset="0"/>
              <a:buNone/>
            </a:pPr>
            <a:r>
              <a:rPr lang="en-US" sz="1000" dirty="0">
                <a:latin typeface="IntelOne Text Light" panose="020B0403020203020204" pitchFamily="34" charset="0"/>
              </a:rPr>
              <a:t>[Video] 7 Israeli Agriculture Technologies. Israel. Jan 21, 2019. </a:t>
            </a:r>
            <a:r>
              <a:rPr lang="en-US" sz="1000" dirty="0">
                <a:latin typeface="IntelOne Text Light" panose="020B0403020203020204" pitchFamily="34" charset="0"/>
                <a:hlinkClick r:id="rId5"/>
              </a:rPr>
              <a:t>https://www.youtube.com/watch?v=v1DT4yvxpMw</a:t>
            </a:r>
            <a:endParaRPr lang="en-US" sz="1000" dirty="0">
              <a:latin typeface="IntelOne Text Light" panose="020B0403020203020204" pitchFamily="34" charset="0"/>
            </a:endParaRPr>
          </a:p>
        </p:txBody>
      </p:sp>
    </p:spTree>
    <p:extLst>
      <p:ext uri="{BB962C8B-B14F-4D97-AF65-F5344CB8AC3E}">
        <p14:creationId xmlns:p14="http://schemas.microsoft.com/office/powerpoint/2010/main" val="1382768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Agriculture</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8" y="2106000"/>
            <a:ext cx="5905208" cy="4284167"/>
          </a:xfrm>
        </p:spPr>
        <p:txBody>
          <a:bodyPr>
            <a:normAutofit lnSpcReduction="10000"/>
          </a:bodyPr>
          <a:lstStyle/>
          <a:p>
            <a:pPr marL="342900" indent="-342900">
              <a:buFont typeface="Arial" panose="020B0604020202020204" pitchFamily="34" charset="0"/>
              <a:buChar char="•"/>
            </a:pPr>
            <a:r>
              <a:rPr lang="en-US" sz="2400" dirty="0">
                <a:latin typeface="IntelOne Text Light" panose="020B0403020203020204" pitchFamily="34" charset="0"/>
              </a:rPr>
              <a:t>Smart irrigation, spraying, and vertical farming allow the farmers to tend to their farms while conserving resources.</a:t>
            </a:r>
          </a:p>
          <a:p>
            <a:pPr marL="342900" indent="-342900">
              <a:buFont typeface="Arial" panose="020B0604020202020204" pitchFamily="34" charset="0"/>
              <a:buChar char="•"/>
            </a:pPr>
            <a:r>
              <a:rPr lang="en-US" sz="2400" dirty="0">
                <a:latin typeface="IntelOne Text Light" panose="020B0403020203020204" pitchFamily="34" charset="0"/>
              </a:rPr>
              <a:t>Applications of drones and GIS allows the farmers to monitor the health of the farm promptly and with less effort.</a:t>
            </a:r>
          </a:p>
          <a:p>
            <a:pPr marL="342900" indent="-342900">
              <a:buFont typeface="Arial" panose="020B0604020202020204" pitchFamily="34" charset="0"/>
              <a:buChar char="•"/>
            </a:pPr>
            <a:r>
              <a:rPr lang="en-US" sz="2400" dirty="0">
                <a:latin typeface="IntelOne Text Light" panose="020B0403020203020204" pitchFamily="34" charset="0"/>
              </a:rPr>
              <a:t>AI Wee</a:t>
            </a:r>
            <a:r>
              <a:rPr lang="en-US" dirty="0"/>
              <a:t>d Detection by </a:t>
            </a:r>
            <a:r>
              <a:rPr lang="en-US" dirty="0" err="1"/>
              <a:t>VisionAI</a:t>
            </a:r>
            <a:r>
              <a:rPr lang="en-US" dirty="0"/>
              <a:t> is capable of reducing the usage of pesticides, therefore, reducing health risk to the consumer and cost to the farmers.</a:t>
            </a:r>
            <a:endParaRPr lang="en-US" sz="2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5" name="Online Media 4" title="How Singapore Farms Use Artificial Intelligence">
            <a:hlinkClick r:id="" action="ppaction://media"/>
            <a:extLst>
              <a:ext uri="{FF2B5EF4-FFF2-40B4-BE49-F238E27FC236}">
                <a16:creationId xmlns:a16="http://schemas.microsoft.com/office/drawing/2014/main" id="{BEC6FF01-16C0-4DF9-8FBF-482B404795C4}"/>
              </a:ext>
            </a:extLst>
          </p:cNvPr>
          <p:cNvPicPr>
            <a:picLocks noRot="1" noChangeAspect="1"/>
          </p:cNvPicPr>
          <p:nvPr>
            <a:videoFile r:link="rId1"/>
          </p:nvPr>
        </p:nvPicPr>
        <p:blipFill>
          <a:blip r:embed="rId4"/>
          <a:stretch>
            <a:fillRect/>
          </a:stretch>
        </p:blipFill>
        <p:spPr>
          <a:xfrm>
            <a:off x="6588841" y="2264809"/>
            <a:ext cx="4764959" cy="2692202"/>
          </a:xfrm>
          <a:prstGeom prst="rect">
            <a:avLst/>
          </a:prstGeom>
        </p:spPr>
      </p:pic>
      <p:sp>
        <p:nvSpPr>
          <p:cNvPr id="7" name="Content Placeholder 2">
            <a:extLst>
              <a:ext uri="{FF2B5EF4-FFF2-40B4-BE49-F238E27FC236}">
                <a16:creationId xmlns:a16="http://schemas.microsoft.com/office/drawing/2014/main" id="{63710C00-D21F-418B-8C21-808454C1FE01}"/>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AI solutions in the industry</a:t>
            </a:r>
          </a:p>
        </p:txBody>
      </p:sp>
      <p:sp>
        <p:nvSpPr>
          <p:cNvPr id="8" name="TextBox 7" descr="source">
            <a:extLst>
              <a:ext uri="{FF2B5EF4-FFF2-40B4-BE49-F238E27FC236}">
                <a16:creationId xmlns:a16="http://schemas.microsoft.com/office/drawing/2014/main" id="{CCD28E1B-384D-4C4C-B2A5-BC30CE5B12AB}"/>
              </a:ext>
            </a:extLst>
          </p:cNvPr>
          <p:cNvSpPr txBox="1"/>
          <p:nvPr/>
        </p:nvSpPr>
        <p:spPr>
          <a:xfrm>
            <a:off x="381000" y="6252085"/>
            <a:ext cx="701313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indent="0">
              <a:buFont typeface="Arial" panose="020B0604020202020204" pitchFamily="34" charset="0"/>
              <a:buNone/>
            </a:pPr>
            <a:r>
              <a:rPr lang="en-US" sz="1000" dirty="0">
                <a:latin typeface="IntelOne Text Light" panose="020B0403020203020204" pitchFamily="34" charset="0"/>
              </a:rPr>
              <a:t>[Video] How Singapore Farms Use Artificial Intelligence. CNA Insider. Mar 10, 2020. </a:t>
            </a:r>
            <a:r>
              <a:rPr lang="en-US" sz="1000" dirty="0">
                <a:latin typeface="IntelOne Text Light" panose="020B0403020203020204" pitchFamily="34" charset="0"/>
                <a:hlinkClick r:id="rId5"/>
              </a:rPr>
              <a:t>https://www.youtube.com/watch?v=qOGsz-rUx6E</a:t>
            </a:r>
            <a:r>
              <a:rPr lang="en-US" sz="1000" dirty="0">
                <a:latin typeface="IntelOne Text Light" panose="020B0403020203020204" pitchFamily="34" charset="0"/>
              </a:rPr>
              <a:t> </a:t>
            </a:r>
          </a:p>
        </p:txBody>
      </p:sp>
    </p:spTree>
    <p:extLst>
      <p:ext uri="{BB962C8B-B14F-4D97-AF65-F5344CB8AC3E}">
        <p14:creationId xmlns:p14="http://schemas.microsoft.com/office/powerpoint/2010/main" val="2525656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Agriculture</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417324"/>
          </a:xfrm>
        </p:spPr>
        <p:txBody>
          <a:bodyPr>
            <a:normAutofit/>
          </a:bodyPr>
          <a:lstStyle/>
          <a:p>
            <a:pPr marL="342900" indent="-342900">
              <a:buFont typeface="Arial" panose="020B0604020202020204" pitchFamily="34" charset="0"/>
              <a:buChar char="•"/>
            </a:pPr>
            <a:r>
              <a:rPr lang="en-US" dirty="0"/>
              <a:t>What other AI solutions can be implemented but not shown in the previous slides?</a:t>
            </a:r>
          </a:p>
          <a:p>
            <a:pPr marL="342900" indent="-342900">
              <a:buFont typeface="Arial" panose="020B0604020202020204" pitchFamily="34" charset="0"/>
              <a:buChar char="•"/>
            </a:pPr>
            <a:r>
              <a:rPr lang="en-US" dirty="0"/>
              <a:t>What are the potential ethical questions that may arise with these AI solutions? And what can you do to reduce the risks?</a:t>
            </a:r>
          </a:p>
          <a:p>
            <a:pPr marL="342900" indent="-342900">
              <a:buFont typeface="Arial" panose="020B0604020202020204" pitchFamily="34" charset="0"/>
              <a:buChar char="•"/>
            </a:pPr>
            <a:endParaRPr lang="en-US" dirty="0"/>
          </a:p>
          <a:p>
            <a:r>
              <a:rPr lang="en-US" dirty="0"/>
              <a:t>Your answers should be around 2 paragraphs long (around 100 words).</a:t>
            </a:r>
          </a:p>
          <a:p>
            <a:r>
              <a:rPr lang="en-US" dirty="0"/>
              <a:t>You should not spend more than 5 minutes for this discussion.</a:t>
            </a:r>
          </a:p>
          <a:p>
            <a:pPr marL="342900" indent="-342900">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6" name="Content Placeholder 2">
            <a:extLst>
              <a:ext uri="{FF2B5EF4-FFF2-40B4-BE49-F238E27FC236}">
                <a16:creationId xmlns:a16="http://schemas.microsoft.com/office/drawing/2014/main" id="{08B25315-8019-485F-A156-B83A9BC2B53F}"/>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Let’s discuss in your group</a:t>
            </a:r>
          </a:p>
        </p:txBody>
      </p:sp>
    </p:spTree>
    <p:extLst>
      <p:ext uri="{BB962C8B-B14F-4D97-AF65-F5344CB8AC3E}">
        <p14:creationId xmlns:p14="http://schemas.microsoft.com/office/powerpoint/2010/main" val="1590518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a:bodyPr>
          <a:lstStyle/>
          <a:p>
            <a:r>
              <a:rPr lang="en-SG" dirty="0"/>
              <a:t>We have seen how AI is used in the agriculture industry. Now, we will look at the healthcare industry.</a:t>
            </a:r>
            <a:endParaRPr lang="en-US" dirty="0"/>
          </a:p>
        </p:txBody>
      </p:sp>
    </p:spTree>
    <p:extLst>
      <p:ext uri="{BB962C8B-B14F-4D97-AF65-F5344CB8AC3E}">
        <p14:creationId xmlns:p14="http://schemas.microsoft.com/office/powerpoint/2010/main" val="3638136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531757-3929-4800-8AB5-88F7668D79BA}"/>
              </a:ext>
            </a:extLst>
          </p:cNvPr>
          <p:cNvSpPr>
            <a:spLocks noGrp="1"/>
          </p:cNvSpPr>
          <p:nvPr>
            <p:ph type="title"/>
          </p:nvPr>
        </p:nvSpPr>
        <p:spPr>
          <a:xfrm>
            <a:off x="1833563" y="1878613"/>
            <a:ext cx="6833366" cy="1874852"/>
          </a:xfrm>
        </p:spPr>
        <p:txBody>
          <a:bodyPr>
            <a:normAutofit/>
          </a:bodyPr>
          <a:lstStyle/>
          <a:p>
            <a:r>
              <a:rPr lang="en-US" dirty="0"/>
              <a:t>AI in Healthcare</a:t>
            </a:r>
          </a:p>
        </p:txBody>
      </p:sp>
    </p:spTree>
    <p:extLst>
      <p:ext uri="{BB962C8B-B14F-4D97-AF65-F5344CB8AC3E}">
        <p14:creationId xmlns:p14="http://schemas.microsoft.com/office/powerpoint/2010/main" val="221713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Healthcare</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167209"/>
          </a:xfrm>
        </p:spPr>
        <p:txBody>
          <a:bodyPr>
            <a:normAutofit/>
          </a:bodyPr>
          <a:lstStyle/>
          <a:p>
            <a:pPr marL="342900" indent="-342900">
              <a:buFont typeface="Arial" panose="020B0604020202020204" pitchFamily="34" charset="0"/>
              <a:buChar char="•"/>
            </a:pPr>
            <a:r>
              <a:rPr lang="en-US" dirty="0"/>
              <a:t>Healthcare is the area of maintenance or improvement of health via prevention, diagnosis, treatment, and recovery from illness or injury.</a:t>
            </a:r>
          </a:p>
          <a:p>
            <a:pPr marL="342900" indent="-342900">
              <a:buFont typeface="Arial" panose="020B0604020202020204" pitchFamily="34" charset="0"/>
              <a:buChar char="•"/>
            </a:pPr>
            <a:r>
              <a:rPr lang="en-US" sz="2400" dirty="0">
                <a:latin typeface="IntelOne Text Light" panose="020B0403020203020204" pitchFamily="34" charset="0"/>
              </a:rPr>
              <a:t>This sector includes hospitals, nursing homes, medical devices suppliers, medical insurance companies, and pharmaceuticals.</a:t>
            </a:r>
          </a:p>
          <a:p>
            <a:pPr marL="342900" indent="-342900">
              <a:buFont typeface="Arial" panose="020B0604020202020204" pitchFamily="34" charset="0"/>
              <a:buChar char="•"/>
            </a:pPr>
            <a:r>
              <a:rPr lang="en-US" dirty="0"/>
              <a:t>Some major players include UnitedHealth Group, Johnson and Johnson, and Aetna.</a:t>
            </a:r>
            <a:endParaRPr lang="en-US" sz="2400" dirty="0">
              <a:latin typeface="IntelOne Text Light" panose="020B0403020203020204" pitchFamily="34" charset="0"/>
            </a:endParaRPr>
          </a:p>
          <a:p>
            <a:pPr marL="342900" indent="-342900">
              <a:buFont typeface="Arial" panose="020B0604020202020204" pitchFamily="34" charset="0"/>
              <a:buChar char="•"/>
            </a:pPr>
            <a:r>
              <a:rPr lang="en-US" sz="2400" dirty="0">
                <a:latin typeface="IntelOne Text Light" panose="020B0403020203020204" pitchFamily="34" charset="0"/>
              </a:rPr>
              <a:t>More than 900,000 businesses with over 20 millions employees are working in this sector.</a:t>
            </a:r>
            <a:endParaRPr lang="en-US" dirty="0"/>
          </a:p>
          <a:p>
            <a:pPr marL="342900" indent="-342900">
              <a:buFont typeface="Arial" panose="020B0604020202020204" pitchFamily="34" charset="0"/>
              <a:buChar char="•"/>
            </a:pPr>
            <a:r>
              <a:rPr lang="en-US" sz="2400" dirty="0">
                <a:latin typeface="IntelOne Text Light" panose="020B0403020203020204" pitchFamily="34" charset="0"/>
              </a:rPr>
              <a:t>Healthcare spending grew to $3.8 trillion in 2019.</a:t>
            </a:r>
          </a:p>
          <a:p>
            <a:endParaRPr lang="en-US" sz="2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36</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F26AE3C0-0C43-492C-BCD2-FCF676F16415}"/>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Background information about the industry</a:t>
            </a:r>
          </a:p>
        </p:txBody>
      </p:sp>
    </p:spTree>
    <p:extLst>
      <p:ext uri="{BB962C8B-B14F-4D97-AF65-F5344CB8AC3E}">
        <p14:creationId xmlns:p14="http://schemas.microsoft.com/office/powerpoint/2010/main" val="1129382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Healthcare</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103414"/>
          </a:xfrm>
        </p:spPr>
        <p:txBody>
          <a:bodyPr>
            <a:normAutofit/>
          </a:bodyPr>
          <a:lstStyle/>
          <a:p>
            <a:pPr marL="342900" indent="-342900">
              <a:buFont typeface="Arial" panose="020B0604020202020204" pitchFamily="34" charset="0"/>
              <a:buChar char="•"/>
            </a:pPr>
            <a:r>
              <a:rPr lang="en-US" dirty="0"/>
              <a:t>Cost and transparency</a:t>
            </a:r>
          </a:p>
          <a:p>
            <a:pPr marL="342900" indent="-342900">
              <a:buFont typeface="Arial" panose="020B0604020202020204" pitchFamily="34" charset="0"/>
              <a:buChar char="•"/>
            </a:pPr>
            <a:r>
              <a:rPr lang="en-US" sz="2400" dirty="0">
                <a:latin typeface="IntelOne Text Light" panose="020B0403020203020204" pitchFamily="34" charset="0"/>
              </a:rPr>
              <a:t>Consumer experience</a:t>
            </a:r>
          </a:p>
          <a:p>
            <a:pPr marL="342900" indent="-342900">
              <a:buFont typeface="Arial" panose="020B0604020202020204" pitchFamily="34" charset="0"/>
              <a:buChar char="•"/>
            </a:pPr>
            <a:r>
              <a:rPr lang="en-US" sz="2400" dirty="0">
                <a:latin typeface="IntelOne Text Light" panose="020B0403020203020204" pitchFamily="34" charset="0"/>
              </a:rPr>
              <a:t>Holistic individual health</a:t>
            </a:r>
            <a:endParaRPr lang="en-US" dirty="0"/>
          </a:p>
          <a:p>
            <a:pPr marL="342900" indent="-342900">
              <a:buFont typeface="Arial" panose="020B0604020202020204" pitchFamily="34" charset="0"/>
              <a:buChar char="•"/>
            </a:pPr>
            <a:r>
              <a:rPr lang="en-US" sz="2400" dirty="0">
                <a:latin typeface="IntelOne Text Light" panose="020B0403020203020204" pitchFamily="34" charset="0"/>
              </a:rPr>
              <a:t>Accessible points of care</a:t>
            </a:r>
          </a:p>
          <a:p>
            <a:pPr marL="342900" indent="-342900">
              <a:buFont typeface="Arial" panose="020B0604020202020204" pitchFamily="34" charset="0"/>
              <a:buChar char="•"/>
            </a:pPr>
            <a:r>
              <a:rPr lang="en-US" sz="2400" dirty="0">
                <a:latin typeface="IntelOne Text Light" panose="020B0403020203020204" pitchFamily="34" charset="0"/>
              </a:rPr>
              <a:t>Inadequate staffing and mandatory overtime</a:t>
            </a:r>
            <a:endParaRPr lang="en-US" dirty="0"/>
          </a:p>
          <a:p>
            <a:pPr marL="342900" indent="-342900">
              <a:buFont typeface="Arial" panose="020B0604020202020204" pitchFamily="34" charset="0"/>
              <a:buChar char="•"/>
            </a:pPr>
            <a:r>
              <a:rPr lang="en-US" sz="2400" dirty="0">
                <a:latin typeface="IntelOne Text Light" panose="020B0403020203020204" pitchFamily="34" charset="0"/>
              </a:rPr>
              <a:t>Safety on job</a:t>
            </a:r>
          </a:p>
          <a:p>
            <a:pPr marL="342900" indent="-342900">
              <a:buFont typeface="Arial" panose="020B0604020202020204" pitchFamily="34" charset="0"/>
              <a:buChar char="•"/>
            </a:pPr>
            <a:r>
              <a:rPr lang="en-US" sz="2400" dirty="0">
                <a:latin typeface="IntelOne Text Light" panose="020B0403020203020204" pitchFamily="34" charset="0"/>
              </a:rPr>
              <a:t>Workplace violence</a:t>
            </a:r>
            <a:endParaRPr lang="en-US" dirty="0"/>
          </a:p>
          <a:p>
            <a:pPr marL="342900" indent="-342900">
              <a:buFont typeface="Arial" panose="020B0604020202020204" pitchFamily="34" charset="0"/>
              <a:buChar char="•"/>
            </a:pPr>
            <a:r>
              <a:rPr lang="en-US" sz="2400" dirty="0">
                <a:latin typeface="IntelOne Text Light" panose="020B0403020203020204" pitchFamily="34" charset="0"/>
              </a:rPr>
              <a:t>Stress, burnout, and lack of work-life balance</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37</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D1389280-D2EC-4547-B15D-F22AA6C6FC0F}"/>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Problems faced in the industry</a:t>
            </a:r>
          </a:p>
        </p:txBody>
      </p:sp>
    </p:spTree>
    <p:extLst>
      <p:ext uri="{BB962C8B-B14F-4D97-AF65-F5344CB8AC3E}">
        <p14:creationId xmlns:p14="http://schemas.microsoft.com/office/powerpoint/2010/main" val="668259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Healthcare</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7" y="2106000"/>
            <a:ext cx="6872769" cy="4220372"/>
          </a:xfrm>
        </p:spPr>
        <p:txBody>
          <a:bodyPr>
            <a:normAutofit/>
          </a:bodyPr>
          <a:lstStyle/>
          <a:p>
            <a:pPr marL="342900" indent="-342900" algn="just">
              <a:buFont typeface="Arial" panose="020B0604020202020204" pitchFamily="34" charset="0"/>
              <a:buChar char="•"/>
            </a:pPr>
            <a:r>
              <a:rPr lang="en-US" dirty="0"/>
              <a:t>AI-assisted robotic surgery to suture narrow blood vessel at Maastricht University Medical Center, Netherlands. This achievement allows precise surgery that speeds up the patients’ recovery.</a:t>
            </a:r>
          </a:p>
          <a:p>
            <a:pPr marL="342900" indent="-342900" algn="just">
              <a:buFont typeface="Arial" panose="020B0604020202020204" pitchFamily="34" charset="0"/>
              <a:buChar char="•"/>
            </a:pPr>
            <a:r>
              <a:rPr lang="en-US" sz="2400" dirty="0">
                <a:latin typeface="IntelOne Text Light" panose="020B0403020203020204" pitchFamily="34" charset="0"/>
              </a:rPr>
              <a:t>Stanford University’s research of using AI algorithm to detect skin cancer. This research enables a prompt detection and treatment. </a:t>
            </a:r>
          </a:p>
          <a:p>
            <a:pPr marL="342900" indent="-342900" algn="just">
              <a:buFont typeface="Arial" panose="020B0604020202020204" pitchFamily="34" charset="0"/>
              <a:buChar char="•"/>
            </a:pPr>
            <a:r>
              <a:rPr lang="en-US" sz="2400" dirty="0">
                <a:latin typeface="IntelOne Text Light" panose="020B0403020203020204" pitchFamily="34" charset="0"/>
              </a:rPr>
              <a:t>Babylon Health creates a health monitoring system to help people stay healthy. </a:t>
            </a:r>
            <a:r>
              <a:rPr lang="en-US" dirty="0"/>
              <a:t>Take a look at the video.</a:t>
            </a:r>
            <a:endParaRPr lang="en-US" sz="2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38</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5" name="Online Media 4" title="Babylon Health - apps, patients and sustainable healthcare | Dr Keith Grimes">
            <a:hlinkClick r:id="" action="ppaction://media"/>
            <a:extLst>
              <a:ext uri="{FF2B5EF4-FFF2-40B4-BE49-F238E27FC236}">
                <a16:creationId xmlns:a16="http://schemas.microsoft.com/office/drawing/2014/main" id="{6748E0E5-5FD7-405F-AC05-D53F486CCCCD}"/>
              </a:ext>
            </a:extLst>
          </p:cNvPr>
          <p:cNvPicPr>
            <a:picLocks noRot="1" noChangeAspect="1"/>
          </p:cNvPicPr>
          <p:nvPr>
            <a:videoFile r:link="rId1"/>
          </p:nvPr>
        </p:nvPicPr>
        <p:blipFill>
          <a:blip r:embed="rId4"/>
          <a:stretch>
            <a:fillRect/>
          </a:stretch>
        </p:blipFill>
        <p:spPr>
          <a:xfrm>
            <a:off x="7516125" y="2624712"/>
            <a:ext cx="4078057" cy="2304102"/>
          </a:xfrm>
          <a:prstGeom prst="rect">
            <a:avLst/>
          </a:prstGeom>
        </p:spPr>
      </p:pic>
      <p:sp>
        <p:nvSpPr>
          <p:cNvPr id="6" name="Content Placeholder 2">
            <a:extLst>
              <a:ext uri="{FF2B5EF4-FFF2-40B4-BE49-F238E27FC236}">
                <a16:creationId xmlns:a16="http://schemas.microsoft.com/office/drawing/2014/main" id="{5D9C342E-877E-4167-9419-1BEA72D1A21C}"/>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AI solutions in the industry</a:t>
            </a:r>
          </a:p>
        </p:txBody>
      </p:sp>
      <p:sp>
        <p:nvSpPr>
          <p:cNvPr id="7" name="TextBox 6" descr="source">
            <a:extLst>
              <a:ext uri="{FF2B5EF4-FFF2-40B4-BE49-F238E27FC236}">
                <a16:creationId xmlns:a16="http://schemas.microsoft.com/office/drawing/2014/main" id="{7B6AA9CE-8070-493E-9054-FC4D965526EB}"/>
              </a:ext>
            </a:extLst>
          </p:cNvPr>
          <p:cNvSpPr txBox="1"/>
          <p:nvPr/>
        </p:nvSpPr>
        <p:spPr>
          <a:xfrm>
            <a:off x="381000" y="6252085"/>
            <a:ext cx="8393323"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indent="0">
              <a:buFont typeface="Arial" panose="020B0604020202020204" pitchFamily="34" charset="0"/>
              <a:buNone/>
            </a:pPr>
            <a:r>
              <a:rPr lang="en-US" sz="1000" dirty="0">
                <a:latin typeface="IntelOne Text Light" panose="020B0403020203020204" pitchFamily="34" charset="0"/>
              </a:rPr>
              <a:t>[Video] Babylon Health - apps, patients and sustainable healthcare | Dr Keith Grimes. </a:t>
            </a:r>
            <a:r>
              <a:rPr lang="en-US" sz="1000" dirty="0" err="1">
                <a:latin typeface="IntelOne Text Light" panose="020B0403020203020204" pitchFamily="34" charset="0"/>
              </a:rPr>
              <a:t>acmedsci</a:t>
            </a:r>
            <a:r>
              <a:rPr lang="en-US" sz="1000" dirty="0">
                <a:latin typeface="IntelOne Text Light" panose="020B0403020203020204" pitchFamily="34" charset="0"/>
              </a:rPr>
              <a:t>. Jan 7, 2021. </a:t>
            </a:r>
            <a:r>
              <a:rPr lang="en-US" sz="1000" dirty="0">
                <a:latin typeface="IntelOne Text Light" panose="020B0403020203020204" pitchFamily="34" charset="0"/>
                <a:hlinkClick r:id="rId5"/>
              </a:rPr>
              <a:t>https://www.youtube.com/watch?v=yO5VARNjuBw</a:t>
            </a:r>
            <a:r>
              <a:rPr lang="en-US" sz="1000" dirty="0">
                <a:latin typeface="IntelOne Text Light" panose="020B0403020203020204" pitchFamily="34" charset="0"/>
              </a:rPr>
              <a:t> </a:t>
            </a:r>
          </a:p>
        </p:txBody>
      </p:sp>
    </p:spTree>
    <p:extLst>
      <p:ext uri="{BB962C8B-B14F-4D97-AF65-F5344CB8AC3E}">
        <p14:creationId xmlns:p14="http://schemas.microsoft.com/office/powerpoint/2010/main" val="3920603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fill="hold" display="0">
                  <p:stCondLst>
                    <p:cond delay="indefinite"/>
                  </p:stCondLst>
                </p:cTn>
                <p:tgtEl>
                  <p:spTgt spid="5"/>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Healthcare</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8" y="2106000"/>
            <a:ext cx="6628221" cy="4220372"/>
          </a:xfrm>
        </p:spPr>
        <p:txBody>
          <a:bodyPr>
            <a:normAutofit lnSpcReduction="10000"/>
          </a:bodyPr>
          <a:lstStyle/>
          <a:p>
            <a:pPr marL="342900" indent="-342900" algn="just">
              <a:buFont typeface="Arial" panose="020B0604020202020204" pitchFamily="34" charset="0"/>
              <a:buChar char="•"/>
            </a:pPr>
            <a:r>
              <a:rPr lang="en-US" dirty="0"/>
              <a:t>AI-powered prosthetic arm for amputees, allowing them to have independence in their daily life.</a:t>
            </a:r>
          </a:p>
          <a:p>
            <a:pPr marL="342900" indent="-342900" algn="just">
              <a:buFont typeface="Arial" panose="020B0604020202020204" pitchFamily="34" charset="0"/>
              <a:buChar char="•"/>
            </a:pPr>
            <a:r>
              <a:rPr lang="en-US" dirty="0"/>
              <a:t>Sensely is a chatbot that can act as an empathy-driven conversational platform.</a:t>
            </a:r>
          </a:p>
          <a:p>
            <a:pPr marL="342900" indent="-342900" algn="just">
              <a:buFont typeface="Arial" panose="020B0604020202020204" pitchFamily="34" charset="0"/>
              <a:buChar char="•"/>
            </a:pPr>
            <a:r>
              <a:rPr lang="en-US" dirty="0"/>
              <a:t>HERO21, an autonomous disinfection robot used in hospital, especially during a pandemic.</a:t>
            </a:r>
          </a:p>
          <a:p>
            <a:pPr marL="342900" indent="-342900" algn="just">
              <a:buFont typeface="Arial" panose="020B0604020202020204" pitchFamily="34" charset="0"/>
              <a:buChar char="•"/>
            </a:pPr>
            <a:r>
              <a:rPr lang="en-US" dirty="0"/>
              <a:t>Lucas 3, a chest compression system for CPR on the move that allows the patient to have CPR treatment even in narrow spaces like staircase.</a:t>
            </a:r>
            <a:endParaRPr lang="en-US" sz="2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39</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6" name="Online Media 5" title="ARMIS AND CRURA">
            <a:hlinkClick r:id="" action="ppaction://media"/>
            <a:extLst>
              <a:ext uri="{FF2B5EF4-FFF2-40B4-BE49-F238E27FC236}">
                <a16:creationId xmlns:a16="http://schemas.microsoft.com/office/drawing/2014/main" id="{54C67544-89EE-4BA2-A3E7-767BE07CA5DF}"/>
              </a:ext>
            </a:extLst>
          </p:cNvPr>
          <p:cNvPicPr>
            <a:picLocks noRot="1" noChangeAspect="1"/>
          </p:cNvPicPr>
          <p:nvPr>
            <a:videoFile r:link="rId1"/>
          </p:nvPr>
        </p:nvPicPr>
        <p:blipFill>
          <a:blip r:embed="rId5"/>
          <a:stretch>
            <a:fillRect/>
          </a:stretch>
        </p:blipFill>
        <p:spPr>
          <a:xfrm>
            <a:off x="7377855" y="1029851"/>
            <a:ext cx="4246282" cy="2399149"/>
          </a:xfrm>
          <a:prstGeom prst="rect">
            <a:avLst/>
          </a:prstGeom>
        </p:spPr>
      </p:pic>
      <p:pic>
        <p:nvPicPr>
          <p:cNvPr id="5" name="Online Media 4" title="Game-changer in disinfection - HERO21 autonomous UV-C mobile robot solution for hospitals">
            <a:hlinkClick r:id="" action="ppaction://media"/>
            <a:extLst>
              <a:ext uri="{FF2B5EF4-FFF2-40B4-BE49-F238E27FC236}">
                <a16:creationId xmlns:a16="http://schemas.microsoft.com/office/drawing/2014/main" id="{3CB2EF8E-1F67-41EC-B6DE-BFD339FF9131}"/>
              </a:ext>
            </a:extLst>
          </p:cNvPr>
          <p:cNvPicPr>
            <a:picLocks noRot="1" noChangeAspect="1"/>
          </p:cNvPicPr>
          <p:nvPr>
            <a:videoFile r:link="rId2"/>
          </p:nvPr>
        </p:nvPicPr>
        <p:blipFill>
          <a:blip r:embed="rId6"/>
          <a:stretch>
            <a:fillRect/>
          </a:stretch>
        </p:blipFill>
        <p:spPr>
          <a:xfrm>
            <a:off x="7377855" y="3640578"/>
            <a:ext cx="4246282" cy="2399149"/>
          </a:xfrm>
          <a:prstGeom prst="rect">
            <a:avLst/>
          </a:prstGeom>
        </p:spPr>
      </p:pic>
      <p:sp>
        <p:nvSpPr>
          <p:cNvPr id="7" name="Content Placeholder 2">
            <a:extLst>
              <a:ext uri="{FF2B5EF4-FFF2-40B4-BE49-F238E27FC236}">
                <a16:creationId xmlns:a16="http://schemas.microsoft.com/office/drawing/2014/main" id="{D0FEE40F-C090-4F97-B168-E2C51204BA98}"/>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AI solutions in the industry</a:t>
            </a:r>
          </a:p>
        </p:txBody>
      </p:sp>
      <p:sp>
        <p:nvSpPr>
          <p:cNvPr id="8" name="TextBox 7" descr="source">
            <a:extLst>
              <a:ext uri="{FF2B5EF4-FFF2-40B4-BE49-F238E27FC236}">
                <a16:creationId xmlns:a16="http://schemas.microsoft.com/office/drawing/2014/main" id="{09EFFD98-5029-4B64-AD3D-7A3652B8139A}"/>
              </a:ext>
            </a:extLst>
          </p:cNvPr>
          <p:cNvSpPr txBox="1"/>
          <p:nvPr/>
        </p:nvSpPr>
        <p:spPr>
          <a:xfrm>
            <a:off x="381000" y="6081957"/>
            <a:ext cx="10619895"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indent="0">
              <a:buFont typeface="Arial" panose="020B0604020202020204" pitchFamily="34" charset="0"/>
              <a:buNone/>
            </a:pPr>
            <a:r>
              <a:rPr lang="en-US" sz="1000" dirty="0">
                <a:latin typeface="IntelOne Text Light" panose="020B0403020203020204" pitchFamily="34" charset="0"/>
              </a:rPr>
              <a:t>[Video] ARMIS AND CRURA. Arm Chain. Aug 18, 2021. </a:t>
            </a:r>
            <a:r>
              <a:rPr lang="en-US" sz="1000" dirty="0">
                <a:latin typeface="IntelOne Text Light" panose="020B0403020203020204" pitchFamily="34" charset="0"/>
                <a:hlinkClick r:id="rId7"/>
              </a:rPr>
              <a:t>https://www.youtube.com/watch?v=_HhoZhjYq-M</a:t>
            </a:r>
            <a:r>
              <a:rPr lang="en-US" sz="1000" dirty="0">
                <a:latin typeface="IntelOne Text Light" panose="020B0403020203020204" pitchFamily="34" charset="0"/>
              </a:rPr>
              <a:t> </a:t>
            </a:r>
          </a:p>
          <a:p>
            <a:r>
              <a:rPr lang="en-US" sz="1000" dirty="0">
                <a:latin typeface="IntelOne Text Light" panose="020B0403020203020204" pitchFamily="34" charset="0"/>
              </a:rPr>
              <a:t>[Video] Game-changer in disinfection - HERO21 autonomous UV-C mobile robot solution for hospitals. Omron Industrial Automation EMEA. Jun 10, 2021. </a:t>
            </a:r>
            <a:r>
              <a:rPr lang="en-US" sz="1000" dirty="0">
                <a:latin typeface="IntelOne Text Light" panose="020B0403020203020204" pitchFamily="34" charset="0"/>
                <a:hlinkClick r:id="rId8"/>
              </a:rPr>
              <a:t>https://www.youtube.com/watch?v=JU8Zy91jaXE</a:t>
            </a:r>
            <a:r>
              <a:rPr lang="en-US" sz="1000" dirty="0">
                <a:latin typeface="IntelOne Text Light" panose="020B0403020203020204" pitchFamily="34" charset="0"/>
              </a:rPr>
              <a:t> </a:t>
            </a:r>
          </a:p>
        </p:txBody>
      </p:sp>
    </p:spTree>
    <p:extLst>
      <p:ext uri="{BB962C8B-B14F-4D97-AF65-F5344CB8AC3E}">
        <p14:creationId xmlns:p14="http://schemas.microsoft.com/office/powerpoint/2010/main" val="4215925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6"/>
                </p:tgtEl>
              </p:cMediaNode>
            </p:video>
            <p:seq concurrent="1" nextAc="seek">
              <p:cTn id="12" restart="whenNotActive" fill="hold" evtFilter="cancelBubble" nodeType="interactiveSeq">
                <p:stCondLst>
                  <p:cond evt="onClick" delay="0">
                    <p:tgtEl>
                      <p:spTgt spid="6"/>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6"/>
                                        </p:tgtEl>
                                      </p:cBhvr>
                                    </p:cmd>
                                  </p:childTnLst>
                                </p:cTn>
                              </p:par>
                            </p:childTnLst>
                          </p:cTn>
                        </p:par>
                      </p:childTnLst>
                    </p:cTn>
                  </p:par>
                </p:childTnLst>
              </p:cTn>
              <p:nextCondLst>
                <p:cond evt="onClick" delay="0">
                  <p:tgtEl>
                    <p:spTgt spid="6"/>
                  </p:tgtEl>
                </p:cond>
              </p:nextCondLst>
            </p:seq>
            <p:video>
              <p:cMediaNode vol="80000">
                <p:cTn id="17" fill="hold" display="0">
                  <p:stCondLst>
                    <p:cond delay="indefinite"/>
                  </p:stCondLst>
                </p:cTn>
                <p:tgtEl>
                  <p:spTgt spid="5"/>
                </p:tgtEl>
              </p:cMediaNode>
            </p:video>
            <p:seq concurrent="1" nextAc="seek">
              <p:cTn id="18" restart="whenNotActive" fill="hold" evtFilter="cancelBubble" nodeType="interactiveSeq">
                <p:stCondLst>
                  <p:cond evt="onClick" delay="0">
                    <p:tgtEl>
                      <p:spTgt spid="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Healthcare</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8" y="2106000"/>
            <a:ext cx="6330509" cy="4071516"/>
          </a:xfrm>
        </p:spPr>
        <p:txBody>
          <a:bodyPr>
            <a:normAutofit/>
          </a:bodyPr>
          <a:lstStyle/>
          <a:p>
            <a:pPr marL="342900" indent="-342900">
              <a:buFont typeface="Arial" panose="020B0604020202020204" pitchFamily="34" charset="0"/>
              <a:buChar char="•"/>
            </a:pPr>
            <a:r>
              <a:rPr lang="en-US" dirty="0"/>
              <a:t>There are also chatbots that you can talk to</a:t>
            </a:r>
          </a:p>
          <a:p>
            <a:pPr marL="342900" indent="-342900">
              <a:buFont typeface="Arial" panose="020B0604020202020204" pitchFamily="34" charset="0"/>
              <a:buChar char="•"/>
            </a:pPr>
            <a:r>
              <a:rPr lang="en-US" sz="2400" dirty="0">
                <a:latin typeface="IntelOne Text Light" panose="020B0403020203020204" pitchFamily="34" charset="0"/>
              </a:rPr>
              <a:t>An example is Wysa </a:t>
            </a:r>
          </a:p>
          <a:p>
            <a:pPr marL="1146175" lvl="1" indent="-342900"/>
            <a:r>
              <a:rPr lang="en-US" dirty="0">
                <a:latin typeface="IntelOne Text Light" panose="020B0403020203020204" pitchFamily="34" charset="0"/>
              </a:rPr>
              <a:t>You can install it on your Android / iOS phone</a:t>
            </a:r>
            <a:endParaRPr lang="en-US" dirty="0"/>
          </a:p>
          <a:p>
            <a:pPr marL="1146175" lvl="1" indent="-342900"/>
            <a:r>
              <a:rPr lang="en-US" dirty="0">
                <a:latin typeface="IntelOne Text Light" panose="020B0403020203020204" pitchFamily="34" charset="0"/>
              </a:rPr>
              <a:t>You start by choosing a nickname, select a few categories that you are interested in, and start chatting </a:t>
            </a:r>
          </a:p>
          <a:p>
            <a:pPr marL="1146175" lvl="1" indent="-342900"/>
            <a:r>
              <a:rPr lang="en-US" dirty="0"/>
              <a:t>You can opt to try it out for free (just skip when they ask about paid plans)</a:t>
            </a:r>
            <a:endParaRPr lang="en-US"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40</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6" name="Picture 5" descr="A screenshot of a website">
            <a:extLst>
              <a:ext uri="{FF2B5EF4-FFF2-40B4-BE49-F238E27FC236}">
                <a16:creationId xmlns:a16="http://schemas.microsoft.com/office/drawing/2014/main" id="{6D69B80F-EAA4-42F2-928A-69FD5C551338}"/>
              </a:ext>
            </a:extLst>
          </p:cNvPr>
          <p:cNvPicPr>
            <a:picLocks noChangeAspect="1"/>
          </p:cNvPicPr>
          <p:nvPr/>
        </p:nvPicPr>
        <p:blipFill>
          <a:blip r:embed="rId3"/>
          <a:stretch>
            <a:fillRect/>
          </a:stretch>
        </p:blipFill>
        <p:spPr>
          <a:xfrm>
            <a:off x="7055774" y="1948724"/>
            <a:ext cx="4572064" cy="2679400"/>
          </a:xfrm>
          <a:prstGeom prst="rect">
            <a:avLst/>
          </a:prstGeom>
        </p:spPr>
      </p:pic>
      <p:sp>
        <p:nvSpPr>
          <p:cNvPr id="7" name="Content Placeholder 2">
            <a:extLst>
              <a:ext uri="{FF2B5EF4-FFF2-40B4-BE49-F238E27FC236}">
                <a16:creationId xmlns:a16="http://schemas.microsoft.com/office/drawing/2014/main" id="{600D4B58-3876-491D-B269-355C57C302BB}"/>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Let’s try this App</a:t>
            </a:r>
          </a:p>
        </p:txBody>
      </p:sp>
      <p:sp>
        <p:nvSpPr>
          <p:cNvPr id="8" name="TextBox 7" descr="source">
            <a:extLst>
              <a:ext uri="{FF2B5EF4-FFF2-40B4-BE49-F238E27FC236}">
                <a16:creationId xmlns:a16="http://schemas.microsoft.com/office/drawing/2014/main" id="{586A1B07-5C58-4ABD-B7DA-CABABBCF7DD6}"/>
              </a:ext>
            </a:extLst>
          </p:cNvPr>
          <p:cNvSpPr txBox="1"/>
          <p:nvPr/>
        </p:nvSpPr>
        <p:spPr>
          <a:xfrm>
            <a:off x="381000" y="6252085"/>
            <a:ext cx="4154984"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indent="0">
              <a:buFont typeface="Arial" panose="020B0604020202020204" pitchFamily="34" charset="0"/>
              <a:buNone/>
            </a:pPr>
            <a:r>
              <a:rPr lang="en-US" sz="1000" dirty="0">
                <a:latin typeface="IntelOne Text Light" panose="020B0403020203020204" pitchFamily="34" charset="0"/>
              </a:rPr>
              <a:t>[Image of Wysa]. Retrieved on September 12, 2021, from </a:t>
            </a:r>
            <a:r>
              <a:rPr lang="en-US" sz="1000" dirty="0">
                <a:latin typeface="IntelOne Text Light" panose="020B0403020203020204" pitchFamily="34" charset="0"/>
                <a:hlinkClick r:id="rId4"/>
              </a:rPr>
              <a:t>https://www.wysa.io/</a:t>
            </a:r>
            <a:endParaRPr lang="en-US" sz="1000" dirty="0">
              <a:latin typeface="IntelOne Text Light" panose="020B0403020203020204" pitchFamily="34" charset="0"/>
            </a:endParaRPr>
          </a:p>
        </p:txBody>
      </p:sp>
    </p:spTree>
    <p:extLst>
      <p:ext uri="{BB962C8B-B14F-4D97-AF65-F5344CB8AC3E}">
        <p14:creationId xmlns:p14="http://schemas.microsoft.com/office/powerpoint/2010/main" val="2656721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Healthcare</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417324"/>
          </a:xfrm>
        </p:spPr>
        <p:txBody>
          <a:bodyPr>
            <a:normAutofit/>
          </a:bodyPr>
          <a:lstStyle/>
          <a:p>
            <a:pPr marL="342900" indent="-342900">
              <a:buFont typeface="Arial" panose="020B0604020202020204" pitchFamily="34" charset="0"/>
              <a:buChar char="•"/>
            </a:pPr>
            <a:r>
              <a:rPr lang="en-US" dirty="0"/>
              <a:t>What other AI solutions can be implemented but not shown in the previous slides?</a:t>
            </a:r>
          </a:p>
          <a:p>
            <a:pPr marL="342900" indent="-342900">
              <a:buFont typeface="Arial" panose="020B0604020202020204" pitchFamily="34" charset="0"/>
              <a:buChar char="•"/>
            </a:pPr>
            <a:r>
              <a:rPr lang="en-US" dirty="0"/>
              <a:t>What are the potential ethical questions that may arise with these AI solutions? And what can you do to reduce the risks?</a:t>
            </a:r>
          </a:p>
          <a:p>
            <a:pPr marL="342900" indent="-342900">
              <a:buFont typeface="Arial" panose="020B0604020202020204" pitchFamily="34" charset="0"/>
              <a:buChar char="•"/>
            </a:pPr>
            <a:endParaRPr lang="en-US" dirty="0"/>
          </a:p>
          <a:p>
            <a:r>
              <a:rPr lang="en-US" dirty="0"/>
              <a:t>Your answers should be around 2 paragraphs long (around 100 words).</a:t>
            </a:r>
          </a:p>
          <a:p>
            <a:r>
              <a:rPr lang="en-US" dirty="0"/>
              <a:t>You should not spend more than 5 minutes for this discussion.</a:t>
            </a:r>
          </a:p>
          <a:p>
            <a:pPr marL="342900" indent="-342900">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41</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6" name="Content Placeholder 2">
            <a:extLst>
              <a:ext uri="{FF2B5EF4-FFF2-40B4-BE49-F238E27FC236}">
                <a16:creationId xmlns:a16="http://schemas.microsoft.com/office/drawing/2014/main" id="{08B25315-8019-485F-A156-B83A9BC2B53F}"/>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Let’s discuss in your group</a:t>
            </a:r>
          </a:p>
        </p:txBody>
      </p:sp>
    </p:spTree>
    <p:extLst>
      <p:ext uri="{BB962C8B-B14F-4D97-AF65-F5344CB8AC3E}">
        <p14:creationId xmlns:p14="http://schemas.microsoft.com/office/powerpoint/2010/main" val="3964375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a:bodyPr>
          <a:lstStyle/>
          <a:p>
            <a:r>
              <a:rPr lang="en-SG" dirty="0"/>
              <a:t>We have seen how AI is used in the healthcare industry. Let’s now look at the </a:t>
            </a:r>
            <a:br>
              <a:rPr lang="en-SG" dirty="0"/>
            </a:br>
            <a:r>
              <a:rPr lang="en-SG" dirty="0"/>
              <a:t>manufacturing industry.</a:t>
            </a:r>
            <a:endParaRPr lang="en-US" dirty="0"/>
          </a:p>
        </p:txBody>
      </p:sp>
    </p:spTree>
    <p:extLst>
      <p:ext uri="{BB962C8B-B14F-4D97-AF65-F5344CB8AC3E}">
        <p14:creationId xmlns:p14="http://schemas.microsoft.com/office/powerpoint/2010/main" val="251118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531757-3929-4800-8AB5-88F7668D79BA}"/>
              </a:ext>
            </a:extLst>
          </p:cNvPr>
          <p:cNvSpPr>
            <a:spLocks noGrp="1"/>
          </p:cNvSpPr>
          <p:nvPr>
            <p:ph type="title"/>
          </p:nvPr>
        </p:nvSpPr>
        <p:spPr>
          <a:xfrm>
            <a:off x="1833563" y="1878613"/>
            <a:ext cx="6833366" cy="1874852"/>
          </a:xfrm>
        </p:spPr>
        <p:txBody>
          <a:bodyPr>
            <a:normAutofit/>
          </a:bodyPr>
          <a:lstStyle/>
          <a:p>
            <a:r>
              <a:rPr lang="en-US" dirty="0"/>
              <a:t>AI in Manufacturing</a:t>
            </a:r>
          </a:p>
        </p:txBody>
      </p:sp>
    </p:spTree>
    <p:extLst>
      <p:ext uri="{BB962C8B-B14F-4D97-AF65-F5344CB8AC3E}">
        <p14:creationId xmlns:p14="http://schemas.microsoft.com/office/powerpoint/2010/main" val="2800244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Manufacturing</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3763172"/>
          </a:xfrm>
        </p:spPr>
        <p:txBody>
          <a:bodyPr>
            <a:normAutofit/>
          </a:bodyPr>
          <a:lstStyle/>
          <a:p>
            <a:pPr marL="342900" indent="-342900">
              <a:buFont typeface="Arial" panose="020B0604020202020204" pitchFamily="34" charset="0"/>
              <a:buChar char="•"/>
            </a:pPr>
            <a:r>
              <a:rPr lang="en-US" dirty="0"/>
              <a:t>Manufacturing is the creation of products through labor and machinery, usually in the settings of a factory.</a:t>
            </a:r>
          </a:p>
          <a:p>
            <a:pPr marL="342900" indent="-342900">
              <a:buFont typeface="Arial" panose="020B0604020202020204" pitchFamily="34" charset="0"/>
              <a:buChar char="•"/>
            </a:pPr>
            <a:r>
              <a:rPr lang="en-US" sz="2400" dirty="0">
                <a:latin typeface="IntelOne Text Light" panose="020B0403020203020204" pitchFamily="34" charset="0"/>
              </a:rPr>
              <a:t>Examples of manufacturing include creating pharmaceutical products, chemicals, cars, computers, and clothes.</a:t>
            </a:r>
          </a:p>
          <a:p>
            <a:pPr marL="342900" indent="-342900">
              <a:buFont typeface="Arial" panose="020B0604020202020204" pitchFamily="34" charset="0"/>
              <a:buChar char="•"/>
            </a:pPr>
            <a:r>
              <a:rPr lang="en-US" sz="2400" dirty="0">
                <a:latin typeface="IntelOne Text Light" panose="020B0403020203020204" pitchFamily="34" charset="0"/>
              </a:rPr>
              <a:t>Manufacturing accounts for 11.39% of total output in the United States.</a:t>
            </a:r>
          </a:p>
          <a:p>
            <a:pPr marL="342900" indent="-342900">
              <a:buFont typeface="Arial" panose="020B0604020202020204" pitchFamily="34" charset="0"/>
              <a:buChar char="•"/>
            </a:pPr>
            <a:r>
              <a:rPr lang="en-US" sz="2400" dirty="0">
                <a:latin typeface="IntelOne Text Light" panose="020B0403020203020204" pitchFamily="34" charset="0"/>
              </a:rPr>
              <a:t>There are 8.51% workforce employed in this industry.</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44</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6" name="Content Placeholder 2">
            <a:extLst>
              <a:ext uri="{FF2B5EF4-FFF2-40B4-BE49-F238E27FC236}">
                <a16:creationId xmlns:a16="http://schemas.microsoft.com/office/drawing/2014/main" id="{0C572517-AF14-47EE-8B1B-258A20A21FCF}"/>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Background information about the industry</a:t>
            </a:r>
          </a:p>
        </p:txBody>
      </p:sp>
    </p:spTree>
    <p:extLst>
      <p:ext uri="{BB962C8B-B14F-4D97-AF65-F5344CB8AC3E}">
        <p14:creationId xmlns:p14="http://schemas.microsoft.com/office/powerpoint/2010/main" val="2274663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Manufacturing</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3741907"/>
          </a:xfrm>
        </p:spPr>
        <p:txBody>
          <a:bodyPr>
            <a:normAutofit/>
          </a:bodyPr>
          <a:lstStyle/>
          <a:p>
            <a:pPr marL="342900" indent="-342900">
              <a:buFont typeface="Arial" panose="020B0604020202020204" pitchFamily="34" charset="0"/>
              <a:buChar char="•"/>
            </a:pPr>
            <a:r>
              <a:rPr lang="en-US" dirty="0"/>
              <a:t>Shortage of skilled labor.</a:t>
            </a:r>
          </a:p>
          <a:p>
            <a:pPr marL="342900" indent="-342900">
              <a:buFont typeface="Arial" panose="020B0604020202020204" pitchFamily="34" charset="0"/>
              <a:buChar char="•"/>
            </a:pPr>
            <a:r>
              <a:rPr lang="en-US" sz="2400" dirty="0">
                <a:latin typeface="IntelOne Text Light" panose="020B0403020203020204" pitchFamily="34" charset="0"/>
              </a:rPr>
              <a:t>Accurately predicting the number of demands for the products.</a:t>
            </a:r>
          </a:p>
          <a:p>
            <a:pPr marL="342900" indent="-342900">
              <a:buFont typeface="Arial" panose="020B0604020202020204" pitchFamily="34" charset="0"/>
              <a:buChar char="•"/>
            </a:pPr>
            <a:r>
              <a:rPr lang="en-US" sz="2400" dirty="0">
                <a:latin typeface="IntelOne Text Light" panose="020B0403020203020204" pitchFamily="34" charset="0"/>
              </a:rPr>
              <a:t>Controlling and tracking the inventory to avoid overstocking.</a:t>
            </a:r>
            <a:endParaRPr lang="en-US" dirty="0"/>
          </a:p>
          <a:p>
            <a:pPr marL="342900" indent="-342900">
              <a:buFont typeface="Arial" panose="020B0604020202020204" pitchFamily="34" charset="0"/>
              <a:buChar char="•"/>
            </a:pPr>
            <a:r>
              <a:rPr lang="en-US" sz="2400" dirty="0">
                <a:latin typeface="IntelOne Text Light" panose="020B0403020203020204" pitchFamily="34" charset="0"/>
              </a:rPr>
              <a:t>Improving the efficiency at manufacturing plants so that they can reduce cost, increase the speed, and maintain the quality.</a:t>
            </a:r>
          </a:p>
          <a:p>
            <a:pPr marL="342900" indent="-342900">
              <a:buFont typeface="Arial" panose="020B0604020202020204" pitchFamily="34" charset="0"/>
              <a:buChar char="•"/>
            </a:pPr>
            <a:r>
              <a:rPr lang="en-US" sz="2400" dirty="0">
                <a:latin typeface="IntelOne Text Light" panose="020B0403020203020204" pitchFamily="34" charset="0"/>
              </a:rPr>
              <a:t>Competitions from other factories around the world.</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45</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3AB0A37C-55A8-4C13-8062-4174420280CA}"/>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Problems faced in the industry</a:t>
            </a:r>
          </a:p>
        </p:txBody>
      </p:sp>
    </p:spTree>
    <p:extLst>
      <p:ext uri="{BB962C8B-B14F-4D97-AF65-F5344CB8AC3E}">
        <p14:creationId xmlns:p14="http://schemas.microsoft.com/office/powerpoint/2010/main" val="3590442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Manufacturing</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6160387" cy="4071516"/>
          </a:xfrm>
        </p:spPr>
        <p:txBody>
          <a:bodyPr>
            <a:normAutofit/>
          </a:bodyPr>
          <a:lstStyle/>
          <a:p>
            <a:pPr marL="342900" indent="-342900" algn="just">
              <a:buFont typeface="Arial" panose="020B0604020202020204" pitchFamily="34" charset="0"/>
              <a:buChar char="•"/>
            </a:pPr>
            <a:r>
              <a:rPr lang="en-US" dirty="0"/>
              <a:t>Automated Guided Vehicles (AGV) to move the products. This solution improves productivity as they can move heavy objects around the factory.</a:t>
            </a:r>
          </a:p>
          <a:p>
            <a:pPr marL="342900" indent="-342900">
              <a:buFont typeface="Arial" panose="020B0604020202020204" pitchFamily="34" charset="0"/>
              <a:buChar char="•"/>
            </a:pPr>
            <a:r>
              <a:rPr lang="en-US" sz="2400" dirty="0">
                <a:latin typeface="IntelOne Text Light" panose="020B0403020203020204" pitchFamily="34" charset="0"/>
              </a:rPr>
              <a:t>Robots to build the products. The robots can work 24/7 and ensure consistent quality.</a:t>
            </a:r>
          </a:p>
          <a:p>
            <a:pPr marL="342900" indent="-342900" algn="just">
              <a:buFont typeface="Arial" panose="020B0604020202020204" pitchFamily="34" charset="0"/>
              <a:buChar char="•"/>
            </a:pPr>
            <a:r>
              <a:rPr lang="en-US" sz="2400" dirty="0">
                <a:latin typeface="IntelOne Text Light" panose="020B0403020203020204" pitchFamily="34" charset="0"/>
              </a:rPr>
              <a:t>Cameras to check the quality of products. Through computer vision, the system can detect if there are any dents on the packaging.</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46</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5" name="Picture 4" descr="30 industrial robot manufacturers to watch">
            <a:extLst>
              <a:ext uri="{FF2B5EF4-FFF2-40B4-BE49-F238E27FC236}">
                <a16:creationId xmlns:a16="http://schemas.microsoft.com/office/drawing/2014/main" id="{40A35B9C-CF10-40D0-A27A-E3188060FA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7070" y="1259088"/>
            <a:ext cx="4264111" cy="23934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utomated trucks">
            <a:extLst>
              <a:ext uri="{FF2B5EF4-FFF2-40B4-BE49-F238E27FC236}">
                <a16:creationId xmlns:a16="http://schemas.microsoft.com/office/drawing/2014/main" id="{DA414352-2820-412A-8A1F-768B6626A35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7777" y="3872137"/>
            <a:ext cx="2393404" cy="2393404"/>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BBBFC72A-7C3A-4C40-A607-CDE12BF9A79C}"/>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AI solutions in the industry</a:t>
            </a:r>
          </a:p>
        </p:txBody>
      </p:sp>
      <p:sp>
        <p:nvSpPr>
          <p:cNvPr id="9" name="TextBox 8" descr="source">
            <a:extLst>
              <a:ext uri="{FF2B5EF4-FFF2-40B4-BE49-F238E27FC236}">
                <a16:creationId xmlns:a16="http://schemas.microsoft.com/office/drawing/2014/main" id="{ACE4E96B-43C0-433C-ADFF-917E7BB9FA0C}"/>
              </a:ext>
            </a:extLst>
          </p:cNvPr>
          <p:cNvSpPr txBox="1"/>
          <p:nvPr/>
        </p:nvSpPr>
        <p:spPr>
          <a:xfrm>
            <a:off x="285303" y="6113859"/>
            <a:ext cx="9238106"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r>
              <a:rPr lang="en-US" sz="1000" dirty="0">
                <a:latin typeface="IntelOne Text Light" panose="020B0403020203020204" pitchFamily="34" charset="0"/>
              </a:rPr>
              <a:t>[Image of robot arm]. Retrieved October 9, 2020, from </a:t>
            </a:r>
            <a:r>
              <a:rPr lang="en-US" sz="1000" dirty="0">
                <a:latin typeface="IntelOne Text Light" panose="020B0403020203020204" pitchFamily="34" charset="0"/>
                <a:hlinkClick r:id="rId5"/>
              </a:rPr>
              <a:t>https://roboticsandautomationnews.com/2018/01/03/30-industrial-robot-manufacturers-to-watch-in-2018/15542/</a:t>
            </a:r>
            <a:r>
              <a:rPr lang="en-US" sz="1000" dirty="0">
                <a:latin typeface="IntelOne Text Light" panose="020B0403020203020204" pitchFamily="34" charset="0"/>
              </a:rPr>
              <a:t> </a:t>
            </a:r>
          </a:p>
          <a:p>
            <a:r>
              <a:rPr lang="en-US" sz="1000" dirty="0">
                <a:latin typeface="IntelOne Text Light" panose="020B0403020203020204" pitchFamily="34" charset="0"/>
              </a:rPr>
              <a:t>[Image of automated pallet truck]. Retrieved October 9, 2020, from </a:t>
            </a:r>
            <a:r>
              <a:rPr lang="en-US" sz="1000" dirty="0">
                <a:latin typeface="IntelOne Text Light" panose="020B0403020203020204" pitchFamily="34" charset="0"/>
                <a:hlinkClick r:id="rId6"/>
              </a:rPr>
              <a:t>https://www.jungheinrich.com.sg/systems/automated-guided-vehicle-system/automated-trucks</a:t>
            </a:r>
            <a:r>
              <a:rPr lang="en-US" sz="1000" dirty="0">
                <a:latin typeface="IntelOne Text Light" panose="020B0403020203020204" pitchFamily="34" charset="0"/>
              </a:rPr>
              <a:t> </a:t>
            </a:r>
          </a:p>
        </p:txBody>
      </p:sp>
    </p:spTree>
    <p:extLst>
      <p:ext uri="{BB962C8B-B14F-4D97-AF65-F5344CB8AC3E}">
        <p14:creationId xmlns:p14="http://schemas.microsoft.com/office/powerpoint/2010/main" val="253212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Manufacturing</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6883401" cy="4496819"/>
          </a:xfrm>
        </p:spPr>
        <p:txBody>
          <a:bodyPr>
            <a:normAutofit lnSpcReduction="10000"/>
          </a:bodyPr>
          <a:lstStyle/>
          <a:p>
            <a:pPr marL="342900" indent="-342900" algn="just">
              <a:buFont typeface="Arial" panose="020B0604020202020204" pitchFamily="34" charset="0"/>
              <a:buChar char="•"/>
            </a:pPr>
            <a:r>
              <a:rPr lang="en-US" dirty="0"/>
              <a:t>Personal Protective Equipment (PPE) detection for workplace safety. Through computer vision, the system can identify if the workers are wearing the PPE correctly for their safety at work.</a:t>
            </a:r>
          </a:p>
          <a:p>
            <a:pPr marL="342900" indent="-342900" algn="just">
              <a:buFont typeface="Arial" panose="020B0604020202020204" pitchFamily="34" charset="0"/>
              <a:buChar char="•"/>
            </a:pPr>
            <a:r>
              <a:rPr lang="en-US" dirty="0"/>
              <a:t>Visual inspection of weld. Through this innovation, the workers can ensure that early detection of defects on the weld to prevent further loss.</a:t>
            </a:r>
          </a:p>
          <a:p>
            <a:pPr marL="342900" indent="-342900" algn="just">
              <a:buFont typeface="Arial" panose="020B0604020202020204" pitchFamily="34" charset="0"/>
              <a:buChar char="•"/>
            </a:pPr>
            <a:r>
              <a:rPr lang="en-US" dirty="0"/>
              <a:t>Automating inventory count using drones. Inventory counting is a manual process where the workers need to climb high shelves to count the inventory. The use of drones would make it easier and safer for the workers.</a:t>
            </a:r>
            <a:endParaRPr lang="en-US" sz="2400" dirty="0">
              <a:solidFill>
                <a:srgbClr val="FF0000"/>
              </a:solidFill>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47</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5" name="Online Media 4" title="Construction site safety with Ability AI cameras">
            <a:hlinkClick r:id="" action="ppaction://media"/>
            <a:extLst>
              <a:ext uri="{FF2B5EF4-FFF2-40B4-BE49-F238E27FC236}">
                <a16:creationId xmlns:a16="http://schemas.microsoft.com/office/drawing/2014/main" id="{55BF7DEB-0A1A-4D10-BB6F-8D6026D84FB7}"/>
              </a:ext>
            </a:extLst>
          </p:cNvPr>
          <p:cNvPicPr>
            <a:picLocks noRot="1" noChangeAspect="1"/>
          </p:cNvPicPr>
          <p:nvPr>
            <a:videoFile r:link="rId1"/>
          </p:nvPr>
        </p:nvPicPr>
        <p:blipFill>
          <a:blip r:embed="rId5"/>
          <a:stretch>
            <a:fillRect/>
          </a:stretch>
        </p:blipFill>
        <p:spPr>
          <a:xfrm>
            <a:off x="7689471" y="1020873"/>
            <a:ext cx="3876389" cy="2190160"/>
          </a:xfrm>
          <a:prstGeom prst="rect">
            <a:avLst/>
          </a:prstGeom>
        </p:spPr>
      </p:pic>
      <p:pic>
        <p:nvPicPr>
          <p:cNvPr id="6" name="Online Media 5" title="AI and Machine Learning for Visual Inspection of Welds">
            <a:hlinkClick r:id="" action="ppaction://media"/>
            <a:extLst>
              <a:ext uri="{FF2B5EF4-FFF2-40B4-BE49-F238E27FC236}">
                <a16:creationId xmlns:a16="http://schemas.microsoft.com/office/drawing/2014/main" id="{60C69692-1FFE-4715-ADDC-431D5A05B37A}"/>
              </a:ext>
            </a:extLst>
          </p:cNvPr>
          <p:cNvPicPr>
            <a:picLocks noRot="1" noChangeAspect="1"/>
          </p:cNvPicPr>
          <p:nvPr>
            <a:videoFile r:link="rId2"/>
          </p:nvPr>
        </p:nvPicPr>
        <p:blipFill>
          <a:blip r:embed="rId6"/>
          <a:stretch>
            <a:fillRect/>
          </a:stretch>
        </p:blipFill>
        <p:spPr>
          <a:xfrm>
            <a:off x="7689471" y="3370671"/>
            <a:ext cx="3876389" cy="2190160"/>
          </a:xfrm>
          <a:prstGeom prst="rect">
            <a:avLst/>
          </a:prstGeom>
        </p:spPr>
      </p:pic>
      <p:sp>
        <p:nvSpPr>
          <p:cNvPr id="7" name="Content Placeholder 2">
            <a:extLst>
              <a:ext uri="{FF2B5EF4-FFF2-40B4-BE49-F238E27FC236}">
                <a16:creationId xmlns:a16="http://schemas.microsoft.com/office/drawing/2014/main" id="{2F49FE9E-BB66-443C-8DE8-C53BEABDFC1C}"/>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AI solutions in the industry</a:t>
            </a:r>
          </a:p>
        </p:txBody>
      </p:sp>
      <p:sp>
        <p:nvSpPr>
          <p:cNvPr id="8" name="TextBox 7" descr="source">
            <a:extLst>
              <a:ext uri="{FF2B5EF4-FFF2-40B4-BE49-F238E27FC236}">
                <a16:creationId xmlns:a16="http://schemas.microsoft.com/office/drawing/2014/main" id="{3FDD8B40-09B5-44AD-8E6F-851D736E6C14}"/>
              </a:ext>
            </a:extLst>
          </p:cNvPr>
          <p:cNvSpPr txBox="1"/>
          <p:nvPr/>
        </p:nvSpPr>
        <p:spPr>
          <a:xfrm>
            <a:off x="381000" y="6411580"/>
            <a:ext cx="7556556"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indent="0">
              <a:buFont typeface="Arial" panose="020B0604020202020204" pitchFamily="34" charset="0"/>
              <a:buNone/>
            </a:pPr>
            <a:r>
              <a:rPr lang="en-US" sz="1000" dirty="0">
                <a:latin typeface="IntelOne Text Light" panose="020B0403020203020204" pitchFamily="34" charset="0"/>
              </a:rPr>
              <a:t>[Video] Construction site safety with Ability AI cameras. Ability </a:t>
            </a:r>
            <a:r>
              <a:rPr lang="en-US" sz="1000" dirty="0" err="1">
                <a:latin typeface="IntelOne Text Light" panose="020B0403020203020204" pitchFamily="34" charset="0"/>
              </a:rPr>
              <a:t>EdgeCamera</a:t>
            </a:r>
            <a:r>
              <a:rPr lang="en-US" sz="1000" dirty="0">
                <a:latin typeface="IntelOne Text Light" panose="020B0403020203020204" pitchFamily="34" charset="0"/>
              </a:rPr>
              <a:t>. Apr 17, 2020. </a:t>
            </a:r>
            <a:r>
              <a:rPr lang="en-US" sz="1000" dirty="0">
                <a:latin typeface="IntelOne Text Light" panose="020B0403020203020204" pitchFamily="34" charset="0"/>
                <a:hlinkClick r:id="rId7"/>
              </a:rPr>
              <a:t>https://www.youtube.com/watch?v=tLcYxiNd59w</a:t>
            </a:r>
            <a:endParaRPr lang="en-US" sz="1000" dirty="0">
              <a:latin typeface="IntelOne Text Light" panose="020B0403020203020204" pitchFamily="34" charset="0"/>
            </a:endParaRPr>
          </a:p>
          <a:p>
            <a:pPr marL="0" indent="0">
              <a:buFont typeface="Arial" panose="020B0604020202020204" pitchFamily="34" charset="0"/>
              <a:buNone/>
            </a:pPr>
            <a:r>
              <a:rPr lang="en-US" sz="1000" dirty="0">
                <a:latin typeface="IntelOne Text Light" panose="020B0403020203020204" pitchFamily="34" charset="0"/>
              </a:rPr>
              <a:t>[Video] AI and Machine Learning for Visual Inspection of Welds. Clear Technologies. Feb 5, 2020. </a:t>
            </a:r>
            <a:r>
              <a:rPr lang="en-US" sz="1000" dirty="0">
                <a:latin typeface="IntelOne Text Light" panose="020B0403020203020204" pitchFamily="34" charset="0"/>
                <a:hlinkClick r:id="rId8"/>
              </a:rPr>
              <a:t>https://www.youtube.com/watch?v=j7bjoI_joZs</a:t>
            </a:r>
            <a:endParaRPr lang="en-US" sz="1000" dirty="0">
              <a:latin typeface="IntelOne Text Light" panose="020B0403020203020204" pitchFamily="34" charset="0"/>
            </a:endParaRPr>
          </a:p>
        </p:txBody>
      </p:sp>
    </p:spTree>
    <p:extLst>
      <p:ext uri="{BB962C8B-B14F-4D97-AF65-F5344CB8AC3E}">
        <p14:creationId xmlns:p14="http://schemas.microsoft.com/office/powerpoint/2010/main" val="3927989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5"/>
                </p:tgtEl>
              </p:cMediaNode>
            </p:video>
            <p:seq concurrent="1" nextAc="seek">
              <p:cTn id="12" restart="whenNotActive" fill="hold" evtFilter="cancelBubble" nodeType="interactiveSeq">
                <p:stCondLst>
                  <p:cond evt="onClick" delay="0">
                    <p:tgtEl>
                      <p:spTgt spid="5"/>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5"/>
                                        </p:tgtEl>
                                      </p:cBhvr>
                                    </p:cmd>
                                  </p:childTnLst>
                                </p:cTn>
                              </p:par>
                            </p:childTnLst>
                          </p:cTn>
                        </p:par>
                      </p:childTnLst>
                    </p:cTn>
                  </p:par>
                </p:childTnLst>
              </p:cTn>
              <p:nextCondLst>
                <p:cond evt="onClick" delay="0">
                  <p:tgtEl>
                    <p:spTgt spid="5"/>
                  </p:tgtEl>
                </p:cond>
              </p:nextCondLst>
            </p:seq>
            <p:video>
              <p:cMediaNode vol="80000">
                <p:cTn id="17" fill="hold" display="0">
                  <p:stCondLst>
                    <p:cond delay="indefinite"/>
                  </p:stCondLst>
                </p:cTn>
                <p:tgtEl>
                  <p:spTgt spid="6"/>
                </p:tgtEl>
              </p:cMediaNode>
            </p:video>
            <p:seq concurrent="1" nextAc="seek">
              <p:cTn id="18" restart="whenNotActive" fill="hold" evtFilter="cancelBubble" nodeType="interactiveSeq">
                <p:stCondLst>
                  <p:cond evt="onClick" delay="0">
                    <p:tgtEl>
                      <p:spTgt spid="6"/>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Manufacturing</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417324"/>
          </a:xfrm>
        </p:spPr>
        <p:txBody>
          <a:bodyPr>
            <a:normAutofit/>
          </a:bodyPr>
          <a:lstStyle/>
          <a:p>
            <a:pPr marL="342900" indent="-342900">
              <a:buFont typeface="Arial" panose="020B0604020202020204" pitchFamily="34" charset="0"/>
              <a:buChar char="•"/>
            </a:pPr>
            <a:r>
              <a:rPr lang="en-US" dirty="0"/>
              <a:t>Based on the two YouTube videos shown just now, how effective are the AI solutions?</a:t>
            </a:r>
          </a:p>
          <a:p>
            <a:pPr marL="342900" indent="-342900">
              <a:buFont typeface="Arial" panose="020B0604020202020204" pitchFamily="34" charset="0"/>
              <a:buChar char="•"/>
            </a:pPr>
            <a:r>
              <a:rPr lang="en-US" dirty="0"/>
              <a:t>What other AI solutions can be implemented but not shown in the previous slides?</a:t>
            </a:r>
          </a:p>
          <a:p>
            <a:pPr marL="342900" indent="-342900">
              <a:buFont typeface="Arial" panose="020B0604020202020204" pitchFamily="34" charset="0"/>
              <a:buChar char="•"/>
            </a:pPr>
            <a:r>
              <a:rPr lang="en-US" dirty="0"/>
              <a:t>What are the potential ethical questions that may arise with these AI solutions? And what can you do to reduce the risks?</a:t>
            </a:r>
          </a:p>
          <a:p>
            <a:pPr marL="342900" indent="-342900">
              <a:buFont typeface="Arial" panose="020B0604020202020204" pitchFamily="34" charset="0"/>
              <a:buChar char="•"/>
            </a:pPr>
            <a:endParaRPr lang="en-US" dirty="0"/>
          </a:p>
          <a:p>
            <a:r>
              <a:rPr lang="en-US" dirty="0"/>
              <a:t>Your answers should be around 2 paragraphs long (around 100 words).</a:t>
            </a:r>
          </a:p>
          <a:p>
            <a:r>
              <a:rPr lang="en-US" dirty="0"/>
              <a:t>You should not spend more than 5 minutes for this discussion.</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48</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6" name="Content Placeholder 2">
            <a:extLst>
              <a:ext uri="{FF2B5EF4-FFF2-40B4-BE49-F238E27FC236}">
                <a16:creationId xmlns:a16="http://schemas.microsoft.com/office/drawing/2014/main" id="{08B25315-8019-485F-A156-B83A9BC2B53F}"/>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Let’s discuss in your group</a:t>
            </a:r>
          </a:p>
        </p:txBody>
      </p:sp>
    </p:spTree>
    <p:extLst>
      <p:ext uri="{BB962C8B-B14F-4D97-AF65-F5344CB8AC3E}">
        <p14:creationId xmlns:p14="http://schemas.microsoft.com/office/powerpoint/2010/main" val="3460151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a:bodyPr>
          <a:lstStyle/>
          <a:p>
            <a:r>
              <a:rPr lang="en-SG" dirty="0"/>
              <a:t>We have seen the advancement of AI in the manufacturing industry. Now, let’s look at the energy industry.</a:t>
            </a:r>
            <a:endParaRPr lang="en-US" dirty="0"/>
          </a:p>
        </p:txBody>
      </p:sp>
    </p:spTree>
    <p:extLst>
      <p:ext uri="{BB962C8B-B14F-4D97-AF65-F5344CB8AC3E}">
        <p14:creationId xmlns:p14="http://schemas.microsoft.com/office/powerpoint/2010/main" val="1349753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531757-3929-4800-8AB5-88F7668D79BA}"/>
              </a:ext>
            </a:extLst>
          </p:cNvPr>
          <p:cNvSpPr>
            <a:spLocks noGrp="1"/>
          </p:cNvSpPr>
          <p:nvPr>
            <p:ph type="title"/>
          </p:nvPr>
        </p:nvSpPr>
        <p:spPr>
          <a:xfrm>
            <a:off x="1833563" y="1878613"/>
            <a:ext cx="6833366" cy="1874852"/>
          </a:xfrm>
        </p:spPr>
        <p:txBody>
          <a:bodyPr>
            <a:normAutofit/>
          </a:bodyPr>
          <a:lstStyle/>
          <a:p>
            <a:r>
              <a:rPr lang="en-US" dirty="0"/>
              <a:t>AI in Energy</a:t>
            </a:r>
          </a:p>
        </p:txBody>
      </p:sp>
    </p:spTree>
    <p:extLst>
      <p:ext uri="{BB962C8B-B14F-4D97-AF65-F5344CB8AC3E}">
        <p14:creationId xmlns:p14="http://schemas.microsoft.com/office/powerpoint/2010/main" val="1363803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Energy</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417324"/>
          </a:xfrm>
        </p:spPr>
        <p:txBody>
          <a:bodyPr>
            <a:normAutofit/>
          </a:bodyPr>
          <a:lstStyle/>
          <a:p>
            <a:pPr marL="342900" indent="-342900">
              <a:buFont typeface="Arial" panose="020B0604020202020204" pitchFamily="34" charset="0"/>
              <a:buChar char="•"/>
            </a:pPr>
            <a:r>
              <a:rPr lang="en-US" dirty="0"/>
              <a:t>The energy industry includes the activities of producing and selling energy.</a:t>
            </a:r>
          </a:p>
          <a:p>
            <a:pPr marL="342900" indent="-342900">
              <a:buFont typeface="Arial" panose="020B0604020202020204" pitchFamily="34" charset="0"/>
              <a:buChar char="•"/>
            </a:pPr>
            <a:r>
              <a:rPr lang="en-US" sz="2400" dirty="0">
                <a:latin typeface="IntelOne Text Light" panose="020B0403020203020204" pitchFamily="34" charset="0"/>
              </a:rPr>
              <a:t>This includes fossil fuel, electrical power, hydropower, nuclear power,  and renewable energy.</a:t>
            </a:r>
          </a:p>
          <a:p>
            <a:pPr marL="342900" indent="-342900">
              <a:buFont typeface="Arial" panose="020B0604020202020204" pitchFamily="34" charset="0"/>
              <a:buChar char="•"/>
            </a:pPr>
            <a:r>
              <a:rPr lang="en-US" sz="2400" dirty="0">
                <a:latin typeface="IntelOne Text Light" panose="020B0403020203020204" pitchFamily="34" charset="0"/>
              </a:rPr>
              <a:t>There are 6.7 million Americans working in the energy sector. This represents 4.6% of the total American workforce.</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51</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41A007BB-3C46-454A-BD35-5D414C05FC57}"/>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Background information about the industry</a:t>
            </a:r>
          </a:p>
        </p:txBody>
      </p:sp>
    </p:spTree>
    <p:extLst>
      <p:ext uri="{BB962C8B-B14F-4D97-AF65-F5344CB8AC3E}">
        <p14:creationId xmlns:p14="http://schemas.microsoft.com/office/powerpoint/2010/main" val="2504181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Energy</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5939021" cy="4417324"/>
          </a:xfrm>
        </p:spPr>
        <p:txBody>
          <a:bodyPr>
            <a:normAutofit/>
          </a:bodyPr>
          <a:lstStyle/>
          <a:p>
            <a:pPr marL="342900" indent="-342900">
              <a:buFont typeface="Arial" panose="020B0604020202020204" pitchFamily="34" charset="0"/>
              <a:buChar char="•"/>
            </a:pPr>
            <a:r>
              <a:rPr lang="en-US" dirty="0"/>
              <a:t>Shortfall in oil supply.</a:t>
            </a:r>
          </a:p>
          <a:p>
            <a:pPr marL="342900" indent="-342900">
              <a:buFont typeface="Arial" panose="020B0604020202020204" pitchFamily="34" charset="0"/>
              <a:buChar char="•"/>
            </a:pPr>
            <a:r>
              <a:rPr lang="en-US" sz="2400" dirty="0">
                <a:latin typeface="IntelOne Text Light" panose="020B0403020203020204" pitchFamily="34" charset="0"/>
              </a:rPr>
              <a:t>Increase in energy demand.</a:t>
            </a:r>
            <a:endParaRPr lang="en-US" dirty="0"/>
          </a:p>
          <a:p>
            <a:pPr marL="342900" indent="-342900">
              <a:buFont typeface="Arial" panose="020B0604020202020204" pitchFamily="34" charset="0"/>
              <a:buChar char="•"/>
            </a:pPr>
            <a:r>
              <a:rPr lang="en-US" sz="2400" dirty="0">
                <a:latin typeface="IntelOne Text Light" panose="020B0403020203020204" pitchFamily="34" charset="0"/>
              </a:rPr>
              <a:t>Greenhouse gas emission from fossil fuels.</a:t>
            </a:r>
          </a:p>
          <a:p>
            <a:pPr marL="342900" indent="-342900">
              <a:buFont typeface="Arial" panose="020B0604020202020204" pitchFamily="34" charset="0"/>
              <a:buChar char="•"/>
            </a:pPr>
            <a:r>
              <a:rPr lang="en-US" sz="2400" dirty="0">
                <a:latin typeface="IntelOne Text Light" panose="020B0403020203020204" pitchFamily="34" charset="0"/>
              </a:rPr>
              <a:t>Energy security.</a:t>
            </a:r>
          </a:p>
          <a:p>
            <a:pPr marL="342900" indent="-342900">
              <a:buFont typeface="Arial" panose="020B0604020202020204" pitchFamily="34" charset="0"/>
              <a:buChar char="•"/>
            </a:pPr>
            <a:r>
              <a:rPr lang="en-US" dirty="0"/>
              <a:t>Unpredictability of the weather for renewable energy.</a:t>
            </a:r>
            <a:endParaRPr lang="en-US" sz="2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52</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6" name="Picture 5" descr="A close-up of a white container">
            <a:extLst>
              <a:ext uri="{FF2B5EF4-FFF2-40B4-BE49-F238E27FC236}">
                <a16:creationId xmlns:a16="http://schemas.microsoft.com/office/drawing/2014/main" id="{AEA5D0AB-A24F-4DC3-B059-21C19A1A5F56}"/>
              </a:ext>
            </a:extLst>
          </p:cNvPr>
          <p:cNvPicPr>
            <a:picLocks noChangeAspect="1"/>
          </p:cNvPicPr>
          <p:nvPr/>
        </p:nvPicPr>
        <p:blipFill>
          <a:blip r:embed="rId3"/>
          <a:stretch>
            <a:fillRect/>
          </a:stretch>
        </p:blipFill>
        <p:spPr>
          <a:xfrm>
            <a:off x="6726300" y="3316622"/>
            <a:ext cx="4746171" cy="2029414"/>
          </a:xfrm>
          <a:prstGeom prst="rect">
            <a:avLst/>
          </a:prstGeom>
        </p:spPr>
      </p:pic>
      <p:sp>
        <p:nvSpPr>
          <p:cNvPr id="7" name="Content Placeholder 2">
            <a:extLst>
              <a:ext uri="{FF2B5EF4-FFF2-40B4-BE49-F238E27FC236}">
                <a16:creationId xmlns:a16="http://schemas.microsoft.com/office/drawing/2014/main" id="{E0754455-9094-40C6-9285-B83023B16DA9}"/>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Problems faced in the industry</a:t>
            </a:r>
          </a:p>
        </p:txBody>
      </p:sp>
      <p:sp>
        <p:nvSpPr>
          <p:cNvPr id="8" name="TextBox 7" descr="source">
            <a:extLst>
              <a:ext uri="{FF2B5EF4-FFF2-40B4-BE49-F238E27FC236}">
                <a16:creationId xmlns:a16="http://schemas.microsoft.com/office/drawing/2014/main" id="{728DB246-3FD8-4BBE-8801-A5BE360F0765}"/>
              </a:ext>
            </a:extLst>
          </p:cNvPr>
          <p:cNvSpPr txBox="1"/>
          <p:nvPr/>
        </p:nvSpPr>
        <p:spPr>
          <a:xfrm>
            <a:off x="285303" y="6241454"/>
            <a:ext cx="1026402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indent="0">
              <a:buFont typeface="Arial" panose="020B0604020202020204" pitchFamily="34" charset="0"/>
              <a:buNone/>
            </a:pPr>
            <a:r>
              <a:rPr lang="en-US" sz="1000" dirty="0">
                <a:latin typeface="IntelOne Text Light" panose="020B0403020203020204" pitchFamily="34" charset="0"/>
              </a:rPr>
              <a:t>[Image of cybersecurity hacking] Retrieved on September 12, 2021, from </a:t>
            </a:r>
            <a:r>
              <a:rPr lang="en-US" sz="1000" dirty="0">
                <a:latin typeface="IntelOne Text Light" panose="020B0403020203020204" pitchFamily="34" charset="0"/>
                <a:hlinkClick r:id="rId4"/>
              </a:rPr>
              <a:t>https://www.bloomberg.com/news/articles/2021-06-04/hackers-breached-colonial-pipeline-using-compromised-password</a:t>
            </a:r>
            <a:r>
              <a:rPr lang="en-US" sz="1000" dirty="0">
                <a:latin typeface="IntelOne Text Light" panose="020B0403020203020204" pitchFamily="34" charset="0"/>
              </a:rPr>
              <a:t> </a:t>
            </a:r>
          </a:p>
        </p:txBody>
      </p:sp>
    </p:spTree>
    <p:extLst>
      <p:ext uri="{BB962C8B-B14F-4D97-AF65-F5344CB8AC3E}">
        <p14:creationId xmlns:p14="http://schemas.microsoft.com/office/powerpoint/2010/main" val="1905828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Energy</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8" y="2106000"/>
            <a:ext cx="5756351" cy="4284167"/>
          </a:xfrm>
        </p:spPr>
        <p:txBody>
          <a:bodyPr>
            <a:normAutofit/>
          </a:bodyPr>
          <a:lstStyle/>
          <a:p>
            <a:pPr marL="342900" indent="-342900">
              <a:buFont typeface="Arial" panose="020B0604020202020204" pitchFamily="34" charset="0"/>
              <a:buChar char="•"/>
            </a:pPr>
            <a:r>
              <a:rPr lang="en-US" dirty="0"/>
              <a:t>AI-managed smart grid to respond to quick changes in energy demand.</a:t>
            </a:r>
          </a:p>
          <a:p>
            <a:pPr marL="342900" indent="-342900">
              <a:buFont typeface="Arial" panose="020B0604020202020204" pitchFamily="34" charset="0"/>
              <a:buChar char="•"/>
            </a:pPr>
            <a:r>
              <a:rPr lang="en-US" sz="2400" dirty="0">
                <a:latin typeface="IntelOne Text Light" panose="020B0403020203020204" pitchFamily="34" charset="0"/>
              </a:rPr>
              <a:t>DeepMind predicts wind power output 36 hours ahead of actual generation.</a:t>
            </a:r>
          </a:p>
          <a:p>
            <a:pPr marL="342900" indent="-342900">
              <a:buFont typeface="Arial" panose="020B0604020202020204" pitchFamily="34" charset="0"/>
              <a:buChar char="•"/>
            </a:pPr>
            <a:r>
              <a:rPr lang="en-US" dirty="0"/>
              <a:t>Stem uses AI to help firms store renewable energy. </a:t>
            </a:r>
            <a:endParaRPr lang="en-US" sz="2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53</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8" name="Picture 7" descr="A screenshot of a social media post">
            <a:extLst>
              <a:ext uri="{FF2B5EF4-FFF2-40B4-BE49-F238E27FC236}">
                <a16:creationId xmlns:a16="http://schemas.microsoft.com/office/drawing/2014/main" id="{A10D092E-308C-4D26-9C05-0254D504A976}"/>
              </a:ext>
            </a:extLst>
          </p:cNvPr>
          <p:cNvPicPr>
            <a:picLocks noChangeAspect="1"/>
          </p:cNvPicPr>
          <p:nvPr/>
        </p:nvPicPr>
        <p:blipFill>
          <a:blip r:embed="rId3"/>
          <a:stretch>
            <a:fillRect/>
          </a:stretch>
        </p:blipFill>
        <p:spPr>
          <a:xfrm>
            <a:off x="6328281" y="3530009"/>
            <a:ext cx="5059189" cy="2200019"/>
          </a:xfrm>
          <a:prstGeom prst="rect">
            <a:avLst/>
          </a:prstGeom>
        </p:spPr>
      </p:pic>
      <p:sp>
        <p:nvSpPr>
          <p:cNvPr id="6" name="Content Placeholder 2">
            <a:extLst>
              <a:ext uri="{FF2B5EF4-FFF2-40B4-BE49-F238E27FC236}">
                <a16:creationId xmlns:a16="http://schemas.microsoft.com/office/drawing/2014/main" id="{B8C8269C-9970-4F7B-AFF2-F374329DA58C}"/>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AI solutions in the industry</a:t>
            </a:r>
          </a:p>
        </p:txBody>
      </p:sp>
      <p:sp>
        <p:nvSpPr>
          <p:cNvPr id="10" name="TextBox 9" descr="source">
            <a:extLst>
              <a:ext uri="{FF2B5EF4-FFF2-40B4-BE49-F238E27FC236}">
                <a16:creationId xmlns:a16="http://schemas.microsoft.com/office/drawing/2014/main" id="{62EBAD95-9D49-46F0-8F1F-153FC455337E}"/>
              </a:ext>
            </a:extLst>
          </p:cNvPr>
          <p:cNvSpPr txBox="1"/>
          <p:nvPr/>
        </p:nvSpPr>
        <p:spPr>
          <a:xfrm>
            <a:off x="285303" y="6241454"/>
            <a:ext cx="960198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indent="0">
              <a:buFont typeface="Arial" panose="020B0604020202020204" pitchFamily="34" charset="0"/>
              <a:buNone/>
            </a:pPr>
            <a:r>
              <a:rPr lang="en-US" sz="1000" dirty="0">
                <a:latin typeface="IntelOne Text Light" panose="020B0403020203020204" pitchFamily="34" charset="0"/>
              </a:rPr>
              <a:t>[Image of AI on energy storage] Retrieved on September 12, 2021, from </a:t>
            </a:r>
            <a:r>
              <a:rPr lang="en-US" sz="1000" dirty="0">
                <a:latin typeface="IntelOne Text Light" panose="020B0403020203020204" pitchFamily="34" charset="0"/>
                <a:hlinkClick r:id="rId4"/>
              </a:rPr>
              <a:t>https://www.cnbc.com/2019/06/14/the-business-using-ai-to-change-how-we-think-about-energy-storage.html</a:t>
            </a:r>
            <a:r>
              <a:rPr lang="en-US" sz="1000" dirty="0">
                <a:latin typeface="IntelOne Text Light" panose="020B0403020203020204" pitchFamily="34" charset="0"/>
              </a:rPr>
              <a:t> </a:t>
            </a:r>
          </a:p>
        </p:txBody>
      </p:sp>
    </p:spTree>
    <p:extLst>
      <p:ext uri="{BB962C8B-B14F-4D97-AF65-F5344CB8AC3E}">
        <p14:creationId xmlns:p14="http://schemas.microsoft.com/office/powerpoint/2010/main" val="255101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Energy</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060884"/>
          </a:xfrm>
        </p:spPr>
        <p:txBody>
          <a:bodyPr>
            <a:normAutofit/>
          </a:bodyPr>
          <a:lstStyle/>
          <a:p>
            <a:pPr marL="342900" indent="-342900">
              <a:buFont typeface="Arial" panose="020B0604020202020204" pitchFamily="34" charset="0"/>
              <a:buChar char="•"/>
            </a:pPr>
            <a:r>
              <a:rPr lang="en-US" dirty="0"/>
              <a:t>What other AI solutions can be implemented but not shown in the previous slides?</a:t>
            </a:r>
          </a:p>
          <a:p>
            <a:pPr marL="342900" indent="-342900">
              <a:buFont typeface="Arial" panose="020B0604020202020204" pitchFamily="34" charset="0"/>
              <a:buChar char="•"/>
            </a:pPr>
            <a:endParaRPr lang="en-US" dirty="0"/>
          </a:p>
          <a:p>
            <a:r>
              <a:rPr lang="en-US" dirty="0"/>
              <a:t>Your answers should be around 2 paragraphs long (around 100 words).</a:t>
            </a:r>
          </a:p>
          <a:p>
            <a:r>
              <a:rPr lang="en-US" dirty="0"/>
              <a:t>You should not spend more than 5 minutes for this discussion.</a:t>
            </a:r>
          </a:p>
          <a:p>
            <a:endParaRPr lang="en-US" dirty="0"/>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54</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CC4BFA4A-A881-4DBB-81E4-D2434D886798}"/>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Let’s discuss in your group</a:t>
            </a:r>
          </a:p>
        </p:txBody>
      </p:sp>
    </p:spTree>
    <p:extLst>
      <p:ext uri="{BB962C8B-B14F-4D97-AF65-F5344CB8AC3E}">
        <p14:creationId xmlns:p14="http://schemas.microsoft.com/office/powerpoint/2010/main" val="3231577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a:bodyPr>
          <a:lstStyle/>
          <a:p>
            <a:r>
              <a:rPr lang="en-SG" dirty="0"/>
              <a:t>We have seen some AI solutions in the energy industry. Now, let’s look at the transportation industry.</a:t>
            </a:r>
            <a:endParaRPr lang="en-US" dirty="0"/>
          </a:p>
        </p:txBody>
      </p:sp>
    </p:spTree>
    <p:extLst>
      <p:ext uri="{BB962C8B-B14F-4D97-AF65-F5344CB8AC3E}">
        <p14:creationId xmlns:p14="http://schemas.microsoft.com/office/powerpoint/2010/main" val="420097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531757-3929-4800-8AB5-88F7668D79BA}"/>
              </a:ext>
            </a:extLst>
          </p:cNvPr>
          <p:cNvSpPr>
            <a:spLocks noGrp="1"/>
          </p:cNvSpPr>
          <p:nvPr>
            <p:ph type="title"/>
          </p:nvPr>
        </p:nvSpPr>
        <p:spPr>
          <a:xfrm>
            <a:off x="1833563" y="1878613"/>
            <a:ext cx="6833366" cy="1874852"/>
          </a:xfrm>
        </p:spPr>
        <p:txBody>
          <a:bodyPr>
            <a:normAutofit/>
          </a:bodyPr>
          <a:lstStyle/>
          <a:p>
            <a:r>
              <a:rPr lang="en-US" dirty="0"/>
              <a:t>AI in Transportation</a:t>
            </a:r>
          </a:p>
        </p:txBody>
      </p:sp>
    </p:spTree>
    <p:extLst>
      <p:ext uri="{BB962C8B-B14F-4D97-AF65-F5344CB8AC3E}">
        <p14:creationId xmlns:p14="http://schemas.microsoft.com/office/powerpoint/2010/main" val="3600414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Transportation</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417324"/>
          </a:xfrm>
        </p:spPr>
        <p:txBody>
          <a:bodyPr>
            <a:normAutofit/>
          </a:bodyPr>
          <a:lstStyle/>
          <a:p>
            <a:pPr marL="342900" indent="-342900">
              <a:buFont typeface="Arial" panose="020B0604020202020204" pitchFamily="34" charset="0"/>
              <a:buChar char="•"/>
            </a:pPr>
            <a:r>
              <a:rPr lang="en-US" dirty="0"/>
              <a:t>Transportation industry refers to the services of moving people or goods.</a:t>
            </a:r>
          </a:p>
          <a:p>
            <a:pPr marL="342900" indent="-342900">
              <a:buFont typeface="Arial" panose="020B0604020202020204" pitchFamily="34" charset="0"/>
              <a:buChar char="•"/>
            </a:pPr>
            <a:r>
              <a:rPr lang="en-US" sz="2400" dirty="0">
                <a:latin typeface="IntelOne Text Light" panose="020B0403020203020204" pitchFamily="34" charset="0"/>
              </a:rPr>
              <a:t>This includes air, rail, marine, truck, transit and ground, scenic and sightseeing.</a:t>
            </a:r>
          </a:p>
          <a:p>
            <a:pPr marL="342900" indent="-342900">
              <a:buFont typeface="Arial" panose="020B0604020202020204" pitchFamily="34" charset="0"/>
              <a:buChar char="•"/>
            </a:pPr>
            <a:r>
              <a:rPr lang="en-US" sz="2400" dirty="0">
                <a:latin typeface="IntelOne Text Light" panose="020B0403020203020204" pitchFamily="34" charset="0"/>
              </a:rPr>
              <a:t>5.6 millions persons working in transportation and warehousing.</a:t>
            </a:r>
          </a:p>
          <a:p>
            <a:pPr marL="342900" indent="-342900">
              <a:buFont typeface="Arial" panose="020B0604020202020204" pitchFamily="34" charset="0"/>
              <a:buChar char="•"/>
            </a:pPr>
            <a:r>
              <a:rPr lang="en-US" sz="2400" dirty="0">
                <a:latin typeface="IntelOne Text Light" panose="020B0403020203020204" pitchFamily="34" charset="0"/>
              </a:rPr>
              <a:t>Transportation services contributed $1,066.9 billion to GDP in 2016.</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57</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D5010417-36CC-4202-9048-7132547CE48F}"/>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Background information about the industry</a:t>
            </a:r>
          </a:p>
        </p:txBody>
      </p:sp>
    </p:spTree>
    <p:extLst>
      <p:ext uri="{BB962C8B-B14F-4D97-AF65-F5344CB8AC3E}">
        <p14:creationId xmlns:p14="http://schemas.microsoft.com/office/powerpoint/2010/main" val="2428267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Transportation</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417324"/>
          </a:xfrm>
        </p:spPr>
        <p:txBody>
          <a:bodyPr>
            <a:normAutofit/>
          </a:bodyPr>
          <a:lstStyle/>
          <a:p>
            <a:pPr marL="342900" indent="-342900">
              <a:buFont typeface="Arial" panose="020B0604020202020204" pitchFamily="34" charset="0"/>
              <a:buChar char="•"/>
            </a:pPr>
            <a:r>
              <a:rPr lang="en-US" dirty="0"/>
              <a:t>Maintain safe practices. Estimated 21,450 deaths on first half of 2021.</a:t>
            </a:r>
          </a:p>
          <a:p>
            <a:pPr marL="342900" indent="-342900">
              <a:buFont typeface="Arial" panose="020B0604020202020204" pitchFamily="34" charset="0"/>
              <a:buChar char="•"/>
            </a:pPr>
            <a:r>
              <a:rPr lang="en-US" sz="2400" dirty="0">
                <a:latin typeface="IntelOne Text Light" panose="020B0403020203020204" pitchFamily="34" charset="0"/>
              </a:rPr>
              <a:t>Limited rest stops and challenges in dealing with fatigue management.</a:t>
            </a:r>
          </a:p>
          <a:p>
            <a:pPr marL="342900" indent="-342900">
              <a:buFont typeface="Arial" panose="020B0604020202020204" pitchFamily="34" charset="0"/>
              <a:buChar char="•"/>
            </a:pPr>
            <a:r>
              <a:rPr lang="en-US" sz="2400" dirty="0">
                <a:latin typeface="IntelOne Text Light" panose="020B0403020203020204" pitchFamily="34" charset="0"/>
              </a:rPr>
              <a:t>Shortage of skilled drivers.</a:t>
            </a:r>
            <a:endParaRPr lang="en-US" dirty="0"/>
          </a:p>
          <a:p>
            <a:pPr marL="342900" indent="-342900">
              <a:buFont typeface="Arial" panose="020B0604020202020204" pitchFamily="34" charset="0"/>
              <a:buChar char="•"/>
            </a:pPr>
            <a:r>
              <a:rPr lang="en-US" sz="2400" dirty="0">
                <a:latin typeface="IntelOne Text Light" panose="020B0403020203020204" pitchFamily="34" charset="0"/>
              </a:rPr>
              <a:t>Reducing transportation cost, especially fuel cost.</a:t>
            </a:r>
          </a:p>
          <a:p>
            <a:pPr marL="342900" indent="-342900">
              <a:buFont typeface="Arial" panose="020B0604020202020204" pitchFamily="34" charset="0"/>
              <a:buChar char="•"/>
            </a:pPr>
            <a:r>
              <a:rPr lang="en-US" sz="2400" dirty="0">
                <a:latin typeface="IntelOne Text Light" panose="020B0403020203020204" pitchFamily="34" charset="0"/>
              </a:rPr>
              <a:t>Congestion.</a:t>
            </a:r>
            <a:endParaRPr lang="en-US" dirty="0"/>
          </a:p>
          <a:p>
            <a:pPr marL="342900" indent="-342900">
              <a:buFont typeface="Arial" panose="020B0604020202020204" pitchFamily="34" charset="0"/>
              <a:buChar char="•"/>
            </a:pPr>
            <a:endParaRPr lang="en-US" sz="2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58</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DB72A6C9-F1EC-4346-A7DD-14F1F6E63CC1}"/>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Problems faced in the industry</a:t>
            </a:r>
          </a:p>
        </p:txBody>
      </p:sp>
    </p:spTree>
    <p:extLst>
      <p:ext uri="{BB962C8B-B14F-4D97-AF65-F5344CB8AC3E}">
        <p14:creationId xmlns:p14="http://schemas.microsoft.com/office/powerpoint/2010/main" val="364105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Transportation</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1959965"/>
            <a:ext cx="6267582" cy="3963710"/>
          </a:xfrm>
        </p:spPr>
        <p:txBody>
          <a:bodyPr>
            <a:normAutofit lnSpcReduction="10000"/>
          </a:bodyPr>
          <a:lstStyle/>
          <a:p>
            <a:pPr marL="342900" indent="-342900">
              <a:buFont typeface="Arial" panose="020B0604020202020204" pitchFamily="34" charset="0"/>
              <a:buChar char="•"/>
            </a:pPr>
            <a:r>
              <a:rPr lang="en-US" sz="2200" dirty="0"/>
              <a:t>Tesla’s self driving car and Autonomous Semi Truck, making driving safer on the road.</a:t>
            </a:r>
          </a:p>
          <a:p>
            <a:pPr marL="342900" indent="-342900">
              <a:buFont typeface="Arial" panose="020B0604020202020204" pitchFamily="34" charset="0"/>
              <a:buChar char="•"/>
            </a:pPr>
            <a:r>
              <a:rPr lang="en-US" sz="2200" dirty="0">
                <a:latin typeface="IntelOne Text Light" panose="020B0403020203020204" pitchFamily="34" charset="0"/>
              </a:rPr>
              <a:t>AI systems to predict and prevent traffic jams.</a:t>
            </a:r>
          </a:p>
          <a:p>
            <a:pPr marL="342900" indent="-342900">
              <a:buFont typeface="Arial" panose="020B0604020202020204" pitchFamily="34" charset="0"/>
              <a:buChar char="•"/>
            </a:pPr>
            <a:r>
              <a:rPr lang="en-US" sz="2200" dirty="0">
                <a:latin typeface="IntelOne Text Light" panose="020B0403020203020204" pitchFamily="34" charset="0"/>
              </a:rPr>
              <a:t>Flying drone taxis.</a:t>
            </a:r>
            <a:endParaRPr lang="en-US" sz="2200" dirty="0"/>
          </a:p>
          <a:p>
            <a:pPr marL="342900" indent="-342900">
              <a:buFont typeface="Arial" panose="020B0604020202020204" pitchFamily="34" charset="0"/>
              <a:buChar char="•"/>
            </a:pPr>
            <a:r>
              <a:rPr lang="en-US" sz="2200" dirty="0">
                <a:latin typeface="IntelOne Text Light" panose="020B0403020203020204" pitchFamily="34" charset="0"/>
              </a:rPr>
              <a:t>Google Maps and Waze for planning routes and reaching destination faster.</a:t>
            </a:r>
          </a:p>
          <a:p>
            <a:pPr marL="342900" indent="-342900">
              <a:buFont typeface="Arial" panose="020B0604020202020204" pitchFamily="34" charset="0"/>
              <a:buChar char="•"/>
            </a:pPr>
            <a:r>
              <a:rPr lang="en-US" sz="2200" dirty="0"/>
              <a:t>Didi detects drowsy drivers with AI facial recognition and thus, reducing accidents.</a:t>
            </a:r>
          </a:p>
          <a:p>
            <a:pPr marL="342900" indent="-342900">
              <a:buFont typeface="Arial" panose="020B0604020202020204" pitchFamily="34" charset="0"/>
              <a:buChar char="•"/>
            </a:pPr>
            <a:r>
              <a:rPr lang="en-US" sz="2200" dirty="0">
                <a:latin typeface="IntelOne Text Light" panose="020B0403020203020204" pitchFamily="34" charset="0"/>
              </a:rPr>
              <a:t>Wired B</a:t>
            </a:r>
            <a:r>
              <a:rPr lang="en-US" sz="2200" dirty="0"/>
              <a:t>ikes creates electric balance bikes.</a:t>
            </a:r>
          </a:p>
          <a:p>
            <a:pPr marL="342900" indent="-342900">
              <a:buFont typeface="Arial" panose="020B0604020202020204" pitchFamily="34" charset="0"/>
              <a:buChar char="•"/>
            </a:pPr>
            <a:r>
              <a:rPr lang="en-US" sz="2200" dirty="0">
                <a:latin typeface="IntelOne Text Light" panose="020B0403020203020204" pitchFamily="34" charset="0"/>
              </a:rPr>
              <a:t>Nuro creates grocery delivery robot.</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59</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5" name="Online Media 4" title="The Future of Transportation">
            <a:hlinkClick r:id="" action="ppaction://media"/>
            <a:extLst>
              <a:ext uri="{FF2B5EF4-FFF2-40B4-BE49-F238E27FC236}">
                <a16:creationId xmlns:a16="http://schemas.microsoft.com/office/drawing/2014/main" id="{802447C4-D8BF-43C2-8CC6-97969E1A3075}"/>
              </a:ext>
            </a:extLst>
          </p:cNvPr>
          <p:cNvPicPr>
            <a:picLocks noRot="1" noChangeAspect="1"/>
          </p:cNvPicPr>
          <p:nvPr>
            <a:videoFile r:link="rId1"/>
          </p:nvPr>
        </p:nvPicPr>
        <p:blipFill>
          <a:blip r:embed="rId4"/>
          <a:stretch>
            <a:fillRect/>
          </a:stretch>
        </p:blipFill>
        <p:spPr>
          <a:xfrm>
            <a:off x="6803276" y="2641946"/>
            <a:ext cx="4601322" cy="2599747"/>
          </a:xfrm>
          <a:prstGeom prst="rect">
            <a:avLst/>
          </a:prstGeom>
        </p:spPr>
      </p:pic>
      <p:sp>
        <p:nvSpPr>
          <p:cNvPr id="6" name="Content Placeholder 2">
            <a:extLst>
              <a:ext uri="{FF2B5EF4-FFF2-40B4-BE49-F238E27FC236}">
                <a16:creationId xmlns:a16="http://schemas.microsoft.com/office/drawing/2014/main" id="{332BB89E-E16E-40DC-81FB-DDD959293B49}"/>
              </a:ext>
            </a:extLst>
          </p:cNvPr>
          <p:cNvSpPr txBox="1">
            <a:spLocks/>
          </p:cNvSpPr>
          <p:nvPr/>
        </p:nvSpPr>
        <p:spPr>
          <a:xfrm>
            <a:off x="431798" y="1231156"/>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AI solutions in the industry</a:t>
            </a:r>
          </a:p>
        </p:txBody>
      </p:sp>
      <p:sp>
        <p:nvSpPr>
          <p:cNvPr id="9" name="TextBox 8" descr="source">
            <a:extLst>
              <a:ext uri="{FF2B5EF4-FFF2-40B4-BE49-F238E27FC236}">
                <a16:creationId xmlns:a16="http://schemas.microsoft.com/office/drawing/2014/main" id="{6498DCA8-3B95-4E01-AF7B-54013A8ADFD6}"/>
              </a:ext>
            </a:extLst>
          </p:cNvPr>
          <p:cNvSpPr txBox="1"/>
          <p:nvPr/>
        </p:nvSpPr>
        <p:spPr>
          <a:xfrm>
            <a:off x="5308036" y="6213462"/>
            <a:ext cx="5639364"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indent="0">
              <a:buFont typeface="Arial" panose="020B0604020202020204" pitchFamily="34" charset="0"/>
              <a:buNone/>
            </a:pPr>
            <a:r>
              <a:rPr lang="en-US" sz="1000" dirty="0">
                <a:latin typeface="IntelOne Text Light" panose="020B0403020203020204" pitchFamily="34" charset="0"/>
              </a:rPr>
              <a:t>[Video] The Future of Transportation. Cisco. Oct 24, 2019. </a:t>
            </a:r>
            <a:r>
              <a:rPr lang="en-US" sz="1000" dirty="0">
                <a:latin typeface="IntelOne Text Light" panose="020B0403020203020204" pitchFamily="34" charset="0"/>
                <a:hlinkClick r:id="rId5"/>
              </a:rPr>
              <a:t>https://www.youtube.com/watch?v=Txtj-Xp6REE</a:t>
            </a:r>
            <a:r>
              <a:rPr lang="en-US" sz="1000" dirty="0">
                <a:latin typeface="IntelOne Text Light" panose="020B0403020203020204" pitchFamily="34" charset="0"/>
              </a:rPr>
              <a:t> </a:t>
            </a:r>
          </a:p>
        </p:txBody>
      </p:sp>
    </p:spTree>
    <p:extLst>
      <p:ext uri="{BB962C8B-B14F-4D97-AF65-F5344CB8AC3E}">
        <p14:creationId xmlns:p14="http://schemas.microsoft.com/office/powerpoint/2010/main" val="42538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fill="hold" display="0">
                  <p:stCondLst>
                    <p:cond delay="indefinite"/>
                  </p:stCondLst>
                </p:cTn>
                <p:tgtEl>
                  <p:spTgt spid="5"/>
                </p:tgtEl>
              </p:cMediaNode>
            </p:video>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Transportation</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417324"/>
          </a:xfrm>
        </p:spPr>
        <p:txBody>
          <a:bodyPr>
            <a:normAutofit/>
          </a:bodyPr>
          <a:lstStyle/>
          <a:p>
            <a:pPr marL="342900" indent="-342900">
              <a:buFont typeface="Arial" panose="020B0604020202020204" pitchFamily="34" charset="0"/>
              <a:buChar char="•"/>
            </a:pPr>
            <a:r>
              <a:rPr lang="en-US" dirty="0"/>
              <a:t>What other AI solutions can be implemented but not shown in the previous slides?</a:t>
            </a:r>
          </a:p>
          <a:p>
            <a:pPr marL="342900" indent="-342900">
              <a:buFont typeface="Arial" panose="020B0604020202020204" pitchFamily="34" charset="0"/>
              <a:buChar char="•"/>
            </a:pPr>
            <a:r>
              <a:rPr lang="en-US" dirty="0"/>
              <a:t>What are the potential ethical questions that may arise with these AI solutions? And what can you do to reduce the risks?</a:t>
            </a:r>
          </a:p>
          <a:p>
            <a:pPr marL="342900" indent="-342900">
              <a:buFont typeface="Arial" panose="020B0604020202020204" pitchFamily="34" charset="0"/>
              <a:buChar char="•"/>
            </a:pPr>
            <a:endParaRPr lang="en-US" dirty="0"/>
          </a:p>
          <a:p>
            <a:r>
              <a:rPr lang="en-US" dirty="0"/>
              <a:t>Your answers should be around 2 paragraphs long (around 100 words).</a:t>
            </a:r>
          </a:p>
          <a:p>
            <a:r>
              <a:rPr lang="en-US" dirty="0"/>
              <a:t>You should not spend more than 5 minutes for this discussion.</a:t>
            </a:r>
          </a:p>
          <a:p>
            <a:pPr marL="342900" indent="-342900">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60</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6" name="Content Placeholder 2">
            <a:extLst>
              <a:ext uri="{FF2B5EF4-FFF2-40B4-BE49-F238E27FC236}">
                <a16:creationId xmlns:a16="http://schemas.microsoft.com/office/drawing/2014/main" id="{08B25315-8019-485F-A156-B83A9BC2B53F}"/>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ea typeface="+mn-ea"/>
                <a:cs typeface="+mn-cs"/>
              </a:rPr>
              <a:t>Let’s discuss in your group</a:t>
            </a:r>
          </a:p>
        </p:txBody>
      </p:sp>
    </p:spTree>
    <p:extLst>
      <p:ext uri="{BB962C8B-B14F-4D97-AF65-F5344CB8AC3E}">
        <p14:creationId xmlns:p14="http://schemas.microsoft.com/office/powerpoint/2010/main" val="133484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a:bodyPr>
          <a:lstStyle/>
          <a:p>
            <a:r>
              <a:rPr lang="en-SG" dirty="0"/>
              <a:t>We have seen how AI is used in the transportation industry. Now, let’s look at the education industry.</a:t>
            </a:r>
            <a:endParaRPr lang="en-US" dirty="0"/>
          </a:p>
        </p:txBody>
      </p:sp>
    </p:spTree>
    <p:extLst>
      <p:ext uri="{BB962C8B-B14F-4D97-AF65-F5344CB8AC3E}">
        <p14:creationId xmlns:p14="http://schemas.microsoft.com/office/powerpoint/2010/main" val="1330489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531757-3929-4800-8AB5-88F7668D79BA}"/>
              </a:ext>
            </a:extLst>
          </p:cNvPr>
          <p:cNvSpPr>
            <a:spLocks noGrp="1"/>
          </p:cNvSpPr>
          <p:nvPr>
            <p:ph type="title"/>
          </p:nvPr>
        </p:nvSpPr>
        <p:spPr>
          <a:xfrm>
            <a:off x="1833563" y="1878613"/>
            <a:ext cx="6833366" cy="1874852"/>
          </a:xfrm>
        </p:spPr>
        <p:txBody>
          <a:bodyPr>
            <a:normAutofit/>
          </a:bodyPr>
          <a:lstStyle/>
          <a:p>
            <a:r>
              <a:rPr lang="en-US" dirty="0"/>
              <a:t>AI in Education</a:t>
            </a:r>
          </a:p>
        </p:txBody>
      </p:sp>
    </p:spTree>
    <p:extLst>
      <p:ext uri="{BB962C8B-B14F-4D97-AF65-F5344CB8AC3E}">
        <p14:creationId xmlns:p14="http://schemas.microsoft.com/office/powerpoint/2010/main" val="844180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Education</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039619"/>
          </a:xfrm>
        </p:spPr>
        <p:txBody>
          <a:bodyPr>
            <a:normAutofit/>
          </a:bodyPr>
          <a:lstStyle/>
          <a:p>
            <a:pPr marL="342900" indent="-342900">
              <a:buFont typeface="Arial" panose="020B0604020202020204" pitchFamily="34" charset="0"/>
              <a:buChar char="•"/>
            </a:pPr>
            <a:r>
              <a:rPr lang="en-US" dirty="0"/>
              <a:t>Education in United States consists of public, private, and home schools.</a:t>
            </a:r>
          </a:p>
          <a:p>
            <a:pPr marL="342900" indent="-342900">
              <a:buFont typeface="Arial" panose="020B0604020202020204" pitchFamily="34" charset="0"/>
              <a:buChar char="•"/>
            </a:pPr>
            <a:r>
              <a:rPr lang="en-US" sz="2400" dirty="0">
                <a:latin typeface="IntelOne Text Light" panose="020B0403020203020204" pitchFamily="34" charset="0"/>
              </a:rPr>
              <a:t>There are 3.7 million teachers in both private and public-school classrooms.</a:t>
            </a:r>
          </a:p>
          <a:p>
            <a:pPr marL="342900" indent="-342900">
              <a:buFont typeface="Arial" panose="020B0604020202020204" pitchFamily="34" charset="0"/>
              <a:buChar char="•"/>
            </a:pPr>
            <a:r>
              <a:rPr lang="en-US" sz="2400" dirty="0">
                <a:latin typeface="IntelOne Text Light" panose="020B0403020203020204" pitchFamily="34" charset="0"/>
              </a:rPr>
              <a:t>The national average student to teacher ratio in public school is 16 to 1.</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63</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430786A1-F513-46FA-88EA-61630D755506}"/>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Background information about the industry</a:t>
            </a:r>
          </a:p>
        </p:txBody>
      </p:sp>
    </p:spTree>
    <p:extLst>
      <p:ext uri="{BB962C8B-B14F-4D97-AF65-F5344CB8AC3E}">
        <p14:creationId xmlns:p14="http://schemas.microsoft.com/office/powerpoint/2010/main" val="2494205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Education</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135312"/>
          </a:xfrm>
        </p:spPr>
        <p:txBody>
          <a:bodyPr>
            <a:normAutofit/>
          </a:bodyPr>
          <a:lstStyle/>
          <a:p>
            <a:pPr marL="342900" indent="-342900">
              <a:buFont typeface="Arial" panose="020B0604020202020204" pitchFamily="34" charset="0"/>
              <a:buChar char="•"/>
            </a:pPr>
            <a:r>
              <a:rPr lang="en-US" dirty="0"/>
              <a:t>Schools are overcrowded.</a:t>
            </a:r>
          </a:p>
          <a:p>
            <a:pPr marL="342900" indent="-342900">
              <a:buFont typeface="Arial" panose="020B0604020202020204" pitchFamily="34" charset="0"/>
              <a:buChar char="•"/>
            </a:pPr>
            <a:r>
              <a:rPr lang="en-US" sz="2400" dirty="0">
                <a:latin typeface="IntelOne Text Light" panose="020B0403020203020204" pitchFamily="34" charset="0"/>
              </a:rPr>
              <a:t>School spending is stagnant.</a:t>
            </a:r>
          </a:p>
          <a:p>
            <a:pPr marL="342900" indent="-342900">
              <a:buFont typeface="Arial" panose="020B0604020202020204" pitchFamily="34" charset="0"/>
              <a:buChar char="•"/>
            </a:pPr>
            <a:r>
              <a:rPr lang="en-US" sz="2400" dirty="0">
                <a:latin typeface="IntelOne Text Light" panose="020B0403020203020204" pitchFamily="34" charset="0"/>
              </a:rPr>
              <a:t>Teacher training method is outdated.</a:t>
            </a:r>
            <a:endParaRPr lang="en-US" dirty="0"/>
          </a:p>
          <a:p>
            <a:pPr marL="342900" indent="-342900">
              <a:buFont typeface="Arial" panose="020B0604020202020204" pitchFamily="34" charset="0"/>
              <a:buChar char="•"/>
            </a:pPr>
            <a:r>
              <a:rPr lang="en-US" sz="2400" dirty="0">
                <a:latin typeface="IntelOne Text Light" panose="020B0403020203020204" pitchFamily="34" charset="0"/>
              </a:rPr>
              <a:t>Lack of teacher education &amp; innovation.</a:t>
            </a:r>
          </a:p>
          <a:p>
            <a:pPr marL="342900" indent="-342900">
              <a:buFont typeface="Arial" panose="020B0604020202020204" pitchFamily="34" charset="0"/>
              <a:buChar char="•"/>
            </a:pPr>
            <a:r>
              <a:rPr lang="en-US" sz="2400" dirty="0">
                <a:latin typeface="IntelOne Text Light" panose="020B0403020203020204" pitchFamily="34" charset="0"/>
              </a:rPr>
              <a:t>School security and safety.</a:t>
            </a:r>
            <a:endParaRPr lang="en-US" dirty="0"/>
          </a:p>
          <a:p>
            <a:pPr marL="342900" indent="-342900">
              <a:buFont typeface="Arial" panose="020B0604020202020204" pitchFamily="34" charset="0"/>
              <a:buChar char="•"/>
            </a:pPr>
            <a:r>
              <a:rPr lang="en-US" sz="2400" dirty="0">
                <a:latin typeface="IntelOne Text Light" panose="020B0403020203020204" pitchFamily="34" charset="0"/>
              </a:rPr>
              <a:t>Help for students with disabilities.</a:t>
            </a:r>
          </a:p>
          <a:p>
            <a:pPr marL="342900" indent="-342900">
              <a:buFont typeface="Arial" panose="020B0604020202020204" pitchFamily="34" charset="0"/>
              <a:buChar char="•"/>
            </a:pPr>
            <a:r>
              <a:rPr lang="en-US" sz="2400" dirty="0">
                <a:latin typeface="IntelOne Text Light" panose="020B0403020203020204" pitchFamily="34" charset="0"/>
              </a:rPr>
              <a:t>Problems with common core curriculum.</a:t>
            </a:r>
            <a:endParaRPr lang="en-US" dirty="0"/>
          </a:p>
          <a:p>
            <a:pPr marL="342900" indent="-342900">
              <a:buFont typeface="Arial" panose="020B0604020202020204" pitchFamily="34" charset="0"/>
              <a:buChar char="•"/>
            </a:pPr>
            <a:r>
              <a:rPr lang="en-US" sz="2400" dirty="0">
                <a:latin typeface="IntelOne Text Light" panose="020B0403020203020204" pitchFamily="34" charset="0"/>
              </a:rPr>
              <a:t>Student mental health challenges.</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64</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ECA83569-29E3-4376-8F86-95D5445C0F41}"/>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Problems faced in the industry</a:t>
            </a:r>
          </a:p>
        </p:txBody>
      </p:sp>
    </p:spTree>
    <p:extLst>
      <p:ext uri="{BB962C8B-B14F-4D97-AF65-F5344CB8AC3E}">
        <p14:creationId xmlns:p14="http://schemas.microsoft.com/office/powerpoint/2010/main" val="1805480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Education</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7" y="2106001"/>
            <a:ext cx="5735737" cy="3553470"/>
          </a:xfrm>
        </p:spPr>
        <p:txBody>
          <a:bodyPr vert="horz" lIns="91440" tIns="45720" rIns="91440" bIns="45720" rtlCol="0" anchor="t">
            <a:normAutofit/>
          </a:bodyPr>
          <a:lstStyle/>
          <a:p>
            <a:pPr>
              <a:buFont typeface="Arial" panose="020B0604020202020204" pitchFamily="34" charset="0"/>
              <a:buChar char="•"/>
            </a:pPr>
            <a:r>
              <a:rPr lang="en-US" sz="2200" dirty="0">
                <a:latin typeface="IntelOne Text Light"/>
              </a:rPr>
              <a:t>MARTHA, George Washington University’s chatbot, to answer students’ queries. </a:t>
            </a:r>
            <a:endParaRPr lang="en-US" sz="2200" dirty="0"/>
          </a:p>
          <a:p>
            <a:pPr>
              <a:buFont typeface="Arial" panose="020B0604020202020204" pitchFamily="34" charset="0"/>
              <a:buChar char="•"/>
            </a:pPr>
            <a:r>
              <a:rPr lang="en-US" sz="2200" dirty="0">
                <a:latin typeface="IntelOne Text Light"/>
              </a:rPr>
              <a:t>Jill Watson is an AI teaching assistant at Georgia Institute of Technology’s School of Interactive Computing. </a:t>
            </a:r>
            <a:endParaRPr lang="en-US" sz="2200" dirty="0"/>
          </a:p>
          <a:p>
            <a:pPr>
              <a:buFont typeface="Arial" panose="020B0604020202020204" pitchFamily="34" charset="0"/>
              <a:buChar char="•"/>
            </a:pPr>
            <a:r>
              <a:rPr lang="en-US" sz="2200" dirty="0">
                <a:latin typeface="IntelOne Text Light"/>
              </a:rPr>
              <a:t>ALEKS is a research-based, online learning program that offers targeted learning based on the student’s actual comprehension of the subject.</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65</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9" name="Online Media 4" title="Unleashing the Power of Learning through Jill Watson">
            <a:hlinkClick r:id="" action="ppaction://media"/>
            <a:extLst>
              <a:ext uri="{FF2B5EF4-FFF2-40B4-BE49-F238E27FC236}">
                <a16:creationId xmlns:a16="http://schemas.microsoft.com/office/drawing/2014/main" id="{E57FBF2E-305D-45AC-8341-16F3E0B59C8F}"/>
              </a:ext>
            </a:extLst>
          </p:cNvPr>
          <p:cNvPicPr>
            <a:picLocks noRot="1" noChangeAspect="1"/>
          </p:cNvPicPr>
          <p:nvPr>
            <a:videoFile r:link="rId1"/>
          </p:nvPr>
        </p:nvPicPr>
        <p:blipFill>
          <a:blip r:embed="rId4"/>
          <a:stretch>
            <a:fillRect/>
          </a:stretch>
        </p:blipFill>
        <p:spPr>
          <a:xfrm>
            <a:off x="7194491" y="2693381"/>
            <a:ext cx="4210106" cy="2378710"/>
          </a:xfrm>
          <a:prstGeom prst="rect">
            <a:avLst/>
          </a:prstGeom>
        </p:spPr>
      </p:pic>
      <p:sp>
        <p:nvSpPr>
          <p:cNvPr id="6" name="Content Placeholder 2">
            <a:extLst>
              <a:ext uri="{FF2B5EF4-FFF2-40B4-BE49-F238E27FC236}">
                <a16:creationId xmlns:a16="http://schemas.microsoft.com/office/drawing/2014/main" id="{EA9B9B72-1EA1-4C37-9C28-550EADE9C40D}"/>
              </a:ext>
            </a:extLst>
          </p:cNvPr>
          <p:cNvSpPr txBox="1">
            <a:spLocks/>
          </p:cNvSpPr>
          <p:nvPr/>
        </p:nvSpPr>
        <p:spPr>
          <a:xfrm>
            <a:off x="431797" y="1178604"/>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AI solutions in the industry</a:t>
            </a:r>
          </a:p>
        </p:txBody>
      </p:sp>
      <p:sp>
        <p:nvSpPr>
          <p:cNvPr id="7" name="TextBox 6" descr="source">
            <a:extLst>
              <a:ext uri="{FF2B5EF4-FFF2-40B4-BE49-F238E27FC236}">
                <a16:creationId xmlns:a16="http://schemas.microsoft.com/office/drawing/2014/main" id="{ADD7F74E-B5B0-40AB-B6F5-D301FCDE8A24}"/>
              </a:ext>
            </a:extLst>
          </p:cNvPr>
          <p:cNvSpPr txBox="1"/>
          <p:nvPr/>
        </p:nvSpPr>
        <p:spPr>
          <a:xfrm>
            <a:off x="285303" y="6241454"/>
            <a:ext cx="8545609"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indent="0">
              <a:buFont typeface="Arial" panose="020B0604020202020204" pitchFamily="34" charset="0"/>
              <a:buNone/>
            </a:pPr>
            <a:r>
              <a:rPr lang="en-US" sz="1000" dirty="0">
                <a:latin typeface="IntelOne Text Light" panose="020B0403020203020204" pitchFamily="34" charset="0"/>
              </a:rPr>
              <a:t>[Video] Unleashing the Power of Learning through Jill Watson. Georgia Tech College of Computing. Jan 25, 2020. </a:t>
            </a:r>
            <a:r>
              <a:rPr lang="en-US" sz="1000" dirty="0">
                <a:latin typeface="IntelOne Text Light" panose="020B0403020203020204" pitchFamily="34" charset="0"/>
                <a:hlinkClick r:id="rId5"/>
              </a:rPr>
              <a:t>https://www.youtube.com/watch?v=C79x_tK1mg0</a:t>
            </a:r>
            <a:endParaRPr lang="en-US" sz="1000" dirty="0">
              <a:latin typeface="IntelOne Text Light" panose="020B0403020203020204" pitchFamily="34" charset="0"/>
            </a:endParaRPr>
          </a:p>
        </p:txBody>
      </p:sp>
    </p:spTree>
    <p:extLst>
      <p:ext uri="{BB962C8B-B14F-4D97-AF65-F5344CB8AC3E}">
        <p14:creationId xmlns:p14="http://schemas.microsoft.com/office/powerpoint/2010/main" val="3324843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9"/>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9"/>
                                        </p:tgtEl>
                                      </p:cBhvr>
                                    </p:cmd>
                                  </p:childTnLst>
                                </p:cTn>
                              </p:par>
                            </p:childTnLst>
                          </p:cTn>
                        </p:par>
                      </p:childTnLst>
                    </p:cTn>
                  </p:par>
                </p:childTnLst>
              </p:cTn>
              <p:nextCondLst>
                <p:cond evt="onClick" delay="0">
                  <p:tgtEl>
                    <p:spTgt spid="9"/>
                  </p:tgtEl>
                </p:cond>
              </p:nextCondLst>
            </p:seq>
            <p:video>
              <p:cMediaNode vol="80000">
                <p:cTn id="12" fill="hold" display="0">
                  <p:stCondLst>
                    <p:cond delay="indefinite"/>
                  </p:stCondLst>
                </p:cTn>
                <p:tgtEl>
                  <p:spTgt spid="9"/>
                </p:tgtEl>
              </p:cMediaNode>
            </p:video>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Education</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417324"/>
          </a:xfrm>
        </p:spPr>
        <p:txBody>
          <a:bodyPr>
            <a:normAutofit/>
          </a:bodyPr>
          <a:lstStyle/>
          <a:p>
            <a:pPr marL="342900" indent="-342900">
              <a:buFont typeface="Arial" panose="020B0604020202020204" pitchFamily="34" charset="0"/>
              <a:buChar char="•"/>
            </a:pPr>
            <a:r>
              <a:rPr lang="en-US" dirty="0"/>
              <a:t>What other AI solutions can be implemented but not shown in the previous slides?</a:t>
            </a:r>
          </a:p>
          <a:p>
            <a:pPr marL="342900" indent="-342900">
              <a:buFont typeface="Arial" panose="020B0604020202020204" pitchFamily="34" charset="0"/>
              <a:buChar char="•"/>
            </a:pPr>
            <a:r>
              <a:rPr lang="en-US" dirty="0"/>
              <a:t>What are the potential ethical questions that may arise with these AI solutions? And what can you do to reduce the risks?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r>
              <a:rPr lang="en-US" dirty="0"/>
              <a:t>Your answers should be around 2 paragraphs long (around 100 words).</a:t>
            </a:r>
          </a:p>
          <a:p>
            <a:r>
              <a:rPr lang="en-US" dirty="0"/>
              <a:t>You should not spend more than 5 minutes for this discussion.</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66</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AD446814-C9DE-4668-8C84-454A0D76E35C}"/>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Let’s discuss in your group</a:t>
            </a:r>
          </a:p>
        </p:txBody>
      </p:sp>
    </p:spTree>
    <p:extLst>
      <p:ext uri="{BB962C8B-B14F-4D97-AF65-F5344CB8AC3E}">
        <p14:creationId xmlns:p14="http://schemas.microsoft.com/office/powerpoint/2010/main" val="3721453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a:bodyPr>
          <a:lstStyle/>
          <a:p>
            <a:r>
              <a:rPr lang="en-SG" dirty="0"/>
              <a:t>We have seen how AI is used in the education industry. Now, let’s explore the banking industry.</a:t>
            </a:r>
            <a:endParaRPr lang="en-US" dirty="0"/>
          </a:p>
        </p:txBody>
      </p:sp>
    </p:spTree>
    <p:extLst>
      <p:ext uri="{BB962C8B-B14F-4D97-AF65-F5344CB8AC3E}">
        <p14:creationId xmlns:p14="http://schemas.microsoft.com/office/powerpoint/2010/main" val="596126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531757-3929-4800-8AB5-88F7668D79BA}"/>
              </a:ext>
            </a:extLst>
          </p:cNvPr>
          <p:cNvSpPr>
            <a:spLocks noGrp="1"/>
          </p:cNvSpPr>
          <p:nvPr>
            <p:ph type="title"/>
          </p:nvPr>
        </p:nvSpPr>
        <p:spPr>
          <a:xfrm>
            <a:off x="1833563" y="1878613"/>
            <a:ext cx="6833366" cy="1874852"/>
          </a:xfrm>
        </p:spPr>
        <p:txBody>
          <a:bodyPr>
            <a:normAutofit/>
          </a:bodyPr>
          <a:lstStyle/>
          <a:p>
            <a:r>
              <a:rPr lang="en-US" dirty="0"/>
              <a:t>AI in Banking</a:t>
            </a:r>
          </a:p>
        </p:txBody>
      </p:sp>
    </p:spTree>
    <p:extLst>
      <p:ext uri="{BB962C8B-B14F-4D97-AF65-F5344CB8AC3E}">
        <p14:creationId xmlns:p14="http://schemas.microsoft.com/office/powerpoint/2010/main" val="141532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Banking</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3660318"/>
          </a:xfrm>
        </p:spPr>
        <p:txBody>
          <a:bodyPr vert="horz" lIns="91440" tIns="45720" rIns="91440" bIns="45720" rtlCol="0" anchor="t">
            <a:normAutofit/>
          </a:bodyPr>
          <a:lstStyle/>
          <a:p>
            <a:pPr>
              <a:buFont typeface="Arial" panose="020B0604020202020204" pitchFamily="34" charset="0"/>
              <a:buChar char="•"/>
            </a:pPr>
            <a:r>
              <a:rPr lang="en-US" dirty="0">
                <a:latin typeface="IntelOne Text Light"/>
              </a:rPr>
              <a:t>The banking sector is the foundation of the financial services group. It is mainly focused on direct saving and lending. </a:t>
            </a:r>
            <a:endParaRPr lang="en-US" dirty="0"/>
          </a:p>
          <a:p>
            <a:pPr>
              <a:buFont typeface="Arial" panose="020B0604020202020204" pitchFamily="34" charset="0"/>
              <a:buChar char="•"/>
            </a:pPr>
            <a:r>
              <a:rPr lang="en-US" sz="2400" dirty="0">
                <a:latin typeface="IntelOne Text Light"/>
              </a:rPr>
              <a:t>There are several segments – </a:t>
            </a:r>
            <a:r>
              <a:rPr lang="en-US" dirty="0">
                <a:latin typeface="IntelOne Text Light"/>
              </a:rPr>
              <a:t>a </a:t>
            </a:r>
            <a:r>
              <a:rPr lang="en-US" sz="2400" dirty="0">
                <a:latin typeface="IntelOne Text Light"/>
              </a:rPr>
              <a:t>few include retail banking, commercial banking, and investment banking.</a:t>
            </a:r>
            <a:r>
              <a:rPr lang="en-US" dirty="0">
                <a:latin typeface="IntelOne Text Light"/>
              </a:rPr>
              <a:t> </a:t>
            </a:r>
            <a:endParaRPr lang="en-US" dirty="0"/>
          </a:p>
          <a:p>
            <a:pPr>
              <a:buFont typeface="Arial" panose="020B0604020202020204" pitchFamily="34" charset="0"/>
              <a:buChar char="•"/>
            </a:pPr>
            <a:r>
              <a:rPr lang="en-US" sz="2400" dirty="0">
                <a:latin typeface="IntelOne Text Light"/>
              </a:rPr>
              <a:t>There are over 1.8 million employees in commercial banking in the United States.</a:t>
            </a:r>
            <a:endParaRPr lang="en-US" dirty="0">
              <a:latin typeface="IntelOne Text Light"/>
            </a:endParaRPr>
          </a:p>
          <a:p>
            <a:pPr marL="342900" indent="-342900">
              <a:buFont typeface="Arial" panose="020B0604020202020204" pitchFamily="34" charset="0"/>
              <a:buChar char="•"/>
            </a:pPr>
            <a:endParaRPr lang="en-US" sz="2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69</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09414F79-FB2B-4602-BC58-08072A534B66}"/>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Background information about the industry</a:t>
            </a:r>
          </a:p>
        </p:txBody>
      </p:sp>
    </p:spTree>
    <p:extLst>
      <p:ext uri="{BB962C8B-B14F-4D97-AF65-F5344CB8AC3E}">
        <p14:creationId xmlns:p14="http://schemas.microsoft.com/office/powerpoint/2010/main" val="3372907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Banking</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2106000"/>
            <a:ext cx="10515600" cy="4417324"/>
          </a:xfrm>
        </p:spPr>
        <p:txBody>
          <a:bodyPr>
            <a:normAutofit/>
          </a:bodyPr>
          <a:lstStyle/>
          <a:p>
            <a:pPr marL="342900" indent="-342900">
              <a:buFont typeface="Arial" panose="020B0604020202020204" pitchFamily="34" charset="0"/>
              <a:buChar char="•"/>
            </a:pPr>
            <a:r>
              <a:rPr lang="en-US" dirty="0"/>
              <a:t>Competition from other banks, from foreign and online banks.</a:t>
            </a:r>
          </a:p>
          <a:p>
            <a:pPr marL="342900" indent="-342900">
              <a:buFont typeface="Arial" panose="020B0604020202020204" pitchFamily="34" charset="0"/>
              <a:buChar char="•"/>
            </a:pPr>
            <a:r>
              <a:rPr lang="en-US" sz="2400" dirty="0">
                <a:latin typeface="IntelOne Text Light" panose="020B0403020203020204" pitchFamily="34" charset="0"/>
              </a:rPr>
              <a:t>Regulatory compliance.</a:t>
            </a:r>
          </a:p>
          <a:p>
            <a:pPr marL="342900" indent="-342900">
              <a:buFont typeface="Arial" panose="020B0604020202020204" pitchFamily="34" charset="0"/>
              <a:buChar char="•"/>
            </a:pPr>
            <a:r>
              <a:rPr lang="en-US" sz="2400" dirty="0">
                <a:latin typeface="IntelOne Text Light" panose="020B0403020203020204" pitchFamily="34" charset="0"/>
              </a:rPr>
              <a:t>Rising expectation from consumer.</a:t>
            </a:r>
            <a:endParaRPr lang="en-US" dirty="0"/>
          </a:p>
          <a:p>
            <a:pPr marL="342900" indent="-342900">
              <a:buFont typeface="Arial" panose="020B0604020202020204" pitchFamily="34" charset="0"/>
              <a:buChar char="•"/>
            </a:pPr>
            <a:r>
              <a:rPr lang="en-US" sz="2400" dirty="0">
                <a:latin typeface="IntelOne Text Light" panose="020B0403020203020204" pitchFamily="34" charset="0"/>
              </a:rPr>
              <a:t>Customer retention.</a:t>
            </a:r>
          </a:p>
          <a:p>
            <a:pPr marL="342900" indent="-342900">
              <a:buFont typeface="Arial" panose="020B0604020202020204" pitchFamily="34" charset="0"/>
              <a:buChar char="•"/>
            </a:pPr>
            <a:r>
              <a:rPr lang="en-US" sz="2400" dirty="0">
                <a:latin typeface="IntelOne Text Light" panose="020B0403020203020204" pitchFamily="34" charset="0"/>
              </a:rPr>
              <a:t>Security breaches.</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70</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51CB728F-FC42-4A42-85A8-E5492905414E}"/>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Problems faced in the industry</a:t>
            </a:r>
          </a:p>
        </p:txBody>
      </p:sp>
    </p:spTree>
    <p:extLst>
      <p:ext uri="{BB962C8B-B14F-4D97-AF65-F5344CB8AC3E}">
        <p14:creationId xmlns:p14="http://schemas.microsoft.com/office/powerpoint/2010/main" val="1600254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Banking</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8" y="2106001"/>
            <a:ext cx="7654367" cy="3912028"/>
          </a:xfrm>
        </p:spPr>
        <p:txBody>
          <a:bodyPr vert="horz" lIns="91440" tIns="45720" rIns="91440" bIns="45720" rtlCol="0" anchor="t">
            <a:normAutofit/>
          </a:bodyPr>
          <a:lstStyle/>
          <a:p>
            <a:pPr marL="342900" indent="-342900">
              <a:lnSpc>
                <a:spcPct val="100000"/>
              </a:lnSpc>
              <a:buFont typeface="Arial" panose="020B0604020202020204" pitchFamily="34" charset="0"/>
              <a:buChar char="•"/>
            </a:pPr>
            <a:r>
              <a:rPr lang="en-US" dirty="0">
                <a:latin typeface="IntelOne Text Light"/>
              </a:rPr>
              <a:t>Erica, a chatbot at Bank Of America, serves more than ten million users and understands almost 500,000 question variants. </a:t>
            </a:r>
            <a:endParaRPr lang="en-US" dirty="0"/>
          </a:p>
          <a:p>
            <a:pPr marL="342900" indent="-342900">
              <a:lnSpc>
                <a:spcPct val="100000"/>
              </a:lnSpc>
              <a:buFont typeface="Arial" panose="020B0604020202020204" pitchFamily="34" charset="0"/>
              <a:buChar char="•"/>
            </a:pPr>
            <a:r>
              <a:rPr lang="en-US" sz="2400" dirty="0">
                <a:latin typeface="IntelOne Text Light"/>
              </a:rPr>
              <a:t>Ocrolus’ software allows organizations to make better lending decisions, detect fraudulent documents, and process documents quickly.</a:t>
            </a:r>
            <a:r>
              <a:rPr lang="en-US" dirty="0">
                <a:latin typeface="IntelOne Text Light"/>
              </a:rPr>
              <a:t> </a:t>
            </a:r>
            <a:endParaRPr lang="en-US" dirty="0"/>
          </a:p>
          <a:p>
            <a:pPr marL="342900" indent="-342900">
              <a:lnSpc>
                <a:spcPct val="100000"/>
              </a:lnSpc>
              <a:buFont typeface="Arial" panose="020B0604020202020204" pitchFamily="34" charset="0"/>
              <a:buChar char="•"/>
            </a:pPr>
            <a:r>
              <a:rPr lang="en-US" sz="2400" dirty="0">
                <a:latin typeface="IntelOne Text Light"/>
              </a:rPr>
              <a:t>ZestFinance uses AI to help companies assess borrowers with little to no credit information or history.</a:t>
            </a:r>
            <a:endParaRPr lang="en-US" dirty="0">
              <a:latin typeface="IntelOne Text Light"/>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71</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7C8ADD14-1C6F-46A9-8083-FEA2EB2E38BD}"/>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AI solutions in the industry</a:t>
            </a:r>
          </a:p>
        </p:txBody>
      </p:sp>
    </p:spTree>
    <p:extLst>
      <p:ext uri="{BB962C8B-B14F-4D97-AF65-F5344CB8AC3E}">
        <p14:creationId xmlns:p14="http://schemas.microsoft.com/office/powerpoint/2010/main" val="699038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solidFill>
                  <a:srgbClr val="000000"/>
                </a:solidFill>
              </a:rPr>
              <a:t>AI in Banking</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3294" y="2279780"/>
            <a:ext cx="10514106" cy="3262153"/>
          </a:xfrm>
        </p:spPr>
        <p:txBody>
          <a:bodyPr>
            <a:normAutofit/>
          </a:bodyPr>
          <a:lstStyle/>
          <a:p>
            <a:pPr marL="342900" indent="-342900">
              <a:buFont typeface="Arial" panose="020B0604020202020204" pitchFamily="34" charset="0"/>
              <a:buChar char="•"/>
            </a:pPr>
            <a:r>
              <a:rPr lang="en-US" dirty="0"/>
              <a:t>What other AI solutions can be implemented but not shown in the previous slides?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Your answers should be around 2 paragraphs long (around 100 words).</a:t>
            </a:r>
          </a:p>
          <a:p>
            <a:pPr marL="342900" indent="-342900">
              <a:buFont typeface="Arial" panose="020B0604020202020204" pitchFamily="34" charset="0"/>
              <a:buChar char="•"/>
            </a:pPr>
            <a:r>
              <a:rPr lang="en-US" dirty="0"/>
              <a:t>You should not spend more than 5 minutes for this discussion.</a:t>
            </a:r>
          </a:p>
          <a:p>
            <a:pPr marL="342900" indent="-342900">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72</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sp>
        <p:nvSpPr>
          <p:cNvPr id="5" name="Content Placeholder 2">
            <a:extLst>
              <a:ext uri="{FF2B5EF4-FFF2-40B4-BE49-F238E27FC236}">
                <a16:creationId xmlns:a16="http://schemas.microsoft.com/office/drawing/2014/main" id="{0ADF36DD-5C8E-4586-BE07-EF4706999C79}"/>
              </a:ext>
            </a:extLst>
          </p:cNvPr>
          <p:cNvSpPr txBox="1">
            <a:spLocks/>
          </p:cNvSpPr>
          <p:nvPr/>
        </p:nvSpPr>
        <p:spPr>
          <a:xfrm>
            <a:off x="381000" y="1495361"/>
            <a:ext cx="10972800" cy="53045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IntelOne Display Regular" panose="020B0503020203020204" pitchFamily="34" charset="0"/>
              <a:buNone/>
              <a:defRPr sz="3200" b="0" i="0" kern="1200">
                <a:solidFill>
                  <a:schemeClr val="accent1"/>
                </a:solidFill>
                <a:latin typeface="IntelOne Text" panose="020B0503020203020204" pitchFamily="34" charset="77"/>
                <a:ea typeface="+mn-ea"/>
                <a:cs typeface="+mn-cs"/>
              </a:defRPr>
            </a:lvl1pPr>
            <a:lvl2pPr marL="457200" indent="0" algn="l" defTabSz="914400" rtl="0" eaLnBrk="1" latinLnBrk="0" hangingPunct="1">
              <a:lnSpc>
                <a:spcPct val="90000"/>
              </a:lnSpc>
              <a:spcBef>
                <a:spcPts val="500"/>
              </a:spcBef>
              <a:buFont typeface="IntelOne Display Regular" panose="020B0503020203020204" pitchFamily="34" charset="0"/>
              <a:buNone/>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IntelOne Display Regular" panose="020B0503020203020204" pitchFamily="34" charset="0"/>
              <a:buNone/>
              <a:tabLst/>
              <a:defRPr/>
            </a:pPr>
            <a:r>
              <a:rPr kumimoji="0" lang="en-US" sz="3200" b="0" i="0" u="none" strike="noStrike" kern="1200" cap="none" spc="0" normalizeH="0" baseline="0" noProof="0" dirty="0">
                <a:ln>
                  <a:noFill/>
                </a:ln>
                <a:solidFill>
                  <a:srgbClr val="0068B5"/>
                </a:solidFill>
                <a:effectLst/>
                <a:uLnTx/>
                <a:uFillTx/>
                <a:latin typeface="IntelOne Text" panose="020B0503020203020204" pitchFamily="34" charset="77"/>
              </a:rPr>
              <a:t>Let’s discuss in your group</a:t>
            </a:r>
          </a:p>
        </p:txBody>
      </p:sp>
    </p:spTree>
    <p:extLst>
      <p:ext uri="{BB962C8B-B14F-4D97-AF65-F5344CB8AC3E}">
        <p14:creationId xmlns:p14="http://schemas.microsoft.com/office/powerpoint/2010/main" val="3446488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fontScale="90000"/>
          </a:bodyPr>
          <a:lstStyle/>
          <a:p>
            <a:r>
              <a:rPr lang="en-US" dirty="0">
                <a:solidFill>
                  <a:schemeClr val="tx1"/>
                </a:solidFill>
              </a:rPr>
              <a:t>Now that we have explored </a:t>
            </a:r>
            <a:r>
              <a:rPr lang="en-US" dirty="0"/>
              <a:t>the application of AI in various industries, </a:t>
            </a:r>
            <a:r>
              <a:rPr lang="en-US" dirty="0">
                <a:solidFill>
                  <a:schemeClr val="tx1"/>
                </a:solidFill>
              </a:rPr>
              <a:t>let's shift our focus to the role of generative AI in these industries </a:t>
            </a:r>
            <a:r>
              <a:rPr lang="en-US" dirty="0"/>
              <a:t>and how it can be leveraged to further enhance their capabilities and outcomes.</a:t>
            </a:r>
          </a:p>
        </p:txBody>
      </p:sp>
    </p:spTree>
    <p:extLst>
      <p:ext uri="{BB962C8B-B14F-4D97-AF65-F5344CB8AC3E}">
        <p14:creationId xmlns:p14="http://schemas.microsoft.com/office/powerpoint/2010/main" val="152586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lstStyle/>
          <a:p>
            <a:r>
              <a:rPr lang="en-US" dirty="0">
                <a:solidFill>
                  <a:schemeClr val="accent1"/>
                </a:solidFill>
              </a:rPr>
              <a:t> Leveraging Generative AI in Various Industries</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800" y="1997384"/>
            <a:ext cx="6112436" cy="3811745"/>
          </a:xfrm>
        </p:spPr>
        <p:txBody>
          <a:bodyPr>
            <a:normAutofit fontScale="92500" lnSpcReduction="20000"/>
          </a:bodyPr>
          <a:lstStyle/>
          <a:p>
            <a:pPr marL="342900" indent="-342900">
              <a:lnSpc>
                <a:spcPct val="150000"/>
              </a:lnSpc>
              <a:buFont typeface="Arial" panose="020B0604020202020204" pitchFamily="34" charset="0"/>
              <a:buChar char="•"/>
            </a:pPr>
            <a:r>
              <a:rPr lang="en-US" sz="2400" dirty="0">
                <a:latin typeface="IntelOne Text Light" panose="020B0403020203020204" pitchFamily="34" charset="0"/>
              </a:rPr>
              <a:t>Generative AI, with its ability to create and innovate, is revolutionizing various industries. </a:t>
            </a:r>
          </a:p>
          <a:p>
            <a:pPr marL="342900" indent="-342900">
              <a:lnSpc>
                <a:spcPct val="150000"/>
              </a:lnSpc>
              <a:buFont typeface="Arial" panose="020B0604020202020204" pitchFamily="34" charset="0"/>
              <a:buChar char="•"/>
            </a:pPr>
            <a:r>
              <a:rPr lang="en-US" sz="2400" dirty="0">
                <a:latin typeface="IntelOne Text Light" panose="020B0403020203020204" pitchFamily="34" charset="0"/>
              </a:rPr>
              <a:t>Let's explore how different sectors, including retail, agriculture, healthcare, manufacturing, energy, transportation, education, and banking, are leveraging the power of Generative AI.</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74</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6" name="Picture 5" descr="A black background with icons">
            <a:extLst>
              <a:ext uri="{FF2B5EF4-FFF2-40B4-BE49-F238E27FC236}">
                <a16:creationId xmlns:a16="http://schemas.microsoft.com/office/drawing/2014/main" id="{11A17523-3260-CEF9-3A82-367A3A109427}"/>
              </a:ext>
            </a:extLst>
          </p:cNvPr>
          <p:cNvPicPr>
            <a:picLocks noChangeAspect="1"/>
          </p:cNvPicPr>
          <p:nvPr/>
        </p:nvPicPr>
        <p:blipFill>
          <a:blip r:embed="rId3"/>
          <a:stretch>
            <a:fillRect/>
          </a:stretch>
        </p:blipFill>
        <p:spPr>
          <a:xfrm>
            <a:off x="7597588" y="2457697"/>
            <a:ext cx="2891118" cy="2891118"/>
          </a:xfrm>
          <a:prstGeom prst="rect">
            <a:avLst/>
          </a:prstGeom>
        </p:spPr>
      </p:pic>
    </p:spTree>
    <p:extLst>
      <p:ext uri="{BB962C8B-B14F-4D97-AF65-F5344CB8AC3E}">
        <p14:creationId xmlns:p14="http://schemas.microsoft.com/office/powerpoint/2010/main" val="3525543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lstStyle/>
          <a:p>
            <a:r>
              <a:rPr lang="en-US" dirty="0">
                <a:solidFill>
                  <a:schemeClr val="accent1"/>
                </a:solidFill>
              </a:rPr>
              <a:t>Leveraging Generative AI in Various Industries</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800" y="1997384"/>
            <a:ext cx="6112436" cy="3811745"/>
          </a:xfrm>
        </p:spPr>
        <p:txBody>
          <a:bodyPr>
            <a:normAutofit/>
          </a:bodyPr>
          <a:lstStyle/>
          <a:p>
            <a:r>
              <a:rPr lang="en-US" sz="2400" dirty="0">
                <a:solidFill>
                  <a:schemeClr val="accent1"/>
                </a:solidFill>
                <a:latin typeface="IntelOne Text Light" panose="020B0403020203020204" pitchFamily="34" charset="0"/>
              </a:rPr>
              <a:t>Retail Industry:</a:t>
            </a:r>
          </a:p>
          <a:p>
            <a:pPr marL="342900" indent="-342900">
              <a:buFont typeface="Arial" panose="020B0604020202020204" pitchFamily="34" charset="0"/>
              <a:buChar char="•"/>
            </a:pPr>
            <a:r>
              <a:rPr lang="en-US" sz="2400" dirty="0">
                <a:latin typeface="IntelOne Text Light" panose="020B0403020203020204" pitchFamily="34" charset="0"/>
              </a:rPr>
              <a:t>Personalized product recommendations enhance customer experience.</a:t>
            </a:r>
          </a:p>
          <a:p>
            <a:pPr marL="342900" indent="-342900">
              <a:buFont typeface="Arial" panose="020B0604020202020204" pitchFamily="34" charset="0"/>
              <a:buChar char="•"/>
            </a:pPr>
            <a:r>
              <a:rPr lang="en-US" sz="2400" dirty="0">
                <a:latin typeface="IntelOne Text Light" panose="020B0403020203020204" pitchFamily="34" charset="0"/>
              </a:rPr>
              <a:t>Virtual try-ons enable customers to visualize products before purchase.</a:t>
            </a:r>
          </a:p>
          <a:p>
            <a:pPr marL="342900" indent="-342900">
              <a:buFont typeface="Arial" panose="020B0604020202020204" pitchFamily="34" charset="0"/>
              <a:buChar char="•"/>
            </a:pPr>
            <a:r>
              <a:rPr lang="en-US" sz="2400" dirty="0">
                <a:latin typeface="IntelOne Text Light" panose="020B0403020203020204" pitchFamily="34" charset="0"/>
              </a:rPr>
              <a:t>Customized advertisements increase engagement and conversion rates.</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75</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6" name="Picture 5" descr="A pink building with a shopping cart">
            <a:extLst>
              <a:ext uri="{FF2B5EF4-FFF2-40B4-BE49-F238E27FC236}">
                <a16:creationId xmlns:a16="http://schemas.microsoft.com/office/drawing/2014/main" id="{EB90460A-F555-3829-BE72-BC4ABAE02EDB}"/>
              </a:ext>
            </a:extLst>
          </p:cNvPr>
          <p:cNvPicPr>
            <a:picLocks noChangeAspect="1"/>
          </p:cNvPicPr>
          <p:nvPr/>
        </p:nvPicPr>
        <p:blipFill>
          <a:blip r:embed="rId3"/>
          <a:stretch>
            <a:fillRect/>
          </a:stretch>
        </p:blipFill>
        <p:spPr>
          <a:xfrm>
            <a:off x="7271870" y="1590703"/>
            <a:ext cx="3675529" cy="3675529"/>
          </a:xfrm>
          <a:prstGeom prst="rect">
            <a:avLst/>
          </a:prstGeom>
        </p:spPr>
      </p:pic>
    </p:spTree>
    <p:extLst>
      <p:ext uri="{BB962C8B-B14F-4D97-AF65-F5344CB8AC3E}">
        <p14:creationId xmlns:p14="http://schemas.microsoft.com/office/powerpoint/2010/main" val="136673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lstStyle/>
          <a:p>
            <a:r>
              <a:rPr lang="en-US" dirty="0">
                <a:solidFill>
                  <a:schemeClr val="accent1"/>
                </a:solidFill>
              </a:rPr>
              <a:t>Leveraging Generative AI in Various Industries</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800" y="1997384"/>
            <a:ext cx="6112436" cy="3811745"/>
          </a:xfrm>
        </p:spPr>
        <p:txBody>
          <a:bodyPr>
            <a:normAutofit/>
          </a:bodyPr>
          <a:lstStyle/>
          <a:p>
            <a:r>
              <a:rPr lang="en-US" sz="2400" dirty="0">
                <a:solidFill>
                  <a:schemeClr val="accent1"/>
                </a:solidFill>
                <a:latin typeface="IntelOne Text Light" panose="020B0403020203020204" pitchFamily="34" charset="0"/>
              </a:rPr>
              <a:t>Agriculture Industry:</a:t>
            </a:r>
          </a:p>
          <a:p>
            <a:pPr marL="342900" indent="-342900">
              <a:buFont typeface="Arial" panose="020B0604020202020204" pitchFamily="34" charset="0"/>
              <a:buChar char="•"/>
            </a:pPr>
            <a:r>
              <a:rPr lang="en-US" sz="2400" dirty="0">
                <a:latin typeface="IntelOne Text Light" panose="020B0403020203020204" pitchFamily="34" charset="0"/>
              </a:rPr>
              <a:t>Optimized crop yield predictions help farmers improve productivity.</a:t>
            </a:r>
          </a:p>
          <a:p>
            <a:pPr marL="342900" indent="-342900">
              <a:buFont typeface="Arial" panose="020B0604020202020204" pitchFamily="34" charset="0"/>
              <a:buChar char="•"/>
            </a:pPr>
            <a:r>
              <a:rPr lang="en-US" sz="2400" dirty="0">
                <a:latin typeface="IntelOne Text Light" panose="020B0403020203020204" pitchFamily="34" charset="0"/>
              </a:rPr>
              <a:t>Pest management strategies reduce the use of pesticides and environmental impact.</a:t>
            </a:r>
          </a:p>
          <a:p>
            <a:pPr marL="342900" indent="-342900">
              <a:buFont typeface="Arial" panose="020B0604020202020204" pitchFamily="34" charset="0"/>
              <a:buChar char="•"/>
            </a:pPr>
            <a:r>
              <a:rPr lang="en-US" sz="2400" dirty="0">
                <a:latin typeface="IntelOne Text Light" panose="020B0403020203020204" pitchFamily="34" charset="0"/>
              </a:rPr>
              <a:t>Precision farming techniques enable efficient resource allocation.</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76</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6" name="Picture 5" descr="A map with two pointers">
            <a:extLst>
              <a:ext uri="{FF2B5EF4-FFF2-40B4-BE49-F238E27FC236}">
                <a16:creationId xmlns:a16="http://schemas.microsoft.com/office/drawing/2014/main" id="{EB235C17-03A4-EFE3-7ADD-5190D42150A2}"/>
              </a:ext>
            </a:extLst>
          </p:cNvPr>
          <p:cNvPicPr>
            <a:picLocks noChangeAspect="1"/>
          </p:cNvPicPr>
          <p:nvPr/>
        </p:nvPicPr>
        <p:blipFill>
          <a:blip r:embed="rId3"/>
          <a:stretch>
            <a:fillRect/>
          </a:stretch>
        </p:blipFill>
        <p:spPr>
          <a:xfrm flipH="1">
            <a:off x="7311688" y="1997384"/>
            <a:ext cx="3284594" cy="3284594"/>
          </a:xfrm>
          <a:prstGeom prst="rect">
            <a:avLst/>
          </a:prstGeom>
        </p:spPr>
      </p:pic>
    </p:spTree>
    <p:extLst>
      <p:ext uri="{BB962C8B-B14F-4D97-AF65-F5344CB8AC3E}">
        <p14:creationId xmlns:p14="http://schemas.microsoft.com/office/powerpoint/2010/main" val="1662545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lstStyle/>
          <a:p>
            <a:r>
              <a:rPr lang="en-US" dirty="0">
                <a:solidFill>
                  <a:schemeClr val="accent1"/>
                </a:solidFill>
              </a:rPr>
              <a:t>Leveraging Generative AI in Various Industries</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800" y="1997384"/>
            <a:ext cx="6112436" cy="3811745"/>
          </a:xfrm>
        </p:spPr>
        <p:txBody>
          <a:bodyPr>
            <a:normAutofit/>
          </a:bodyPr>
          <a:lstStyle/>
          <a:p>
            <a:r>
              <a:rPr lang="en-US" sz="2400" dirty="0">
                <a:solidFill>
                  <a:schemeClr val="accent1"/>
                </a:solidFill>
                <a:latin typeface="IntelOne Text Light" panose="020B0403020203020204" pitchFamily="34" charset="0"/>
              </a:rPr>
              <a:t>Healthcare Industry:</a:t>
            </a:r>
          </a:p>
          <a:p>
            <a:pPr marL="342900" indent="-342900">
              <a:buFont typeface="Arial" panose="020B0604020202020204" pitchFamily="34" charset="0"/>
              <a:buChar char="•"/>
            </a:pPr>
            <a:r>
              <a:rPr lang="en-US" sz="2400" dirty="0">
                <a:latin typeface="IntelOne Text Light" panose="020B0403020203020204" pitchFamily="34" charset="0"/>
              </a:rPr>
              <a:t>Medical image analysis aids in accurate diagnosis and treatment planning.</a:t>
            </a:r>
          </a:p>
          <a:p>
            <a:pPr marL="342900" indent="-342900">
              <a:buFont typeface="Arial" panose="020B0604020202020204" pitchFamily="34" charset="0"/>
              <a:buChar char="•"/>
            </a:pPr>
            <a:r>
              <a:rPr lang="en-US" sz="2400" dirty="0">
                <a:latin typeface="IntelOne Text Light" panose="020B0403020203020204" pitchFamily="34" charset="0"/>
              </a:rPr>
              <a:t>Surgical simulations improve surgical outcomes and training.</a:t>
            </a:r>
          </a:p>
          <a:p>
            <a:pPr marL="342900" indent="-342900">
              <a:buFont typeface="Arial" panose="020B0604020202020204" pitchFamily="34" charset="0"/>
              <a:buChar char="•"/>
            </a:pPr>
            <a:r>
              <a:rPr lang="en-US" sz="2400" dirty="0">
                <a:latin typeface="IntelOne Text Light" panose="020B0403020203020204" pitchFamily="34" charset="0"/>
              </a:rPr>
              <a:t>Personalized treatment plans optimize patient care.</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77</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8" name="Picture 7" descr="A cellphone with a cross on the screen">
            <a:extLst>
              <a:ext uri="{FF2B5EF4-FFF2-40B4-BE49-F238E27FC236}">
                <a16:creationId xmlns:a16="http://schemas.microsoft.com/office/drawing/2014/main" id="{4F1A9600-FC12-3689-9B69-BB7A80C79B82}"/>
              </a:ext>
            </a:extLst>
          </p:cNvPr>
          <p:cNvPicPr>
            <a:picLocks noChangeAspect="1"/>
          </p:cNvPicPr>
          <p:nvPr/>
        </p:nvPicPr>
        <p:blipFill>
          <a:blip r:embed="rId3"/>
          <a:stretch>
            <a:fillRect/>
          </a:stretch>
        </p:blipFill>
        <p:spPr>
          <a:xfrm>
            <a:off x="7440706" y="2355972"/>
            <a:ext cx="2825628" cy="2825628"/>
          </a:xfrm>
          <a:prstGeom prst="rect">
            <a:avLst/>
          </a:prstGeom>
        </p:spPr>
      </p:pic>
    </p:spTree>
    <p:extLst>
      <p:ext uri="{BB962C8B-B14F-4D97-AF65-F5344CB8AC3E}">
        <p14:creationId xmlns:p14="http://schemas.microsoft.com/office/powerpoint/2010/main" val="925005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lstStyle/>
          <a:p>
            <a:r>
              <a:rPr lang="en-US" dirty="0">
                <a:solidFill>
                  <a:schemeClr val="accent1"/>
                </a:solidFill>
              </a:rPr>
              <a:t>Leveraging Generative AI in Various Industries</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800" y="1997384"/>
            <a:ext cx="6112436" cy="3811745"/>
          </a:xfrm>
        </p:spPr>
        <p:txBody>
          <a:bodyPr>
            <a:normAutofit/>
          </a:bodyPr>
          <a:lstStyle/>
          <a:p>
            <a:r>
              <a:rPr lang="en-US" sz="2400" dirty="0">
                <a:solidFill>
                  <a:schemeClr val="accent1"/>
                </a:solidFill>
                <a:latin typeface="IntelOne Text Light" panose="020B0403020203020204" pitchFamily="34" charset="0"/>
              </a:rPr>
              <a:t>Manufacturing Industry:</a:t>
            </a:r>
          </a:p>
          <a:p>
            <a:pPr marL="342900" indent="-342900">
              <a:buFont typeface="Arial" panose="020B0604020202020204" pitchFamily="34" charset="0"/>
              <a:buChar char="•"/>
            </a:pPr>
            <a:r>
              <a:rPr lang="en-US" sz="2400" dirty="0">
                <a:latin typeface="IntelOne Text Light" panose="020B0403020203020204" pitchFamily="34" charset="0"/>
              </a:rPr>
              <a:t>Optimized product designs through Generative AI led to innovative solutions.</a:t>
            </a:r>
          </a:p>
          <a:p>
            <a:pPr marL="342900" indent="-342900">
              <a:buFont typeface="Arial" panose="020B0604020202020204" pitchFamily="34" charset="0"/>
              <a:buChar char="•"/>
            </a:pPr>
            <a:r>
              <a:rPr lang="en-US" sz="2400" dirty="0">
                <a:latin typeface="IntelOne Text Light" panose="020B0403020203020204" pitchFamily="34" charset="0"/>
              </a:rPr>
              <a:t>Quality control processes are enhanced, ensuring product excellence.</a:t>
            </a:r>
          </a:p>
          <a:p>
            <a:pPr marL="342900" indent="-342900">
              <a:buFont typeface="Arial" panose="020B0604020202020204" pitchFamily="34" charset="0"/>
              <a:buChar char="•"/>
            </a:pPr>
            <a:r>
              <a:rPr lang="en-US" sz="2400" dirty="0">
                <a:latin typeface="IntelOne Text Light" panose="020B0403020203020204" pitchFamily="34" charset="0"/>
              </a:rPr>
              <a:t>Predictive maintenance techniques reduce downtime and improve efficiency.</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78</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6" name="Picture 5" descr="A yellow and grey robot">
            <a:extLst>
              <a:ext uri="{FF2B5EF4-FFF2-40B4-BE49-F238E27FC236}">
                <a16:creationId xmlns:a16="http://schemas.microsoft.com/office/drawing/2014/main" id="{33504A54-F68E-64B7-F4BA-D21B4C1347D8}"/>
              </a:ext>
            </a:extLst>
          </p:cNvPr>
          <p:cNvPicPr>
            <a:picLocks noChangeAspect="1"/>
          </p:cNvPicPr>
          <p:nvPr/>
        </p:nvPicPr>
        <p:blipFill>
          <a:blip r:embed="rId3"/>
          <a:stretch>
            <a:fillRect/>
          </a:stretch>
        </p:blipFill>
        <p:spPr>
          <a:xfrm>
            <a:off x="7410823" y="1997384"/>
            <a:ext cx="3417298" cy="3417298"/>
          </a:xfrm>
          <a:prstGeom prst="rect">
            <a:avLst/>
          </a:prstGeom>
        </p:spPr>
      </p:pic>
    </p:spTree>
    <p:extLst>
      <p:ext uri="{BB962C8B-B14F-4D97-AF65-F5344CB8AC3E}">
        <p14:creationId xmlns:p14="http://schemas.microsoft.com/office/powerpoint/2010/main" val="359149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lstStyle/>
          <a:p>
            <a:r>
              <a:rPr lang="en-US" dirty="0">
                <a:solidFill>
                  <a:schemeClr val="accent1"/>
                </a:solidFill>
              </a:rPr>
              <a:t>Leveraging Generative AI in Various Industries</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800" y="1997384"/>
            <a:ext cx="6112436" cy="3811745"/>
          </a:xfrm>
        </p:spPr>
        <p:txBody>
          <a:bodyPr>
            <a:normAutofit/>
          </a:bodyPr>
          <a:lstStyle/>
          <a:p>
            <a:r>
              <a:rPr lang="en-US" sz="2400" dirty="0">
                <a:solidFill>
                  <a:schemeClr val="accent1"/>
                </a:solidFill>
                <a:latin typeface="IntelOne Text Light" panose="020B0403020203020204" pitchFamily="34" charset="0"/>
              </a:rPr>
              <a:t>Energy Industry:</a:t>
            </a:r>
          </a:p>
          <a:p>
            <a:pPr marL="342900" indent="-342900">
              <a:buFont typeface="Arial" panose="020B0604020202020204" pitchFamily="34" charset="0"/>
              <a:buChar char="•"/>
            </a:pPr>
            <a:r>
              <a:rPr lang="en-US" sz="2400" dirty="0">
                <a:latin typeface="IntelOne Text Light" panose="020B0403020203020204" pitchFamily="34" charset="0"/>
              </a:rPr>
              <a:t>Demand forecasting enables efficient energy production and distribution.</a:t>
            </a:r>
          </a:p>
          <a:p>
            <a:pPr marL="342900" indent="-342900">
              <a:buFont typeface="Arial" panose="020B0604020202020204" pitchFamily="34" charset="0"/>
              <a:buChar char="•"/>
            </a:pPr>
            <a:r>
              <a:rPr lang="en-US" sz="2400" dirty="0">
                <a:latin typeface="IntelOne Text Light" panose="020B0403020203020204" pitchFamily="34" charset="0"/>
              </a:rPr>
              <a:t>Energy-efficient building designs contribute to sustainable practices.</a:t>
            </a:r>
          </a:p>
          <a:p>
            <a:pPr marL="342900" indent="-342900">
              <a:buFont typeface="Arial" panose="020B0604020202020204" pitchFamily="34" charset="0"/>
              <a:buChar char="•"/>
            </a:pPr>
            <a:r>
              <a:rPr lang="en-US" sz="2400" dirty="0">
                <a:latin typeface="IntelOne Text Light" panose="020B0403020203020204" pitchFamily="34" charset="0"/>
              </a:rPr>
              <a:t>Smart grid management enhances energy grid reliability and performance.</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79</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6" name="Picture 5" descr="A windmill and solar panel">
            <a:extLst>
              <a:ext uri="{FF2B5EF4-FFF2-40B4-BE49-F238E27FC236}">
                <a16:creationId xmlns:a16="http://schemas.microsoft.com/office/drawing/2014/main" id="{C29C978E-4A55-B901-8198-A3D091034E9D}"/>
              </a:ext>
            </a:extLst>
          </p:cNvPr>
          <p:cNvPicPr>
            <a:picLocks noChangeAspect="1"/>
          </p:cNvPicPr>
          <p:nvPr/>
        </p:nvPicPr>
        <p:blipFill>
          <a:blip r:embed="rId3"/>
          <a:stretch>
            <a:fillRect/>
          </a:stretch>
        </p:blipFill>
        <p:spPr>
          <a:xfrm>
            <a:off x="7566211" y="1997384"/>
            <a:ext cx="3065929" cy="3065929"/>
          </a:xfrm>
          <a:prstGeom prst="rect">
            <a:avLst/>
          </a:prstGeom>
        </p:spPr>
      </p:pic>
    </p:spTree>
    <p:extLst>
      <p:ext uri="{BB962C8B-B14F-4D97-AF65-F5344CB8AC3E}">
        <p14:creationId xmlns:p14="http://schemas.microsoft.com/office/powerpoint/2010/main" val="1294043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lstStyle/>
          <a:p>
            <a:r>
              <a:rPr lang="en-US" dirty="0">
                <a:solidFill>
                  <a:schemeClr val="accent1"/>
                </a:solidFill>
              </a:rPr>
              <a:t>Leveraging Generative AI in Various Industries</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1997384"/>
            <a:ext cx="6363447" cy="3811745"/>
          </a:xfrm>
        </p:spPr>
        <p:txBody>
          <a:bodyPr>
            <a:normAutofit/>
          </a:bodyPr>
          <a:lstStyle/>
          <a:p>
            <a:r>
              <a:rPr lang="en-US" sz="2400" dirty="0">
                <a:solidFill>
                  <a:schemeClr val="accent1"/>
                </a:solidFill>
                <a:latin typeface="IntelOne Text Light" panose="020B0403020203020204" pitchFamily="34" charset="0"/>
              </a:rPr>
              <a:t>Transportation Industry:</a:t>
            </a:r>
          </a:p>
          <a:p>
            <a:pPr marL="342900" indent="-342900">
              <a:buFont typeface="Arial" panose="020B0604020202020204" pitchFamily="34" charset="0"/>
              <a:buChar char="•"/>
            </a:pPr>
            <a:r>
              <a:rPr lang="en-US" sz="2400" dirty="0">
                <a:latin typeface="IntelOne Text Light" panose="020B0403020203020204" pitchFamily="34" charset="0"/>
              </a:rPr>
              <a:t>Real-time traffic predictions aid in route optimization and congestion management.</a:t>
            </a:r>
          </a:p>
          <a:p>
            <a:pPr marL="342900" indent="-342900">
              <a:buFont typeface="Arial" panose="020B0604020202020204" pitchFamily="34" charset="0"/>
              <a:buChar char="•"/>
            </a:pPr>
            <a:r>
              <a:rPr lang="en-US" sz="2400" dirty="0">
                <a:latin typeface="IntelOne Text Light" panose="020B0403020203020204" pitchFamily="34" charset="0"/>
              </a:rPr>
              <a:t>Autonomous vehicle decision-making ensures safer and more efficient transportation.</a:t>
            </a:r>
          </a:p>
          <a:p>
            <a:pPr marL="342900" indent="-342900">
              <a:buFont typeface="Arial" panose="020B0604020202020204" pitchFamily="34" charset="0"/>
              <a:buChar char="•"/>
            </a:pPr>
            <a:r>
              <a:rPr lang="en-US" sz="2400" dirty="0">
                <a:latin typeface="IntelOne Text Light" panose="020B0403020203020204" pitchFamily="34" charset="0"/>
              </a:rPr>
              <a:t>Fleet management optimization leads to cost reduction and improved logistics.</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80</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6" name="Picture 5" descr="A group of icons of different types of transportation">
            <a:extLst>
              <a:ext uri="{FF2B5EF4-FFF2-40B4-BE49-F238E27FC236}">
                <a16:creationId xmlns:a16="http://schemas.microsoft.com/office/drawing/2014/main" id="{A414E885-7842-FA12-D558-878660383D4E}"/>
              </a:ext>
            </a:extLst>
          </p:cNvPr>
          <p:cNvPicPr>
            <a:picLocks noChangeAspect="1"/>
          </p:cNvPicPr>
          <p:nvPr/>
        </p:nvPicPr>
        <p:blipFill>
          <a:blip r:embed="rId3"/>
          <a:stretch>
            <a:fillRect/>
          </a:stretch>
        </p:blipFill>
        <p:spPr>
          <a:xfrm>
            <a:off x="7637930" y="2252879"/>
            <a:ext cx="2976281" cy="2976281"/>
          </a:xfrm>
          <a:prstGeom prst="rect">
            <a:avLst/>
          </a:prstGeom>
        </p:spPr>
      </p:pic>
    </p:spTree>
    <p:extLst>
      <p:ext uri="{BB962C8B-B14F-4D97-AF65-F5344CB8AC3E}">
        <p14:creationId xmlns:p14="http://schemas.microsoft.com/office/powerpoint/2010/main" val="113146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lstStyle/>
          <a:p>
            <a:r>
              <a:rPr lang="en-US" dirty="0">
                <a:solidFill>
                  <a:schemeClr val="accent1"/>
                </a:solidFill>
              </a:rPr>
              <a:t>Leveraging Generative AI in Various Industries</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800" y="1997384"/>
            <a:ext cx="5377330" cy="3811745"/>
          </a:xfrm>
        </p:spPr>
        <p:txBody>
          <a:bodyPr>
            <a:normAutofit/>
          </a:bodyPr>
          <a:lstStyle/>
          <a:p>
            <a:r>
              <a:rPr lang="en-US" sz="2400" dirty="0">
                <a:solidFill>
                  <a:schemeClr val="accent1"/>
                </a:solidFill>
                <a:latin typeface="IntelOne Text Light" panose="020B0403020203020204" pitchFamily="34" charset="0"/>
              </a:rPr>
              <a:t>Education Industry:</a:t>
            </a:r>
          </a:p>
          <a:p>
            <a:pPr marL="342900" indent="-342900">
              <a:buFont typeface="Arial" panose="020B0604020202020204" pitchFamily="34" charset="0"/>
              <a:buChar char="•"/>
            </a:pPr>
            <a:r>
              <a:rPr lang="en-US" sz="2400" dirty="0">
                <a:latin typeface="IntelOne Text Light" panose="020B0403020203020204" pitchFamily="34" charset="0"/>
              </a:rPr>
              <a:t>Adaptive learning experiences cater to individual student needs.</a:t>
            </a:r>
          </a:p>
          <a:p>
            <a:pPr marL="342900" indent="-342900">
              <a:buFont typeface="Arial" panose="020B0604020202020204" pitchFamily="34" charset="0"/>
              <a:buChar char="•"/>
            </a:pPr>
            <a:r>
              <a:rPr lang="en-US" sz="2400" dirty="0">
                <a:latin typeface="IntelOne Text Light" panose="020B0403020203020204" pitchFamily="34" charset="0"/>
              </a:rPr>
              <a:t>Virtual tutors provide personalized support and guidance.</a:t>
            </a:r>
          </a:p>
          <a:p>
            <a:pPr marL="342900" indent="-342900">
              <a:buFont typeface="Arial" panose="020B0604020202020204" pitchFamily="34" charset="0"/>
              <a:buChar char="•"/>
            </a:pPr>
            <a:r>
              <a:rPr lang="en-US" sz="2400" dirty="0">
                <a:latin typeface="IntelOne Text Light" panose="020B0403020203020204" pitchFamily="34" charset="0"/>
              </a:rPr>
              <a:t>Educational simulations create immersive and interactive learning environments.</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81</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6" name="Picture 5" descr="A person pointing at a presentation">
            <a:extLst>
              <a:ext uri="{FF2B5EF4-FFF2-40B4-BE49-F238E27FC236}">
                <a16:creationId xmlns:a16="http://schemas.microsoft.com/office/drawing/2014/main" id="{21B5D56C-5744-7225-CAC4-F92F4C65295D}"/>
              </a:ext>
            </a:extLst>
          </p:cNvPr>
          <p:cNvPicPr>
            <a:picLocks noChangeAspect="1"/>
          </p:cNvPicPr>
          <p:nvPr/>
        </p:nvPicPr>
        <p:blipFill>
          <a:blip r:embed="rId3"/>
          <a:stretch>
            <a:fillRect/>
          </a:stretch>
        </p:blipFill>
        <p:spPr>
          <a:xfrm>
            <a:off x="7310717" y="2133600"/>
            <a:ext cx="3124200" cy="3124200"/>
          </a:xfrm>
          <a:prstGeom prst="rect">
            <a:avLst/>
          </a:prstGeom>
        </p:spPr>
      </p:pic>
    </p:spTree>
    <p:extLst>
      <p:ext uri="{BB962C8B-B14F-4D97-AF65-F5344CB8AC3E}">
        <p14:creationId xmlns:p14="http://schemas.microsoft.com/office/powerpoint/2010/main" val="3812667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lstStyle/>
          <a:p>
            <a:r>
              <a:rPr lang="en-US" dirty="0">
                <a:solidFill>
                  <a:schemeClr val="accent1"/>
                </a:solidFill>
              </a:rPr>
              <a:t>Leveraging Generative AI in Various Industries</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800" y="1997384"/>
            <a:ext cx="5305612" cy="3811745"/>
          </a:xfrm>
        </p:spPr>
        <p:txBody>
          <a:bodyPr>
            <a:normAutofit/>
          </a:bodyPr>
          <a:lstStyle/>
          <a:p>
            <a:r>
              <a:rPr lang="en-US" sz="2400" dirty="0">
                <a:solidFill>
                  <a:schemeClr val="accent1"/>
                </a:solidFill>
                <a:latin typeface="IntelOne Text Light" panose="020B0403020203020204" pitchFamily="34" charset="0"/>
              </a:rPr>
              <a:t>Banking Industry:</a:t>
            </a:r>
          </a:p>
          <a:p>
            <a:pPr marL="342900" indent="-342900">
              <a:buFont typeface="Arial" panose="020B0604020202020204" pitchFamily="34" charset="0"/>
              <a:buChar char="•"/>
            </a:pPr>
            <a:r>
              <a:rPr lang="en-US" sz="2400" dirty="0">
                <a:latin typeface="IntelOne Text Light" panose="020B0403020203020204" pitchFamily="34" charset="0"/>
              </a:rPr>
              <a:t>Fraud detection algorithms identify and prevent fraudulent activities.</a:t>
            </a:r>
          </a:p>
          <a:p>
            <a:pPr marL="342900" indent="-342900">
              <a:buFont typeface="Arial" panose="020B0604020202020204" pitchFamily="34" charset="0"/>
              <a:buChar char="•"/>
            </a:pPr>
            <a:r>
              <a:rPr lang="en-US" sz="2400" dirty="0">
                <a:latin typeface="IntelOne Text Light" panose="020B0403020203020204" pitchFamily="34" charset="0"/>
              </a:rPr>
              <a:t>Anomaly detection techniques enhance security and risk management.</a:t>
            </a:r>
          </a:p>
          <a:p>
            <a:pPr marL="342900" indent="-342900">
              <a:buFont typeface="Arial" panose="020B0604020202020204" pitchFamily="34" charset="0"/>
              <a:buChar char="•"/>
            </a:pPr>
            <a:r>
              <a:rPr lang="en-US" sz="2400" dirty="0">
                <a:latin typeface="IntelOne Text Light" panose="020B0403020203020204" pitchFamily="34" charset="0"/>
              </a:rPr>
              <a:t>Real-time financial data analysis enables informed decision-making.</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82</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6" name="Picture 5" descr="A hand holding a credit card">
            <a:extLst>
              <a:ext uri="{FF2B5EF4-FFF2-40B4-BE49-F238E27FC236}">
                <a16:creationId xmlns:a16="http://schemas.microsoft.com/office/drawing/2014/main" id="{AD248A26-29FF-21E3-C969-D20F1768D5A3}"/>
              </a:ext>
            </a:extLst>
          </p:cNvPr>
          <p:cNvPicPr>
            <a:picLocks noChangeAspect="1"/>
          </p:cNvPicPr>
          <p:nvPr/>
        </p:nvPicPr>
        <p:blipFill>
          <a:blip r:embed="rId3"/>
          <a:stretch>
            <a:fillRect/>
          </a:stretch>
        </p:blipFill>
        <p:spPr>
          <a:xfrm>
            <a:off x="6754905" y="2206685"/>
            <a:ext cx="3393141" cy="3393141"/>
          </a:xfrm>
          <a:prstGeom prst="rect">
            <a:avLst/>
          </a:prstGeom>
        </p:spPr>
      </p:pic>
    </p:spTree>
    <p:extLst>
      <p:ext uri="{BB962C8B-B14F-4D97-AF65-F5344CB8AC3E}">
        <p14:creationId xmlns:p14="http://schemas.microsoft.com/office/powerpoint/2010/main" val="3124181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fontScale="90000"/>
          </a:bodyPr>
          <a:lstStyle/>
          <a:p>
            <a:r>
              <a:rPr lang="en-US" dirty="0">
                <a:solidFill>
                  <a:schemeClr val="tx1"/>
                </a:solidFill>
              </a:rPr>
              <a:t>Leveraging Generative AI in Various Industries has shown immense potential. Let's now delve into a few fascinating case studies highlighting the transformative power of Generative AI in various industries.</a:t>
            </a:r>
          </a:p>
        </p:txBody>
      </p:sp>
    </p:spTree>
    <p:extLst>
      <p:ext uri="{BB962C8B-B14F-4D97-AF65-F5344CB8AC3E}">
        <p14:creationId xmlns:p14="http://schemas.microsoft.com/office/powerpoint/2010/main" val="1767152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normAutofit/>
          </a:bodyPr>
          <a:lstStyle/>
          <a:p>
            <a:pPr>
              <a:lnSpc>
                <a:spcPct val="100000"/>
              </a:lnSpc>
            </a:pPr>
            <a:r>
              <a:rPr lang="en-US" dirty="0">
                <a:solidFill>
                  <a:schemeClr val="accent1"/>
                </a:solidFill>
              </a:rPr>
              <a:t>Case Study: NVIDIA's Generative AI and Omniverse in Electronics Manufacturing</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1997384"/>
            <a:ext cx="6471025" cy="3811745"/>
          </a:xfrm>
        </p:spPr>
        <p:txBody>
          <a:bodyPr>
            <a:normAutofit fontScale="77500" lnSpcReduction="20000"/>
          </a:bodyPr>
          <a:lstStyle/>
          <a:p>
            <a:pPr marL="342900" indent="-342900">
              <a:lnSpc>
                <a:spcPct val="120000"/>
              </a:lnSpc>
              <a:buFont typeface="Arial" panose="020B0604020202020204" pitchFamily="34" charset="0"/>
              <a:buChar char="•"/>
            </a:pPr>
            <a:r>
              <a:rPr lang="en-US" sz="2400" dirty="0">
                <a:solidFill>
                  <a:schemeClr val="accent1"/>
                </a:solidFill>
                <a:latin typeface="IntelOne Text Light" panose="020B0403020203020204" pitchFamily="34" charset="0"/>
              </a:rPr>
              <a:t>NVIDIA</a:t>
            </a:r>
            <a:r>
              <a:rPr lang="en-US" sz="2400" dirty="0">
                <a:latin typeface="IntelOne Text Light" panose="020B0403020203020204" pitchFamily="34" charset="0"/>
              </a:rPr>
              <a:t>, a renowned technology company, has </a:t>
            </a:r>
            <a:r>
              <a:rPr lang="en-US" sz="2400" dirty="0">
                <a:solidFill>
                  <a:schemeClr val="accent1"/>
                </a:solidFill>
                <a:latin typeface="IntelOne Text Light" panose="020B0403020203020204" pitchFamily="34" charset="0"/>
              </a:rPr>
              <a:t>made significant strides in the field of generative AI and its application in various industries.</a:t>
            </a:r>
            <a:r>
              <a:rPr lang="en-US" sz="2400" dirty="0">
                <a:latin typeface="IntelOne Text Light" panose="020B0403020203020204" pitchFamily="34" charset="0"/>
              </a:rPr>
              <a:t> One such industry that has </a:t>
            </a:r>
            <a:r>
              <a:rPr lang="en-US" sz="2400" dirty="0">
                <a:solidFill>
                  <a:schemeClr val="accent1"/>
                </a:solidFill>
                <a:latin typeface="IntelOne Text Light" panose="020B0403020203020204" pitchFamily="34" charset="0"/>
              </a:rPr>
              <a:t>witnessed the transformative power of NVIDIA's generative AI is electronics manufacturing. </a:t>
            </a:r>
            <a:r>
              <a:rPr lang="en-US" sz="2400" dirty="0">
                <a:latin typeface="IntelOne Text Light" panose="020B0403020203020204" pitchFamily="34" charset="0"/>
              </a:rPr>
              <a:t>In this case study, we will explore how NVIDIA's generative AI and Omniverse platform have been adopted by leading electronics manufacturers to digitalize their state-of-the-art factories.</a:t>
            </a:r>
          </a:p>
          <a:p>
            <a:pPr marL="342900" indent="-342900">
              <a:lnSpc>
                <a:spcPct val="120000"/>
              </a:lnSpc>
              <a:buFont typeface="Arial" panose="020B0604020202020204" pitchFamily="34" charset="0"/>
              <a:buChar char="•"/>
            </a:pPr>
            <a:r>
              <a:rPr lang="en-US" dirty="0"/>
              <a:t>Reference: </a:t>
            </a:r>
            <a:r>
              <a:rPr lang="en-US" dirty="0">
                <a:hlinkClick r:id="rId3"/>
              </a:rPr>
              <a:t>World’s Leading Electronics Manufacturers Adopt NVIDIA Generative AI and Omniverse to Digitalize State-of-the-Art Factories</a:t>
            </a:r>
            <a:endParaRPr lang="en-US" sz="2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84</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6" name="Picture 5" descr="A magnifying glass and a document">
            <a:extLst>
              <a:ext uri="{FF2B5EF4-FFF2-40B4-BE49-F238E27FC236}">
                <a16:creationId xmlns:a16="http://schemas.microsoft.com/office/drawing/2014/main" id="{11491ED2-0446-6279-7DC8-786ED2900424}"/>
              </a:ext>
            </a:extLst>
          </p:cNvPr>
          <p:cNvPicPr>
            <a:picLocks noChangeAspect="1"/>
          </p:cNvPicPr>
          <p:nvPr/>
        </p:nvPicPr>
        <p:blipFill>
          <a:blip r:embed="rId4"/>
          <a:stretch>
            <a:fillRect/>
          </a:stretch>
        </p:blipFill>
        <p:spPr>
          <a:xfrm>
            <a:off x="7765896" y="2170826"/>
            <a:ext cx="3464859" cy="3464859"/>
          </a:xfrm>
          <a:prstGeom prst="rect">
            <a:avLst/>
          </a:prstGeom>
        </p:spPr>
      </p:pic>
    </p:spTree>
    <p:extLst>
      <p:ext uri="{BB962C8B-B14F-4D97-AF65-F5344CB8AC3E}">
        <p14:creationId xmlns:p14="http://schemas.microsoft.com/office/powerpoint/2010/main" val="2219929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normAutofit/>
          </a:bodyPr>
          <a:lstStyle/>
          <a:p>
            <a:pPr>
              <a:lnSpc>
                <a:spcPct val="100000"/>
              </a:lnSpc>
            </a:pPr>
            <a:r>
              <a:rPr lang="en-US" dirty="0">
                <a:solidFill>
                  <a:schemeClr val="accent1"/>
                </a:solidFill>
              </a:rPr>
              <a:t>Case Study: NVIDIA's Generative AI and Omniverse in Electronics Manufacturing</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85</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2050" name="Picture 2" descr="A person standing in a factory">
            <a:extLst>
              <a:ext uri="{FF2B5EF4-FFF2-40B4-BE49-F238E27FC236}">
                <a16:creationId xmlns:a16="http://schemas.microsoft.com/office/drawing/2014/main" id="{81C3AE50-837E-815C-3B9F-D897223E09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3917" y="1851211"/>
            <a:ext cx="7243482" cy="407445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descr="source">
            <a:extLst>
              <a:ext uri="{FF2B5EF4-FFF2-40B4-BE49-F238E27FC236}">
                <a16:creationId xmlns:a16="http://schemas.microsoft.com/office/drawing/2014/main" id="{4CF64847-949C-3290-46BA-9B8D2C18F5A8}"/>
              </a:ext>
            </a:extLst>
          </p:cNvPr>
          <p:cNvSpPr txBox="1"/>
          <p:nvPr/>
        </p:nvSpPr>
        <p:spPr>
          <a:xfrm>
            <a:off x="4935244" y="6204132"/>
            <a:ext cx="679032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indent="0">
              <a:buFont typeface="Arial" panose="020B0604020202020204" pitchFamily="34" charset="0"/>
              <a:buNone/>
            </a:pPr>
            <a:r>
              <a:rPr lang="en-US" sz="1000" dirty="0">
                <a:latin typeface="IntelOne Text Light" panose="020B0403020203020204" pitchFamily="34" charset="0"/>
              </a:rPr>
              <a:t>Image Source - https://s3.amazonaws.com/cms.ipressroom.com/219/files/20234/pegatron-factory-digital-twin.jpg</a:t>
            </a:r>
          </a:p>
        </p:txBody>
      </p:sp>
      <p:sp>
        <p:nvSpPr>
          <p:cNvPr id="8" name="Text Placeholder 3">
            <a:extLst>
              <a:ext uri="{FF2B5EF4-FFF2-40B4-BE49-F238E27FC236}">
                <a16:creationId xmlns:a16="http://schemas.microsoft.com/office/drawing/2014/main" id="{16920FF4-DD2B-C543-F0CA-19DEC0A8DC56}"/>
              </a:ext>
            </a:extLst>
          </p:cNvPr>
          <p:cNvSpPr>
            <a:spLocks noGrp="1"/>
          </p:cNvSpPr>
          <p:nvPr>
            <p:ph type="body" sz="quarter" idx="13"/>
          </p:nvPr>
        </p:nvSpPr>
        <p:spPr>
          <a:xfrm>
            <a:off x="431800" y="1851212"/>
            <a:ext cx="3010647" cy="4074458"/>
          </a:xfrm>
        </p:spPr>
        <p:txBody>
          <a:bodyPr>
            <a:normAutofit fontScale="92500" lnSpcReduction="10000"/>
          </a:bodyPr>
          <a:lstStyle/>
          <a:p>
            <a:pPr marL="342900" indent="-342900">
              <a:lnSpc>
                <a:spcPct val="120000"/>
              </a:lnSpc>
              <a:buFont typeface="Arial" panose="020B0604020202020204" pitchFamily="34" charset="0"/>
              <a:buChar char="•"/>
            </a:pPr>
            <a:r>
              <a:rPr lang="en-US" sz="2400" dirty="0">
                <a:latin typeface="IntelOne Text Light" panose="020B0403020203020204" pitchFamily="34" charset="0"/>
              </a:rPr>
              <a:t>NVIDIA's generative AI-powered system can generate realistic and dynamic simulations of factory operations, equipment, and processes.</a:t>
            </a:r>
          </a:p>
        </p:txBody>
      </p:sp>
    </p:spTree>
    <p:extLst>
      <p:ext uri="{BB962C8B-B14F-4D97-AF65-F5344CB8AC3E}">
        <p14:creationId xmlns:p14="http://schemas.microsoft.com/office/powerpoint/2010/main" val="401397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normAutofit/>
          </a:bodyPr>
          <a:lstStyle/>
          <a:p>
            <a:pPr>
              <a:lnSpc>
                <a:spcPct val="100000"/>
              </a:lnSpc>
            </a:pPr>
            <a:r>
              <a:rPr lang="en-US" dirty="0">
                <a:solidFill>
                  <a:schemeClr val="accent1"/>
                </a:solidFill>
              </a:rPr>
              <a:t>Case Study: ChatGPT in Healthcare - Revolutionizing Patient Care with Generative AI</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1997384"/>
            <a:ext cx="6022789" cy="3811745"/>
          </a:xfrm>
        </p:spPr>
        <p:txBody>
          <a:bodyPr>
            <a:normAutofit lnSpcReduction="10000"/>
          </a:bodyPr>
          <a:lstStyle/>
          <a:p>
            <a:pPr marL="342900" indent="-342900">
              <a:lnSpc>
                <a:spcPct val="120000"/>
              </a:lnSpc>
              <a:buFont typeface="Arial" panose="020B0604020202020204" pitchFamily="34" charset="0"/>
              <a:buChar char="•"/>
            </a:pPr>
            <a:r>
              <a:rPr lang="en-US" sz="2400" dirty="0"/>
              <a:t>Modern Healthcare, a leading digital health publication, partnered with OpenAI to integrate ChatGPT into their healthcare platform. The goal was to leverage generative AI to enhance the communication and support provided to patients.</a:t>
            </a:r>
          </a:p>
          <a:p>
            <a:pPr marL="342900" indent="-342900">
              <a:lnSpc>
                <a:spcPct val="120000"/>
              </a:lnSpc>
              <a:buFont typeface="Arial" panose="020B0604020202020204" pitchFamily="34" charset="0"/>
              <a:buChar char="•"/>
            </a:pPr>
            <a:r>
              <a:rPr lang="en-US" dirty="0"/>
              <a:t>Reference: </a:t>
            </a:r>
            <a:r>
              <a:rPr lang="en-IN" dirty="0" err="1">
                <a:solidFill>
                  <a:schemeClr val="accent1"/>
                </a:solidFill>
                <a:hlinkClick r:id="rId3"/>
              </a:rPr>
              <a:t>Dr.</a:t>
            </a:r>
            <a:r>
              <a:rPr lang="en-IN" dirty="0">
                <a:solidFill>
                  <a:schemeClr val="accent1"/>
                </a:solidFill>
                <a:hlinkClick r:id="rId3"/>
              </a:rPr>
              <a:t> </a:t>
            </a:r>
            <a:r>
              <a:rPr lang="en-IN" dirty="0" err="1">
                <a:solidFill>
                  <a:schemeClr val="accent1"/>
                </a:solidFill>
                <a:hlinkClick r:id="rId3"/>
              </a:rPr>
              <a:t>Chatgpt</a:t>
            </a:r>
            <a:r>
              <a:rPr lang="en-IN" dirty="0">
                <a:solidFill>
                  <a:schemeClr val="accent1"/>
                </a:solidFill>
                <a:hlinkClick r:id="rId3"/>
              </a:rPr>
              <a:t>: A Guide To Generative AI In Healthcare</a:t>
            </a:r>
            <a:endParaRPr lang="en-IN" dirty="0">
              <a:solidFill>
                <a:schemeClr val="accent1"/>
              </a:solidFill>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86</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6" name="Picture 5" descr="A magnifying glass and a document">
            <a:extLst>
              <a:ext uri="{FF2B5EF4-FFF2-40B4-BE49-F238E27FC236}">
                <a16:creationId xmlns:a16="http://schemas.microsoft.com/office/drawing/2014/main" id="{11491ED2-0446-6279-7DC8-786ED2900424}"/>
              </a:ext>
            </a:extLst>
          </p:cNvPr>
          <p:cNvPicPr>
            <a:picLocks noChangeAspect="1"/>
          </p:cNvPicPr>
          <p:nvPr/>
        </p:nvPicPr>
        <p:blipFill>
          <a:blip r:embed="rId4"/>
          <a:stretch>
            <a:fillRect/>
          </a:stretch>
        </p:blipFill>
        <p:spPr>
          <a:xfrm>
            <a:off x="7669304" y="2170826"/>
            <a:ext cx="3464859" cy="3464859"/>
          </a:xfrm>
          <a:prstGeom prst="rect">
            <a:avLst/>
          </a:prstGeom>
        </p:spPr>
      </p:pic>
    </p:spTree>
    <p:extLst>
      <p:ext uri="{BB962C8B-B14F-4D97-AF65-F5344CB8AC3E}">
        <p14:creationId xmlns:p14="http://schemas.microsoft.com/office/powerpoint/2010/main" val="4146166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normAutofit/>
          </a:bodyPr>
          <a:lstStyle/>
          <a:p>
            <a:pPr>
              <a:lnSpc>
                <a:spcPct val="100000"/>
              </a:lnSpc>
            </a:pPr>
            <a:r>
              <a:rPr lang="en-US" dirty="0">
                <a:solidFill>
                  <a:schemeClr val="accent1"/>
                </a:solidFill>
              </a:rPr>
              <a:t>Case Study: Leveraging Generative AI in the Energy Sector</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31799" y="1997384"/>
            <a:ext cx="6590324" cy="3811745"/>
          </a:xfrm>
        </p:spPr>
        <p:txBody>
          <a:bodyPr>
            <a:normAutofit fontScale="85000" lnSpcReduction="10000"/>
          </a:bodyPr>
          <a:lstStyle/>
          <a:p>
            <a:pPr marL="342900" indent="-342900">
              <a:lnSpc>
                <a:spcPct val="120000"/>
              </a:lnSpc>
              <a:buFont typeface="Arial" panose="020B0604020202020204" pitchFamily="34" charset="0"/>
              <a:buChar char="•"/>
            </a:pPr>
            <a:r>
              <a:rPr lang="en-US" sz="2400" dirty="0"/>
              <a:t>The Energy sector plays a vital role in our daily lives, and with the increasing demand for clean and sustainable energy solutions, it is essential to explore innovative technologies. One such technology that is revolutionizing the energy sector is generative AI. In this case study, we will delve into how generative AI is being utilized in the energy sector and the impact it has on the industry.</a:t>
            </a:r>
          </a:p>
          <a:p>
            <a:pPr marL="342900" indent="-342900">
              <a:lnSpc>
                <a:spcPct val="120000"/>
              </a:lnSpc>
              <a:buFont typeface="Arial" panose="020B0604020202020204" pitchFamily="34" charset="0"/>
              <a:buChar char="•"/>
            </a:pPr>
            <a:r>
              <a:rPr lang="en-US" dirty="0"/>
              <a:t>Reference: </a:t>
            </a:r>
            <a:r>
              <a:rPr lang="en-US" dirty="0">
                <a:hlinkClick r:id="rId3"/>
              </a:rPr>
              <a:t>How generative AI is coming to the energy sector</a:t>
            </a:r>
            <a:endParaRPr lang="en-US" sz="2400" dirty="0"/>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87</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pic>
        <p:nvPicPr>
          <p:cNvPr id="6" name="Picture 5" descr="A magnifying glass and a document">
            <a:extLst>
              <a:ext uri="{FF2B5EF4-FFF2-40B4-BE49-F238E27FC236}">
                <a16:creationId xmlns:a16="http://schemas.microsoft.com/office/drawing/2014/main" id="{11491ED2-0446-6279-7DC8-786ED2900424}"/>
              </a:ext>
            </a:extLst>
          </p:cNvPr>
          <p:cNvPicPr>
            <a:picLocks noChangeAspect="1"/>
          </p:cNvPicPr>
          <p:nvPr/>
        </p:nvPicPr>
        <p:blipFill>
          <a:blip r:embed="rId4"/>
          <a:stretch>
            <a:fillRect/>
          </a:stretch>
        </p:blipFill>
        <p:spPr>
          <a:xfrm>
            <a:off x="7669304" y="2170826"/>
            <a:ext cx="3464859" cy="3464859"/>
          </a:xfrm>
          <a:prstGeom prst="rect">
            <a:avLst/>
          </a:prstGeom>
        </p:spPr>
      </p:pic>
    </p:spTree>
    <p:extLst>
      <p:ext uri="{BB962C8B-B14F-4D97-AF65-F5344CB8AC3E}">
        <p14:creationId xmlns:p14="http://schemas.microsoft.com/office/powerpoint/2010/main" val="1621059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fontScale="90000"/>
          </a:bodyPr>
          <a:lstStyle/>
          <a:p>
            <a:r>
              <a:rPr lang="en-US" dirty="0">
                <a:solidFill>
                  <a:schemeClr val="tx2"/>
                </a:solidFill>
              </a:rPr>
              <a:t>Now that we have explored the exciting possibilities of leveraging generative AI in various industries, let's shift our focus to some of the challenges that organizations face when trying to harness the full potential of this technology. </a:t>
            </a:r>
          </a:p>
        </p:txBody>
      </p:sp>
    </p:spTree>
    <p:extLst>
      <p:ext uri="{BB962C8B-B14F-4D97-AF65-F5344CB8AC3E}">
        <p14:creationId xmlns:p14="http://schemas.microsoft.com/office/powerpoint/2010/main" val="1419928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lstStyle/>
          <a:p>
            <a:r>
              <a:rPr lang="en-US" dirty="0">
                <a:solidFill>
                  <a:schemeClr val="accent1"/>
                </a:solidFill>
              </a:rPr>
              <a:t>Challenges in Leveraging Generative AI in Various Industries</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89</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graphicFrame>
        <p:nvGraphicFramePr>
          <p:cNvPr id="11" name="Diagram 10" descr="A diagram">
            <a:extLst>
              <a:ext uri="{FF2B5EF4-FFF2-40B4-BE49-F238E27FC236}">
                <a16:creationId xmlns:a16="http://schemas.microsoft.com/office/drawing/2014/main" id="{D63AFF41-659C-689B-7D11-29103E94534A}"/>
              </a:ext>
            </a:extLst>
          </p:cNvPr>
          <p:cNvGraphicFramePr/>
          <p:nvPr/>
        </p:nvGraphicFramePr>
        <p:xfrm>
          <a:off x="431798" y="1674655"/>
          <a:ext cx="9831875" cy="43748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279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lstStyle/>
          <a:p>
            <a:r>
              <a:rPr lang="en-US" dirty="0">
                <a:solidFill>
                  <a:schemeClr val="accent1"/>
                </a:solidFill>
              </a:rPr>
              <a:t>Challenges in Leveraging Generative AI in Various Industries</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90</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graphicFrame>
        <p:nvGraphicFramePr>
          <p:cNvPr id="11" name="Diagram 10" descr="A diagram">
            <a:extLst>
              <a:ext uri="{FF2B5EF4-FFF2-40B4-BE49-F238E27FC236}">
                <a16:creationId xmlns:a16="http://schemas.microsoft.com/office/drawing/2014/main" id="{D63AFF41-659C-689B-7D11-29103E94534A}"/>
              </a:ext>
            </a:extLst>
          </p:cNvPr>
          <p:cNvGraphicFramePr/>
          <p:nvPr/>
        </p:nvGraphicFramePr>
        <p:xfrm>
          <a:off x="431798" y="1674655"/>
          <a:ext cx="9831875" cy="43748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26353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a:xfrm>
            <a:off x="431799" y="349092"/>
            <a:ext cx="10515600" cy="1325563"/>
          </a:xfrm>
        </p:spPr>
        <p:txBody>
          <a:bodyPr/>
          <a:lstStyle/>
          <a:p>
            <a:r>
              <a:rPr lang="en-US" dirty="0">
                <a:solidFill>
                  <a:schemeClr val="accent1"/>
                </a:solidFill>
              </a:rPr>
              <a:t>Challenges in Leveraging Generative AI in Various Industries</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91</a:t>
            </a:fld>
            <a:endParaRPr kumimoji="0" lang="en-US" sz="1000" b="0" i="0" u="none" strike="noStrike" kern="1200" cap="none" spc="0" normalizeH="0" baseline="0" noProof="0" dirty="0">
              <a:ln>
                <a:noFill/>
              </a:ln>
              <a:solidFill>
                <a:srgbClr val="000000"/>
              </a:solidFill>
              <a:effectLst/>
              <a:uLnTx/>
              <a:uFillTx/>
              <a:latin typeface="IntelOne Display Light" panose="020B0403020203020204" pitchFamily="34" charset="0"/>
              <a:ea typeface="+mn-ea"/>
              <a:cs typeface="+mn-cs"/>
            </a:endParaRPr>
          </a:p>
        </p:txBody>
      </p:sp>
      <p:graphicFrame>
        <p:nvGraphicFramePr>
          <p:cNvPr id="11" name="Diagram 10" descr="A diagram">
            <a:extLst>
              <a:ext uri="{FF2B5EF4-FFF2-40B4-BE49-F238E27FC236}">
                <a16:creationId xmlns:a16="http://schemas.microsoft.com/office/drawing/2014/main" id="{D63AFF41-659C-689B-7D11-29103E94534A}"/>
              </a:ext>
            </a:extLst>
          </p:cNvPr>
          <p:cNvGraphicFramePr/>
          <p:nvPr/>
        </p:nvGraphicFramePr>
        <p:xfrm>
          <a:off x="431798" y="1674655"/>
          <a:ext cx="9831875" cy="43748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2172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1E34-0059-4884-8B66-9015812542CD}"/>
              </a:ext>
            </a:extLst>
          </p:cNvPr>
          <p:cNvSpPr>
            <a:spLocks noGrp="1"/>
          </p:cNvSpPr>
          <p:nvPr>
            <p:ph type="title"/>
          </p:nvPr>
        </p:nvSpPr>
        <p:spPr/>
        <p:txBody>
          <a:bodyPr>
            <a:normAutofit/>
          </a:bodyPr>
          <a:lstStyle/>
          <a:p>
            <a:r>
              <a:rPr lang="en-SG" dirty="0"/>
              <a:t>We have seen how AI is used in the respective industries. Let’s move on to your assignment.</a:t>
            </a:r>
            <a:endParaRPr lang="en-US" dirty="0"/>
          </a:p>
        </p:txBody>
      </p:sp>
    </p:spTree>
    <p:extLst>
      <p:ext uri="{BB962C8B-B14F-4D97-AF65-F5344CB8AC3E}">
        <p14:creationId xmlns:p14="http://schemas.microsoft.com/office/powerpoint/2010/main" val="4138086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t>Reflection</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p:txBody>
          <a:bodyPr>
            <a:normAutofit/>
          </a:bodyPr>
          <a:lstStyle/>
          <a:p>
            <a:pPr marL="288925" indent="-288925">
              <a:buFont typeface="Arial" panose="020B0604020202020204" pitchFamily="34" charset="0"/>
              <a:buChar char="•"/>
            </a:pPr>
            <a:r>
              <a:rPr lang="en-US" sz="2400" dirty="0">
                <a:latin typeface="IntelOne Text Light" panose="020B0403020203020204" pitchFamily="34" charset="0"/>
              </a:rPr>
              <a:t>What is the importance of digitalization?</a:t>
            </a:r>
          </a:p>
          <a:p>
            <a:pPr marL="288925" indent="-288925">
              <a:buFont typeface="Arial" panose="020B0604020202020204" pitchFamily="34" charset="0"/>
              <a:buChar char="•"/>
            </a:pPr>
            <a:r>
              <a:rPr lang="en-US" sz="2400" dirty="0">
                <a:latin typeface="IntelOne Text Light" panose="020B0403020203020204" pitchFamily="34" charset="0"/>
              </a:rPr>
              <a:t>What are some AI examples used in the various industries?</a:t>
            </a:r>
          </a:p>
          <a:p>
            <a:pPr marL="288925" indent="-288925">
              <a:buFont typeface="Arial" panose="020B0604020202020204" pitchFamily="34" charset="0"/>
              <a:buChar char="•"/>
            </a:pPr>
            <a:r>
              <a:rPr lang="en-US" sz="2400" dirty="0">
                <a:latin typeface="IntelOne Text Light" panose="020B0403020203020204" pitchFamily="34" charset="0"/>
              </a:rPr>
              <a:t>How might the adoption of generative AI and virtual simulation technologies in fashion designing impact the future fashion world?</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prstClr val="black"/>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93</a:t>
            </a:fld>
            <a:endParaRPr kumimoji="0" lang="en-US" sz="1000" b="0" i="0" u="none" strike="noStrike" kern="1200" cap="none" spc="0" normalizeH="0" baseline="0" noProof="0" dirty="0">
              <a:ln>
                <a:noFill/>
              </a:ln>
              <a:solidFill>
                <a:prstClr val="black"/>
              </a:solidFill>
              <a:effectLst/>
              <a:uLnTx/>
              <a:uFillTx/>
              <a:latin typeface="IntelOne Display Light" panose="020B0403020203020204" pitchFamily="34" charset="0"/>
              <a:ea typeface="+mn-ea"/>
              <a:cs typeface="+mn-cs"/>
            </a:endParaRPr>
          </a:p>
        </p:txBody>
      </p:sp>
    </p:spTree>
    <p:extLst>
      <p:ext uri="{BB962C8B-B14F-4D97-AF65-F5344CB8AC3E}">
        <p14:creationId xmlns:p14="http://schemas.microsoft.com/office/powerpoint/2010/main" val="4124367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 name="Picture 2" descr="Graphical user interface&#10;&#10;Description automatically generated">
            <a:extLst>
              <a:ext uri="{FF2B5EF4-FFF2-40B4-BE49-F238E27FC236}">
                <a16:creationId xmlns:a16="http://schemas.microsoft.com/office/drawing/2014/main" id="{F0D5CC80-10DE-42CB-A11B-88565CFC00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633" y="432187"/>
            <a:ext cx="7567992" cy="4255427"/>
          </a:xfrm>
          <a:prstGeom prst="rect">
            <a:avLst/>
          </a:prstGeom>
        </p:spPr>
      </p:pic>
      <p:sp>
        <p:nvSpPr>
          <p:cNvPr id="2" name="Rectangle 1">
            <a:extLst>
              <a:ext uri="{FF2B5EF4-FFF2-40B4-BE49-F238E27FC236}">
                <a16:creationId xmlns:a16="http://schemas.microsoft.com/office/drawing/2014/main" id="{17940DFF-6862-4939-8785-3D6F9A0631FF}"/>
              </a:ext>
              <a:ext uri="{C183D7F6-B498-43B3-948B-1728B52AA6E4}">
                <adec:decorative xmlns:adec="http://schemas.microsoft.com/office/drawing/2017/decorative" val="1"/>
              </a:ext>
            </a:extLst>
          </p:cNvPr>
          <p:cNvSpPr/>
          <p:nvPr/>
        </p:nvSpPr>
        <p:spPr>
          <a:xfrm>
            <a:off x="0" y="5698067"/>
            <a:ext cx="1140542" cy="1159933"/>
          </a:xfrm>
          <a:prstGeom prst="rect">
            <a:avLst/>
          </a:prstGeom>
          <a:solidFill>
            <a:srgbClr val="FEC9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8792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t>Bibliography</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87216" y="1371156"/>
            <a:ext cx="11238347" cy="4987115"/>
          </a:xfrm>
        </p:spPr>
        <p:txBody>
          <a:bodyPr>
            <a:normAutofit lnSpcReduction="10000"/>
          </a:bodyPr>
          <a:lstStyle/>
          <a:p>
            <a:pPr marL="288925" indent="-288925">
              <a:buFont typeface="Arial" panose="020B0604020202020204" pitchFamily="34" charset="0"/>
              <a:buChar char="•"/>
            </a:pPr>
            <a:r>
              <a:rPr lang="en-US" sz="1400" dirty="0" err="1">
                <a:latin typeface="IntelOne Text Light" panose="020B0403020203020204" pitchFamily="34" charset="0"/>
              </a:rPr>
              <a:t>Digitalisation</a:t>
            </a:r>
            <a:r>
              <a:rPr lang="en-US" sz="1400" dirty="0">
                <a:latin typeface="IntelOne Text Light" panose="020B0403020203020204" pitchFamily="34" charset="0"/>
              </a:rPr>
              <a:t>: Why you should </a:t>
            </a:r>
            <a:r>
              <a:rPr lang="en-US" sz="1400" dirty="0" err="1">
                <a:latin typeface="IntelOne Text Light" panose="020B0403020203020204" pitchFamily="34" charset="0"/>
              </a:rPr>
              <a:t>digitalise</a:t>
            </a:r>
            <a:r>
              <a:rPr lang="en-US" sz="1400" dirty="0">
                <a:latin typeface="IntelOne Text Light" panose="020B0403020203020204" pitchFamily="34" charset="0"/>
              </a:rPr>
              <a:t> your business and how to succeed. Andreas </a:t>
            </a:r>
            <a:r>
              <a:rPr lang="en-US" sz="1400" dirty="0" err="1">
                <a:latin typeface="IntelOne Text Light" panose="020B0403020203020204" pitchFamily="34" charset="0"/>
              </a:rPr>
              <a:t>Grundsell</a:t>
            </a:r>
            <a:r>
              <a:rPr lang="en-US" sz="1400" dirty="0">
                <a:latin typeface="IntelOne Text Light" panose="020B0403020203020204" pitchFamily="34" charset="0"/>
              </a:rPr>
              <a:t>. February 18, 2021. </a:t>
            </a:r>
            <a:r>
              <a:rPr lang="en-US" sz="1400" dirty="0">
                <a:latin typeface="IntelOne Text Light" panose="020B0403020203020204" pitchFamily="34" charset="0"/>
                <a:hlinkClick r:id="rId3"/>
              </a:rPr>
              <a:t>https://www.pagero.com/blog/digitalisation-why-digitalise-your-business</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7 Reasons Why You Need to Start Business Digitalization Right Now. </a:t>
            </a:r>
            <a:r>
              <a:rPr lang="en-US" sz="1400" dirty="0" err="1">
                <a:latin typeface="IntelOne Text Light" panose="020B0403020203020204" pitchFamily="34" charset="0"/>
              </a:rPr>
              <a:t>RabIT</a:t>
            </a:r>
            <a:r>
              <a:rPr lang="en-US" sz="1400" dirty="0">
                <a:latin typeface="IntelOne Text Light" panose="020B0403020203020204" pitchFamily="34" charset="0"/>
              </a:rPr>
              <a:t> software engineering. April 10, 2018. </a:t>
            </a:r>
            <a:r>
              <a:rPr lang="en-US" sz="1400" dirty="0">
                <a:latin typeface="IntelOne Text Light" panose="020B0403020203020204" pitchFamily="34" charset="0"/>
                <a:hlinkClick r:id="rId4"/>
              </a:rPr>
              <a:t>https://www.rabitse.com/blog/7-reasons-behind-business-digitization/</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[Video] Pizza Hut - Chaotic Moon Studios Interactive Concept Table. </a:t>
            </a:r>
            <a:r>
              <a:rPr lang="en-US" sz="1400" dirty="0" err="1">
                <a:latin typeface="IntelOne Text Light" panose="020B0403020203020204" pitchFamily="34" charset="0"/>
              </a:rPr>
              <a:t>Yourdailyfunvideos</a:t>
            </a:r>
            <a:r>
              <a:rPr lang="en-US" sz="1400" dirty="0">
                <a:latin typeface="IntelOne Text Light" panose="020B0403020203020204" pitchFamily="34" charset="0"/>
              </a:rPr>
              <a:t>. Mar 6, 2014. </a:t>
            </a:r>
            <a:r>
              <a:rPr lang="en-US" sz="1400" dirty="0">
                <a:latin typeface="IntelOne Text Light" panose="020B0403020203020204" pitchFamily="34" charset="0"/>
                <a:hlinkClick r:id="rId5"/>
              </a:rPr>
              <a:t>https://www.youtube.com/watch?v=UzRZRyPReJk</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The importance of digitalization. </a:t>
            </a:r>
            <a:r>
              <a:rPr lang="en-US" sz="1400" dirty="0" err="1">
                <a:latin typeface="IntelOne Text Light" panose="020B0403020203020204" pitchFamily="34" charset="0"/>
              </a:rPr>
              <a:t>Chakib</a:t>
            </a:r>
            <a:r>
              <a:rPr lang="en-US" sz="1400" dirty="0">
                <a:latin typeface="IntelOne Text Light" panose="020B0403020203020204" pitchFamily="34" charset="0"/>
              </a:rPr>
              <a:t> Abi-Saab. January 5, 2015. </a:t>
            </a:r>
            <a:r>
              <a:rPr lang="en-US" sz="1400" dirty="0">
                <a:latin typeface="IntelOne Text Light" panose="020B0403020203020204" pitchFamily="34" charset="0"/>
                <a:hlinkClick r:id="rId6"/>
              </a:rPr>
              <a:t>https://www.enterpriseitnews.com.my/the-importance-of-digitalization/</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WHAT IS MANUFACTURING? (DEFINITION, TYPES AND EXAMPLES). </a:t>
            </a:r>
            <a:r>
              <a:rPr lang="en-US" sz="1400" dirty="0" err="1">
                <a:latin typeface="IntelOne Text Light" panose="020B0403020203020204" pitchFamily="34" charset="0"/>
              </a:rPr>
              <a:t>twi</a:t>
            </a:r>
            <a:r>
              <a:rPr lang="en-US" sz="1400" dirty="0">
                <a:latin typeface="IntelOne Text Light" panose="020B0403020203020204" pitchFamily="34" charset="0"/>
              </a:rPr>
              <a:t>-global. </a:t>
            </a:r>
            <a:r>
              <a:rPr lang="en-US" sz="1400" dirty="0">
                <a:latin typeface="IntelOne Text Light" panose="020B0403020203020204" pitchFamily="34" charset="0"/>
                <a:hlinkClick r:id="rId7"/>
              </a:rPr>
              <a:t>https://www.twi-global.com/technical-knowledge/faqs/faq-what-is-manufacturing</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2020 United States Manufacturing Facts. nam.org.  </a:t>
            </a:r>
            <a:r>
              <a:rPr lang="en-US" sz="1400" dirty="0">
                <a:latin typeface="IntelOne Text Light" panose="020B0403020203020204" pitchFamily="34" charset="0"/>
                <a:hlinkClick r:id="rId8"/>
              </a:rPr>
              <a:t>https://www.nam.org/state-manufacturing-data/2020-united-states-manufacturing-facts/</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7 Common Manufacturing Challenges &amp; How to Overcome Them. Kanya. November 13, 2018. </a:t>
            </a:r>
            <a:r>
              <a:rPr lang="en-US" sz="1400" dirty="0">
                <a:latin typeface="IntelOne Text Light" panose="020B0403020203020204" pitchFamily="34" charset="0"/>
                <a:hlinkClick r:id="rId9"/>
              </a:rPr>
              <a:t>https://www.hashmicro.com/blog/overcoming-common-manufacturing-challenges/</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Top 10 Issues Facing the Manufacturing Industry in 2020. Black Line Group Team. Jul 26, 2020. </a:t>
            </a:r>
            <a:r>
              <a:rPr lang="en-US" sz="1400" dirty="0">
                <a:latin typeface="IntelOne Text Light" panose="020B0403020203020204" pitchFamily="34" charset="0"/>
                <a:hlinkClick r:id="rId10"/>
              </a:rPr>
              <a:t>https://www.blacklinegrp.com/blog/issues-facing-the-manufacturing-industry-2020</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[Image of robot arm]. Retrieved October 9, 2020, from </a:t>
            </a:r>
            <a:r>
              <a:rPr lang="en-US" sz="1400" dirty="0">
                <a:latin typeface="IntelOne Text Light" panose="020B0403020203020204" pitchFamily="34" charset="0"/>
                <a:hlinkClick r:id="rId11"/>
              </a:rPr>
              <a:t>https://roboticsandautomationnews.com/2018/01/03/30-industrial-robot-manufacturers-to-watch-in-2018/15542/</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[Image of automated pallet truck]. Retrieved October 9, 2020, from </a:t>
            </a:r>
            <a:r>
              <a:rPr lang="en-US" sz="1400" dirty="0">
                <a:latin typeface="IntelOne Text Light" panose="020B0403020203020204" pitchFamily="34" charset="0"/>
                <a:hlinkClick r:id="rId12"/>
              </a:rPr>
              <a:t>https://www.jungheinrich.com.sg/systems/automated-guided-vehicle-system/automated-trucks</a:t>
            </a:r>
            <a:r>
              <a:rPr lang="en-US" sz="1400" dirty="0">
                <a:latin typeface="IntelOne Text Light" panose="020B0403020203020204" pitchFamily="34" charset="0"/>
              </a:rPr>
              <a:t> </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prstClr val="black"/>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95</a:t>
            </a:fld>
            <a:endParaRPr kumimoji="0" lang="en-US" sz="1000" b="0" i="0" u="none" strike="noStrike" kern="1200" cap="none" spc="0" normalizeH="0" baseline="0" noProof="0" dirty="0">
              <a:ln>
                <a:noFill/>
              </a:ln>
              <a:solidFill>
                <a:prstClr val="black"/>
              </a:solidFill>
              <a:effectLst/>
              <a:uLnTx/>
              <a:uFillTx/>
              <a:latin typeface="IntelOne Display Light" panose="020B0403020203020204" pitchFamily="34" charset="0"/>
              <a:ea typeface="+mn-ea"/>
              <a:cs typeface="+mn-cs"/>
            </a:endParaRPr>
          </a:p>
        </p:txBody>
      </p:sp>
    </p:spTree>
    <p:extLst>
      <p:ext uri="{BB962C8B-B14F-4D97-AF65-F5344CB8AC3E}">
        <p14:creationId xmlns:p14="http://schemas.microsoft.com/office/powerpoint/2010/main" val="1922502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t>Bibliography</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87216" y="1380925"/>
            <a:ext cx="11238347" cy="4966712"/>
          </a:xfrm>
        </p:spPr>
        <p:txBody>
          <a:bodyPr>
            <a:normAutofit lnSpcReduction="10000"/>
          </a:bodyPr>
          <a:lstStyle/>
          <a:p>
            <a:pPr marL="288925" indent="-288925">
              <a:buFont typeface="Arial" panose="020B0604020202020204" pitchFamily="34" charset="0"/>
              <a:buChar char="•"/>
            </a:pPr>
            <a:r>
              <a:rPr lang="en-US" sz="1400" dirty="0">
                <a:latin typeface="IntelOne Text Light" panose="020B0403020203020204" pitchFamily="34" charset="0"/>
              </a:rPr>
              <a:t>[Video] Construction site safety with Ability AI cameras. Ability </a:t>
            </a:r>
            <a:r>
              <a:rPr lang="en-US" sz="1400" dirty="0" err="1">
                <a:latin typeface="IntelOne Text Light" panose="020B0403020203020204" pitchFamily="34" charset="0"/>
              </a:rPr>
              <a:t>EdgeCamera</a:t>
            </a:r>
            <a:r>
              <a:rPr lang="en-US" sz="1400" dirty="0">
                <a:latin typeface="IntelOne Text Light" panose="020B0403020203020204" pitchFamily="34" charset="0"/>
              </a:rPr>
              <a:t>. Apr 17, 2020. </a:t>
            </a:r>
            <a:r>
              <a:rPr lang="en-US" sz="1400" dirty="0">
                <a:latin typeface="IntelOne Text Light" panose="020B0403020203020204" pitchFamily="34" charset="0"/>
                <a:hlinkClick r:id="rId3"/>
              </a:rPr>
              <a:t>https://www.youtube.com/watch?v=tLcYxiNd59w</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[Video] AI and Machine Learning for Visual Inspection of Welds. Clear Technologies. Feb 5, 2020. </a:t>
            </a:r>
            <a:r>
              <a:rPr lang="en-US" sz="1400" dirty="0">
                <a:latin typeface="IntelOne Text Light" panose="020B0403020203020204" pitchFamily="34" charset="0"/>
                <a:hlinkClick r:id="rId4"/>
              </a:rPr>
              <a:t>https://www.youtube.com/watch?v=j7bjoI_joZs</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[Video] Automating cycle counting with warehouse drones at CEVA Logistics | Ware. Ware. Apr 1, 2020. </a:t>
            </a:r>
            <a:r>
              <a:rPr lang="en-US" sz="1400" dirty="0">
                <a:latin typeface="IntelOne Text Light" panose="020B0403020203020204" pitchFamily="34" charset="0"/>
                <a:hlinkClick r:id="rId5"/>
              </a:rPr>
              <a:t>https://www.youtube.com/watch?v=nV34cMDfu_0</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What Is Retail? erply.com. </a:t>
            </a:r>
            <a:r>
              <a:rPr lang="en-US" sz="1400" dirty="0">
                <a:latin typeface="IntelOne Text Light" panose="020B0403020203020204" pitchFamily="34" charset="0"/>
                <a:hlinkClick r:id="rId6"/>
              </a:rPr>
              <a:t>https://erply.com/what-is-retail/</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Retail Jobs. National Retail Federation. </a:t>
            </a:r>
            <a:r>
              <a:rPr lang="en-US" sz="1400" dirty="0">
                <a:latin typeface="IntelOne Text Light" panose="020B0403020203020204" pitchFamily="34" charset="0"/>
                <a:hlinkClick r:id="rId7"/>
              </a:rPr>
              <a:t>https://nrf.com/insights/economy/about-retail-jobs</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National Retail Federation boosts its annual forecast, expects ‘fastest growth that we’ve seen in this country since 1984’. Melissa Repko. JUN 9 2021. </a:t>
            </a:r>
            <a:r>
              <a:rPr lang="en-US" sz="1400" dirty="0">
                <a:latin typeface="IntelOne Text Light" panose="020B0403020203020204" pitchFamily="34" charset="0"/>
                <a:hlinkClick r:id="rId8"/>
              </a:rPr>
              <a:t>https://www.cnbc.com/2021/06/09/retail-sales-to-rise-10point5percent-13point5percent-to-more-than-4point44-trillion-nrf-says.html</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5 Key Challenges Facing Retailers Today – And How to Solve Them. </a:t>
            </a:r>
            <a:r>
              <a:rPr lang="en-US" sz="1400" dirty="0" err="1">
                <a:latin typeface="IntelOne Text Light" panose="020B0403020203020204" pitchFamily="34" charset="0"/>
              </a:rPr>
              <a:t>eTail</a:t>
            </a:r>
            <a:r>
              <a:rPr lang="en-US" sz="1400" dirty="0">
                <a:latin typeface="IntelOne Text Light" panose="020B0403020203020204" pitchFamily="34" charset="0"/>
              </a:rPr>
              <a:t>. </a:t>
            </a:r>
            <a:r>
              <a:rPr lang="en-US" sz="1400" dirty="0">
                <a:latin typeface="IntelOne Text Light" panose="020B0403020203020204" pitchFamily="34" charset="0"/>
                <a:hlinkClick r:id="rId9"/>
              </a:rPr>
              <a:t>https://etaileast.wbresearch.com/blog/five-key-challenges-for-retailers-how-to-solve-them</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Retail Industry Challenges &amp; Opportunities In 2021. TEAM LINCHPIN. JUNE 17, 2021. </a:t>
            </a:r>
            <a:r>
              <a:rPr lang="en-US" sz="1400" dirty="0">
                <a:latin typeface="IntelOne Text Light" panose="020B0403020203020204" pitchFamily="34" charset="0"/>
                <a:hlinkClick r:id="rId10"/>
              </a:rPr>
              <a:t>https://linchpinseo.com/common-challenges-facing-the-retail-industry/</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A Helping Hand. Lowe's </a:t>
            </a:r>
            <a:r>
              <a:rPr lang="en-US" sz="1400" dirty="0" err="1">
                <a:latin typeface="IntelOne Text Light" panose="020B0403020203020204" pitchFamily="34" charset="0"/>
              </a:rPr>
              <a:t>Innocation</a:t>
            </a:r>
            <a:r>
              <a:rPr lang="en-US" sz="1400" dirty="0">
                <a:latin typeface="IntelOne Text Light" panose="020B0403020203020204" pitchFamily="34" charset="0"/>
              </a:rPr>
              <a:t> Labs. </a:t>
            </a:r>
            <a:r>
              <a:rPr lang="en-US" sz="1400" dirty="0">
                <a:latin typeface="IntelOne Text Light" panose="020B0403020203020204" pitchFamily="34" charset="0"/>
                <a:hlinkClick r:id="rId11"/>
              </a:rPr>
              <a:t>https://www.lowesinnovationlabs.com/lowebot/</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[Video] Lowe’s Introduces </a:t>
            </a:r>
            <a:r>
              <a:rPr lang="en-US" sz="1400" dirty="0" err="1">
                <a:latin typeface="IntelOne Text Light" panose="020B0403020203020204" pitchFamily="34" charset="0"/>
              </a:rPr>
              <a:t>LoweBot</a:t>
            </a:r>
            <a:r>
              <a:rPr lang="en-US" sz="1400" dirty="0">
                <a:latin typeface="IntelOne Text Light" panose="020B0403020203020204" pitchFamily="34" charset="0"/>
              </a:rPr>
              <a:t>. Lowe's Home Improvement. Aug 30, 2016. </a:t>
            </a:r>
            <a:r>
              <a:rPr lang="en-US" sz="1400" dirty="0">
                <a:latin typeface="IntelOne Text Light" panose="020B0403020203020204" pitchFamily="34" charset="0"/>
                <a:hlinkClick r:id="rId12"/>
              </a:rPr>
              <a:t>https://www.youtube.com/watch?v=hP3yfGHTXFo</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Introducing Amazon Go and the world’s most advanced shopping technology. amazon. Dec 5, 2016. </a:t>
            </a:r>
            <a:r>
              <a:rPr lang="en-US" sz="1400" dirty="0">
                <a:latin typeface="IntelOne Text Light" panose="020B0403020203020204" pitchFamily="34" charset="0"/>
                <a:hlinkClick r:id="rId13"/>
              </a:rPr>
              <a:t>https://www.youtube.com/watch?v=NrmMk1Myrxc</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Education in the United States. Wikipedia. </a:t>
            </a:r>
            <a:r>
              <a:rPr lang="en-US" sz="1400" dirty="0">
                <a:latin typeface="IntelOne Text Light" panose="020B0403020203020204" pitchFamily="34" charset="0"/>
                <a:hlinkClick r:id="rId14"/>
              </a:rPr>
              <a:t>https://en.wikipedia.org/wiki/Education_in_the_United_States</a:t>
            </a:r>
            <a:r>
              <a:rPr lang="en-US" sz="1400" dirty="0">
                <a:latin typeface="IntelOne Text Light" panose="020B0403020203020204" pitchFamily="34" charset="0"/>
              </a:rPr>
              <a:t> </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prstClr val="black"/>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96</a:t>
            </a:fld>
            <a:endParaRPr kumimoji="0" lang="en-US" sz="1000" b="0" i="0" u="none" strike="noStrike" kern="1200" cap="none" spc="0" normalizeH="0" baseline="0" noProof="0" dirty="0">
              <a:ln>
                <a:noFill/>
              </a:ln>
              <a:solidFill>
                <a:prstClr val="black"/>
              </a:solidFill>
              <a:effectLst/>
              <a:uLnTx/>
              <a:uFillTx/>
              <a:latin typeface="IntelOne Display Light" panose="020B0403020203020204" pitchFamily="34" charset="0"/>
              <a:ea typeface="+mn-ea"/>
              <a:cs typeface="+mn-cs"/>
            </a:endParaRPr>
          </a:p>
        </p:txBody>
      </p:sp>
    </p:spTree>
    <p:extLst>
      <p:ext uri="{BB962C8B-B14F-4D97-AF65-F5344CB8AC3E}">
        <p14:creationId xmlns:p14="http://schemas.microsoft.com/office/powerpoint/2010/main" val="1719844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t>Bibliography</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87216" y="1380925"/>
            <a:ext cx="11238347" cy="4966712"/>
          </a:xfrm>
        </p:spPr>
        <p:txBody>
          <a:bodyPr>
            <a:normAutofit lnSpcReduction="10000"/>
          </a:bodyPr>
          <a:lstStyle/>
          <a:p>
            <a:pPr marL="288925" indent="-288925">
              <a:buFont typeface="Arial" panose="020B0604020202020204" pitchFamily="34" charset="0"/>
              <a:buChar char="•"/>
            </a:pPr>
            <a:r>
              <a:rPr lang="en-US" sz="1400" dirty="0">
                <a:latin typeface="IntelOne Text Light" panose="020B0403020203020204" pitchFamily="34" charset="0"/>
              </a:rPr>
              <a:t>K-12 School Enrollment &amp; Student Population Statistics. Melanie Hanson. July 30, 2021. </a:t>
            </a:r>
            <a:r>
              <a:rPr lang="en-US" sz="1400" dirty="0">
                <a:latin typeface="IntelOne Text Light" panose="020B0403020203020204" pitchFamily="34" charset="0"/>
                <a:hlinkClick r:id="rId3"/>
              </a:rPr>
              <a:t>https://educationdata.org/k12-enrollment-statistics</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18 REASONS THE U.S. EDUCATION SYSTEM IS FAILING. MATTHEW LYNCH. APRIL 3, 2017. </a:t>
            </a:r>
            <a:r>
              <a:rPr lang="en-US" sz="1400" dirty="0">
                <a:latin typeface="IntelOne Text Light" panose="020B0403020203020204" pitchFamily="34" charset="0"/>
                <a:hlinkClick r:id="rId4"/>
              </a:rPr>
              <a:t>https://www.theedadvocate.org/10-reasons-the-u-s-education-system-is-failing/</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The 15 Biggest Failures of the American Public Education System. Kate Barrington. May 28, 2019. </a:t>
            </a:r>
            <a:r>
              <a:rPr lang="en-US" sz="1400" dirty="0">
                <a:latin typeface="IntelOne Text Light" panose="020B0403020203020204" pitchFamily="34" charset="0"/>
                <a:hlinkClick r:id="rId5"/>
              </a:rPr>
              <a:t>https://www.publicschoolreview.com/blog/the-15-biggest-failures-of-the-american-public-education-system</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Universities Use AI Chatbots to Improve Student Services. Erin Brereton. Oct 25, 2019. </a:t>
            </a:r>
            <a:r>
              <a:rPr lang="en-US" sz="1400" dirty="0">
                <a:latin typeface="IntelOne Text Light" panose="020B0403020203020204" pitchFamily="34" charset="0"/>
                <a:hlinkClick r:id="rId6"/>
              </a:rPr>
              <a:t>https://edtechmagazine.com/higher/article/2019/10/universities-use-ai-chatbots-improve-student-services</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AI in Education: Where is It Now and What is the Future? Andrea Kulkarni. September 6, 2019. </a:t>
            </a:r>
            <a:r>
              <a:rPr lang="en-US" sz="1400" dirty="0">
                <a:latin typeface="IntelOne Text Light" panose="020B0403020203020204" pitchFamily="34" charset="0"/>
                <a:hlinkClick r:id="rId7"/>
              </a:rPr>
              <a:t>https://www.lexalytics.com/lexablog/ai-in-education-present-future-ethics</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[Video] Unleashing the Power of Learning through Jill Watson. Georgia Tech College of Computing. Jan 25, 2020. </a:t>
            </a:r>
            <a:r>
              <a:rPr lang="en-US" sz="1400" dirty="0">
                <a:latin typeface="IntelOne Text Light" panose="020B0403020203020204" pitchFamily="34" charset="0"/>
                <a:hlinkClick r:id="rId8"/>
              </a:rPr>
              <a:t>https://www.youtube.com/watch?v=C79x_tK1mg0</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Ag and Food Sectors and the Economy. Economic Research Service U.S. DEPARTMENT OF AGRICULTURE. </a:t>
            </a:r>
            <a:r>
              <a:rPr lang="en-US" sz="1400" dirty="0">
                <a:latin typeface="IntelOne Text Light" panose="020B0403020203020204" pitchFamily="34" charset="0"/>
                <a:hlinkClick r:id="rId9"/>
              </a:rPr>
              <a:t>https://www.ers.usda.gov/data-products/ag-and-food-statistics-charting-the-essentials/ag-and-food-sectors-and-the-economy</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Three key challenges facing agriculture and how to start solving them. Jonathan Brooks, Koen </a:t>
            </a:r>
            <a:r>
              <a:rPr lang="en-US" sz="1400" dirty="0" err="1">
                <a:latin typeface="IntelOne Text Light" panose="020B0403020203020204" pitchFamily="34" charset="0"/>
              </a:rPr>
              <a:t>Deconinck</a:t>
            </a:r>
            <a:r>
              <a:rPr lang="en-US" sz="1400" dirty="0">
                <a:latin typeface="IntelOne Text Light" panose="020B0403020203020204" pitchFamily="34" charset="0"/>
              </a:rPr>
              <a:t> and Céline </a:t>
            </a:r>
            <a:r>
              <a:rPr lang="en-US" sz="1400" dirty="0" err="1">
                <a:latin typeface="IntelOne Text Light" panose="020B0403020203020204" pitchFamily="34" charset="0"/>
              </a:rPr>
              <a:t>Giner</a:t>
            </a:r>
            <a:r>
              <a:rPr lang="en-US" sz="1400" dirty="0">
                <a:latin typeface="IntelOne Text Light" panose="020B0403020203020204" pitchFamily="34" charset="0"/>
              </a:rPr>
              <a:t>. 6 June 2019. </a:t>
            </a:r>
            <a:r>
              <a:rPr lang="en-US" sz="1400" dirty="0">
                <a:latin typeface="IntelOne Text Light" panose="020B0403020203020204" pitchFamily="34" charset="0"/>
                <a:hlinkClick r:id="rId10"/>
              </a:rPr>
              <a:t>https://www.oecd.org/agriculture/key-challenges-agriculture-how-solve/</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Modern agriculture has many complex challenges. </a:t>
            </a:r>
            <a:r>
              <a:rPr lang="en-US" sz="1400" dirty="0" err="1">
                <a:latin typeface="IntelOne Text Light" panose="020B0403020203020204" pitchFamily="34" charset="0"/>
              </a:rPr>
              <a:t>syngenta</a:t>
            </a:r>
            <a:r>
              <a:rPr lang="en-US" sz="1400" dirty="0">
                <a:latin typeface="IntelOne Text Light" panose="020B0403020203020204" pitchFamily="34" charset="0"/>
              </a:rPr>
              <a:t>. </a:t>
            </a:r>
            <a:r>
              <a:rPr lang="en-US" sz="1400" dirty="0">
                <a:latin typeface="IntelOne Text Light" panose="020B0403020203020204" pitchFamily="34" charset="0"/>
                <a:hlinkClick r:id="rId11"/>
              </a:rPr>
              <a:t>https://www.syngenta.com/en/innovation-agriculture/challenges-modern-agriculture</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Artificial Intelligence in Agriculture: Rooting Out the Seed of Doubt. Dmytro </a:t>
            </a:r>
            <a:r>
              <a:rPr lang="en-US" sz="1400" dirty="0" err="1">
                <a:latin typeface="IntelOne Text Light" panose="020B0403020203020204" pitchFamily="34" charset="0"/>
              </a:rPr>
              <a:t>Lenniy</a:t>
            </a:r>
            <a:r>
              <a:rPr lang="en-US" sz="1400" dirty="0">
                <a:latin typeface="IntelOne Text Light" panose="020B0403020203020204" pitchFamily="34" charset="0"/>
              </a:rPr>
              <a:t>. February 18, 2021. </a:t>
            </a:r>
            <a:r>
              <a:rPr lang="en-US" sz="1400" dirty="0">
                <a:latin typeface="IntelOne Text Light" panose="020B0403020203020204" pitchFamily="34" charset="0"/>
                <a:hlinkClick r:id="rId12"/>
              </a:rPr>
              <a:t>https://www.intellias.com/artificial-intelligence-in-agriculture/</a:t>
            </a:r>
            <a:r>
              <a:rPr lang="en-US" sz="1400" dirty="0">
                <a:latin typeface="IntelOne Text Light" panose="020B0403020203020204" pitchFamily="34" charset="0"/>
              </a:rPr>
              <a:t> </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prstClr val="black"/>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97</a:t>
            </a:fld>
            <a:endParaRPr kumimoji="0" lang="en-US" sz="1000" b="0" i="0" u="none" strike="noStrike" kern="1200" cap="none" spc="0" normalizeH="0" baseline="0" noProof="0" dirty="0">
              <a:ln>
                <a:noFill/>
              </a:ln>
              <a:solidFill>
                <a:prstClr val="black"/>
              </a:solidFill>
              <a:effectLst/>
              <a:uLnTx/>
              <a:uFillTx/>
              <a:latin typeface="IntelOne Display Light" panose="020B0403020203020204" pitchFamily="34" charset="0"/>
              <a:ea typeface="+mn-ea"/>
              <a:cs typeface="+mn-cs"/>
            </a:endParaRPr>
          </a:p>
        </p:txBody>
      </p:sp>
    </p:spTree>
    <p:extLst>
      <p:ext uri="{BB962C8B-B14F-4D97-AF65-F5344CB8AC3E}">
        <p14:creationId xmlns:p14="http://schemas.microsoft.com/office/powerpoint/2010/main" val="2024319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t>Bibliography</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87216" y="1380925"/>
            <a:ext cx="11238347" cy="4966712"/>
          </a:xfrm>
        </p:spPr>
        <p:txBody>
          <a:bodyPr>
            <a:normAutofit/>
          </a:bodyPr>
          <a:lstStyle/>
          <a:p>
            <a:pPr marL="288925" indent="-288925">
              <a:buFont typeface="Arial" panose="020B0604020202020204" pitchFamily="34" charset="0"/>
              <a:buChar char="•"/>
            </a:pPr>
            <a:r>
              <a:rPr lang="en-US" sz="1400" dirty="0">
                <a:latin typeface="IntelOne Text Light" panose="020B0403020203020204" pitchFamily="34" charset="0"/>
              </a:rPr>
              <a:t>[Video] 7 Israeli Agriculture Technologies. Israel. Jan 21, 2019. </a:t>
            </a:r>
            <a:r>
              <a:rPr lang="en-US" sz="1400" dirty="0">
                <a:latin typeface="IntelOne Text Light" panose="020B0403020203020204" pitchFamily="34" charset="0"/>
                <a:hlinkClick r:id="rId3"/>
              </a:rPr>
              <a:t>https://www.youtube.com/watch?v=v1DT4yvxpMw</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[Video] How Singapore Farms Use Artificial Intelligence. CNA Insider. Mar 10, 2020. </a:t>
            </a:r>
            <a:r>
              <a:rPr lang="en-US" sz="1400" dirty="0">
                <a:latin typeface="IntelOne Text Light" panose="020B0403020203020204" pitchFamily="34" charset="0"/>
                <a:hlinkClick r:id="rId4"/>
              </a:rPr>
              <a:t>https://www.youtube.com/watch?v=qOGsz-rUx6E</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[Video] Reducing the need for pesticides in agriculture. </a:t>
            </a:r>
            <a:r>
              <a:rPr lang="en-US" sz="1400" dirty="0" err="1">
                <a:latin typeface="IntelOne Text Light" panose="020B0403020203020204" pitchFamily="34" charset="0"/>
              </a:rPr>
              <a:t>Robovision</a:t>
            </a:r>
            <a:r>
              <a:rPr lang="en-US" sz="1400" dirty="0">
                <a:latin typeface="IntelOne Text Light" panose="020B0403020203020204" pitchFamily="34" charset="0"/>
              </a:rPr>
              <a:t>. Aug 23, 2021. </a:t>
            </a:r>
            <a:r>
              <a:rPr lang="en-US" sz="1400" dirty="0">
                <a:latin typeface="IntelOne Text Light" panose="020B0403020203020204" pitchFamily="34" charset="0"/>
                <a:hlinkClick r:id="rId5"/>
              </a:rPr>
              <a:t>https://www.youtube.com/watch?v=2exMDMoI9Uk</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Sectors of Healthcare Industry. </a:t>
            </a:r>
            <a:r>
              <a:rPr lang="en-US" sz="1400" dirty="0" err="1">
                <a:latin typeface="IntelOne Text Light" panose="020B0403020203020204" pitchFamily="34" charset="0"/>
              </a:rPr>
              <a:t>technofunc</a:t>
            </a:r>
            <a:r>
              <a:rPr lang="en-US" sz="1400" dirty="0">
                <a:latin typeface="IntelOne Text Light" panose="020B0403020203020204" pitchFamily="34" charset="0"/>
              </a:rPr>
              <a:t>. </a:t>
            </a:r>
            <a:r>
              <a:rPr lang="en-US" sz="1400" dirty="0">
                <a:latin typeface="IntelOne Text Light" panose="020B0403020203020204" pitchFamily="34" charset="0"/>
                <a:hlinkClick r:id="rId6"/>
              </a:rPr>
              <a:t>https://www.technofunc.com/index.php/domain-knowledge/healthcare-industry/item/sectors-of-healthcare-industry</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Census Bureau’s 2018 County Business Patterns Provides Data on Over 1,200 Industries. EARLENE K.P. DOWELL. OCTOBER 14, 2020. </a:t>
            </a:r>
            <a:r>
              <a:rPr lang="en-US" sz="1400" dirty="0">
                <a:latin typeface="IntelOne Text Light" panose="020B0403020203020204" pitchFamily="34" charset="0"/>
                <a:hlinkClick r:id="rId7"/>
              </a:rPr>
              <a:t>https://www.census.gov/library/stories/2020/10/health-care-still-largest-united-states-employer.html</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Historical. cms.gov. </a:t>
            </a:r>
            <a:r>
              <a:rPr lang="en-US" sz="1400" dirty="0">
                <a:latin typeface="IntelOne Text Light" panose="020B0403020203020204" pitchFamily="34" charset="0"/>
                <a:hlinkClick r:id="rId8"/>
              </a:rPr>
              <a:t>https://www.cms.gov/Research-Statistics-Data-and-Systems/Statistics-Trends-and-Reports/NationalHealthExpendData/NationalHealthAccountsHistorical</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The Biggest Issues Facing Healthcare Today. MHE Staff. September 27, 2019. </a:t>
            </a:r>
            <a:r>
              <a:rPr lang="en-US" sz="1400" dirty="0">
                <a:latin typeface="IntelOne Text Light" panose="020B0403020203020204" pitchFamily="34" charset="0"/>
                <a:hlinkClick r:id="rId9"/>
              </a:rPr>
              <a:t>https://www.managedhealthcareexecutive.com/view/biggest-issues-facing-healthcare-today</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5 Issues Nurses Face in Their Career. Walden University. </a:t>
            </a:r>
            <a:r>
              <a:rPr lang="en-US" sz="1400" dirty="0">
                <a:latin typeface="IntelOne Text Light" panose="020B0403020203020204" pitchFamily="34" charset="0"/>
                <a:hlinkClick r:id="rId10"/>
              </a:rPr>
              <a:t>https://www.waldenu.edu/online-masters-programs/master-of-science-in-nursing/resource/five-issues-nurses-face-in-their-career</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5 Key Challenges for a Doctor Serving Humanity. Sarah Brooks. </a:t>
            </a:r>
            <a:r>
              <a:rPr lang="en-US" sz="1400" dirty="0">
                <a:latin typeface="IntelOne Text Light" panose="020B0403020203020204" pitchFamily="34" charset="0"/>
                <a:hlinkClick r:id="rId11"/>
              </a:rPr>
              <a:t>https://www.prospectivedoctor.com/5-key-challenges-for-a-doctor-serving-humanity/</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5 Real-World Examples of AI in Healthcare. MAYA RAGHUNANDAN. SEPTEMBER 25, 2018. </a:t>
            </a:r>
            <a:r>
              <a:rPr lang="en-US" sz="1400" dirty="0">
                <a:latin typeface="IntelOne Text Light" panose="020B0403020203020204" pitchFamily="34" charset="0"/>
                <a:hlinkClick r:id="rId12"/>
              </a:rPr>
              <a:t>https://www.kolabtree.com/blog/5-real-world-examples-of-ai-in-healthcare/</a:t>
            </a:r>
            <a:r>
              <a:rPr lang="en-US" sz="1400" dirty="0">
                <a:latin typeface="IntelOne Text Light" panose="020B0403020203020204" pitchFamily="34" charset="0"/>
              </a:rPr>
              <a:t> </a:t>
            </a:r>
          </a:p>
          <a:p>
            <a:endParaRPr lang="en-US" sz="1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prstClr val="black"/>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98</a:t>
            </a:fld>
            <a:endParaRPr kumimoji="0" lang="en-US" sz="1000" b="0" i="0" u="none" strike="noStrike" kern="1200" cap="none" spc="0" normalizeH="0" baseline="0" noProof="0" dirty="0">
              <a:ln>
                <a:noFill/>
              </a:ln>
              <a:solidFill>
                <a:prstClr val="black"/>
              </a:solidFill>
              <a:effectLst/>
              <a:uLnTx/>
              <a:uFillTx/>
              <a:latin typeface="IntelOne Display Light" panose="020B0403020203020204" pitchFamily="34" charset="0"/>
              <a:ea typeface="+mn-ea"/>
              <a:cs typeface="+mn-cs"/>
            </a:endParaRPr>
          </a:p>
        </p:txBody>
      </p:sp>
    </p:spTree>
    <p:extLst>
      <p:ext uri="{BB962C8B-B14F-4D97-AF65-F5344CB8AC3E}">
        <p14:creationId xmlns:p14="http://schemas.microsoft.com/office/powerpoint/2010/main" val="4147110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t>Bibliography</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87216" y="1380925"/>
            <a:ext cx="11238347" cy="4966712"/>
          </a:xfrm>
        </p:spPr>
        <p:txBody>
          <a:bodyPr>
            <a:normAutofit/>
          </a:bodyPr>
          <a:lstStyle/>
          <a:p>
            <a:pPr marL="288925" indent="-288925">
              <a:buFont typeface="Arial" panose="020B0604020202020204" pitchFamily="34" charset="0"/>
              <a:buChar char="•"/>
            </a:pPr>
            <a:r>
              <a:rPr lang="en-US" sz="1400" dirty="0">
                <a:latin typeface="IntelOne Text Light" panose="020B0403020203020204" pitchFamily="34" charset="0"/>
              </a:rPr>
              <a:t>37 Examples of AI in Healthcare That Will Make You Feel Better About the Future. Sam Daley. August 12, 2021. </a:t>
            </a:r>
            <a:r>
              <a:rPr lang="en-US" sz="1400" dirty="0">
                <a:latin typeface="IntelOne Text Light" panose="020B0403020203020204" pitchFamily="34" charset="0"/>
                <a:hlinkClick r:id="rId3"/>
              </a:rPr>
              <a:t>https://builtin.com/artificial-intelligence/artificial-intelligence-healthcare</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[Video] Babylon Health - apps, patients and sustainable healthcare | Dr Keith Grimes. </a:t>
            </a:r>
            <a:r>
              <a:rPr lang="en-US" sz="1400" dirty="0" err="1">
                <a:latin typeface="IntelOne Text Light" panose="020B0403020203020204" pitchFamily="34" charset="0"/>
              </a:rPr>
              <a:t>acmedsci</a:t>
            </a:r>
            <a:r>
              <a:rPr lang="en-US" sz="1400" dirty="0">
                <a:latin typeface="IntelOne Text Light" panose="020B0403020203020204" pitchFamily="34" charset="0"/>
              </a:rPr>
              <a:t>. Jan 7, 2021. </a:t>
            </a:r>
            <a:r>
              <a:rPr lang="en-US" sz="1400" dirty="0">
                <a:latin typeface="IntelOne Text Light" panose="020B0403020203020204" pitchFamily="34" charset="0"/>
                <a:hlinkClick r:id="rId4"/>
              </a:rPr>
              <a:t>https://www.youtube.com/watch?v=yO5VARNjuBw</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[Video] ARMIS AND CRURA. Arm Chain. Aug 18, 2021. </a:t>
            </a:r>
            <a:r>
              <a:rPr lang="en-US" sz="1400" dirty="0">
                <a:latin typeface="IntelOne Text Light" panose="020B0403020203020204" pitchFamily="34" charset="0"/>
                <a:hlinkClick r:id="rId5"/>
              </a:rPr>
              <a:t>https://www.youtube.com/watch?v=_HhoZhjYq-M</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Increasing Access. Lowering Costs. Improving Health. </a:t>
            </a:r>
            <a:r>
              <a:rPr lang="en-US" sz="1400" dirty="0" err="1">
                <a:latin typeface="IntelOne Text Light" panose="020B0403020203020204" pitchFamily="34" charset="0"/>
              </a:rPr>
              <a:t>sensely</a:t>
            </a:r>
            <a:r>
              <a:rPr lang="en-US" sz="1400" dirty="0">
                <a:latin typeface="IntelOne Text Light" panose="020B0403020203020204" pitchFamily="34" charset="0"/>
              </a:rPr>
              <a:t>. </a:t>
            </a:r>
            <a:r>
              <a:rPr lang="en-US" sz="1400" dirty="0">
                <a:latin typeface="IntelOne Text Light" panose="020B0403020203020204" pitchFamily="34" charset="0"/>
                <a:hlinkClick r:id="rId6"/>
              </a:rPr>
              <a:t>https://www.sensely.com/</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[Video] Game-changer in disinfection - HERO21 autonomous UV-C mobile robot solution for hospitals. Omron Industrial Automation EMEA. Jun 10, 2021. </a:t>
            </a:r>
            <a:r>
              <a:rPr lang="en-US" sz="1400" dirty="0">
                <a:latin typeface="IntelOne Text Light" panose="020B0403020203020204" pitchFamily="34" charset="0"/>
                <a:hlinkClick r:id="rId7"/>
              </a:rPr>
              <a:t>https://www.youtube.com/watch?v=JU8Zy91jaXE</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[Video] Physio-Control LUCAS 3 - CPR in Motion - Prehospital. MFI Medical Equipment, Inc. Sep 22, 2018. </a:t>
            </a:r>
            <a:r>
              <a:rPr lang="en-US" sz="1400" dirty="0">
                <a:latin typeface="IntelOne Text Light" panose="020B0403020203020204" pitchFamily="34" charset="0"/>
                <a:hlinkClick r:id="rId8"/>
              </a:rPr>
              <a:t>https://www.youtube.com/watch?v=T0O9g0exvEA</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[Image of Wysa]. Retrieved on September 12, 2021, from </a:t>
            </a:r>
            <a:r>
              <a:rPr lang="en-US" sz="1400" dirty="0">
                <a:latin typeface="IntelOne Text Light" panose="020B0403020203020204" pitchFamily="34" charset="0"/>
                <a:hlinkClick r:id="rId9"/>
              </a:rPr>
              <a:t>https://www.wysa.io/</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Financial Services Sector. THE INVESTOPEDIA TEAM. February 23, 2021. </a:t>
            </a:r>
            <a:r>
              <a:rPr lang="en-US" sz="1400" dirty="0">
                <a:latin typeface="IntelOne Text Light" panose="020B0403020203020204" pitchFamily="34" charset="0"/>
                <a:hlinkClick r:id="rId10"/>
              </a:rPr>
              <a:t>https://www.investopedia.com/ask/answers/030315/what-financial-services-sector.asp</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Commercial Banking in the US - Employment Statistics 2002–2027. IBISWorld. May 19, 2021. </a:t>
            </a:r>
            <a:r>
              <a:rPr lang="en-US" sz="1400" dirty="0">
                <a:latin typeface="IntelOne Text Light" panose="020B0403020203020204" pitchFamily="34" charset="0"/>
                <a:hlinkClick r:id="rId11"/>
              </a:rPr>
              <a:t>https://www.ibisworld.com/industry-statistics/employment/commercial-banking-united-states/</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Top 10 Banking Industry Challenges — And How You Can Overcome Them. Landy Wingard. </a:t>
            </a:r>
            <a:r>
              <a:rPr lang="en-US" sz="1400" dirty="0">
                <a:latin typeface="IntelOne Text Light" panose="020B0403020203020204" pitchFamily="34" charset="0"/>
                <a:hlinkClick r:id="rId12"/>
              </a:rPr>
              <a:t>https://global.hitachi-solutions.com/blog/top-10-challenges-banking-financial-organizations-can-overcome</a:t>
            </a:r>
            <a:r>
              <a:rPr lang="en-US" sz="1400" dirty="0">
                <a:latin typeface="IntelOne Text Light" panose="020B0403020203020204" pitchFamily="34" charset="0"/>
              </a:rPr>
              <a:t> </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prstClr val="black"/>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99</a:t>
            </a:fld>
            <a:endParaRPr kumimoji="0" lang="en-US" sz="1000" b="0" i="0" u="none" strike="noStrike" kern="1200" cap="none" spc="0" normalizeH="0" baseline="0" noProof="0" dirty="0">
              <a:ln>
                <a:noFill/>
              </a:ln>
              <a:solidFill>
                <a:prstClr val="black"/>
              </a:solidFill>
              <a:effectLst/>
              <a:uLnTx/>
              <a:uFillTx/>
              <a:latin typeface="IntelOne Display Light" panose="020B0403020203020204" pitchFamily="34" charset="0"/>
              <a:ea typeface="+mn-ea"/>
              <a:cs typeface="+mn-cs"/>
            </a:endParaRPr>
          </a:p>
        </p:txBody>
      </p:sp>
    </p:spTree>
    <p:extLst>
      <p:ext uri="{BB962C8B-B14F-4D97-AF65-F5344CB8AC3E}">
        <p14:creationId xmlns:p14="http://schemas.microsoft.com/office/powerpoint/2010/main" val="1050073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t>Bibliography</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87216" y="1380925"/>
            <a:ext cx="11238347" cy="4966712"/>
          </a:xfrm>
        </p:spPr>
        <p:txBody>
          <a:bodyPr>
            <a:normAutofit/>
          </a:bodyPr>
          <a:lstStyle/>
          <a:p>
            <a:pPr marL="288925" indent="-288925">
              <a:buFont typeface="Arial" panose="020B0604020202020204" pitchFamily="34" charset="0"/>
              <a:buChar char="•"/>
            </a:pPr>
            <a:r>
              <a:rPr lang="en-US" sz="1400" dirty="0">
                <a:latin typeface="IntelOne Text Light" panose="020B0403020203020204" pitchFamily="34" charset="0"/>
              </a:rPr>
              <a:t>Artificial Intelligence in Finance [15 Examples]. University of San Diego. </a:t>
            </a:r>
            <a:r>
              <a:rPr lang="en-US" sz="1400" dirty="0">
                <a:latin typeface="IntelOne Text Light" panose="020B0403020203020204" pitchFamily="34" charset="0"/>
                <a:hlinkClick r:id="rId3"/>
              </a:rPr>
              <a:t>https://onlinedegrees.sandiego.edu/artificial-intelligence-finance/</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Intelligent Automation: Faster, More Accurate Lending Decisions. Ocrolus. </a:t>
            </a:r>
            <a:r>
              <a:rPr lang="en-US" sz="1400" dirty="0">
                <a:latin typeface="IntelOne Text Light" panose="020B0403020203020204" pitchFamily="34" charset="0"/>
                <a:hlinkClick r:id="rId4"/>
              </a:rPr>
              <a:t>https://www.ocrolus.com/</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AI and the Bottom Line: 20 Examples of Artificial Intelligence in Finance. Alyssa </a:t>
            </a:r>
            <a:r>
              <a:rPr lang="en-US" sz="1400" dirty="0" err="1">
                <a:latin typeface="IntelOne Text Light" panose="020B0403020203020204" pitchFamily="34" charset="0"/>
              </a:rPr>
              <a:t>Schroer</a:t>
            </a:r>
            <a:r>
              <a:rPr lang="en-US" sz="1400" dirty="0">
                <a:latin typeface="IntelOne Text Light" panose="020B0403020203020204" pitchFamily="34" charset="0"/>
              </a:rPr>
              <a:t>.  July 30, 2021. </a:t>
            </a:r>
            <a:r>
              <a:rPr lang="en-US" sz="1400" dirty="0">
                <a:latin typeface="IntelOne Text Light" panose="020B0403020203020204" pitchFamily="34" charset="0"/>
                <a:hlinkClick r:id="rId5"/>
              </a:rPr>
              <a:t>https://builtin.com/artificial-intelligence/ai-finance-banking-applications-companies</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What is the U.S. Transportation Sector? Amy </a:t>
            </a:r>
            <a:r>
              <a:rPr lang="en-US" sz="1400" dirty="0" err="1">
                <a:latin typeface="IntelOne Text Light" panose="020B0403020203020204" pitchFamily="34" charset="0"/>
              </a:rPr>
              <a:t>Huckaba</a:t>
            </a:r>
            <a:r>
              <a:rPr lang="en-US" sz="1400" dirty="0">
                <a:latin typeface="IntelOne Text Light" panose="020B0403020203020204" pitchFamily="34" charset="0"/>
              </a:rPr>
              <a:t>. Jun 10, 2020. </a:t>
            </a:r>
            <a:r>
              <a:rPr lang="en-US" sz="1400" dirty="0">
                <a:latin typeface="IntelOne Text Light" panose="020B0403020203020204" pitchFamily="34" charset="0"/>
                <a:hlinkClick r:id="rId6"/>
              </a:rPr>
              <a:t>https://blog.dixonvalve.com/us-transportation-sector</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Employment in Transportation: Employment in Transportation and Related Industries. Bureau of Transportation Statistics. </a:t>
            </a:r>
            <a:r>
              <a:rPr lang="en-US" sz="1400" dirty="0">
                <a:latin typeface="IntelOne Text Light" panose="020B0403020203020204" pitchFamily="34" charset="0"/>
                <a:hlinkClick r:id="rId7"/>
              </a:rPr>
              <a:t>https://data.bts.gov/stories/s/Transportation-Economic-Trends-Transportation-Empl/caxh-t8jd/</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Transportation’s Contribution to the Economy. Bureau of Transportation Statistics. </a:t>
            </a:r>
            <a:r>
              <a:rPr lang="en-US" sz="1400" dirty="0">
                <a:latin typeface="IntelOne Text Light" panose="020B0403020203020204" pitchFamily="34" charset="0"/>
                <a:hlinkClick r:id="rId8"/>
              </a:rPr>
              <a:t>https://www.bts.dot.gov/sites/bts.dot.gov/files/u796/TET%202018%20Chapter%202.pdf</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Preliminary Monthly Estimates. NSC. </a:t>
            </a:r>
            <a:r>
              <a:rPr lang="en-US" sz="1400" dirty="0">
                <a:latin typeface="IntelOne Text Light" panose="020B0403020203020204" pitchFamily="34" charset="0"/>
                <a:hlinkClick r:id="rId9"/>
              </a:rPr>
              <a:t>https://injuryfacts.nsc.org/motor-vehicle/overview/preliminary-monthly-estimates</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The top 5 issues in the transportation industry. Tess Lynch. </a:t>
            </a:r>
            <a:r>
              <a:rPr lang="en-US" sz="1400" dirty="0">
                <a:latin typeface="IntelOne Text Light" panose="020B0403020203020204" pitchFamily="34" charset="0"/>
                <a:hlinkClick r:id="rId10"/>
              </a:rPr>
              <a:t>https://www.yarno.com.au/blog/top-5-issues-in-transportation/</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Top 10 Challenges Logistics Companies Are Facing In 2019. </a:t>
            </a:r>
            <a:r>
              <a:rPr lang="en-US" sz="1400" dirty="0" err="1">
                <a:latin typeface="IntelOne Text Light" panose="020B0403020203020204" pitchFamily="34" charset="0"/>
              </a:rPr>
              <a:t>Keshavdas</a:t>
            </a:r>
            <a:r>
              <a:rPr lang="en-US" sz="1400" dirty="0">
                <a:latin typeface="IntelOne Text Light" panose="020B0403020203020204" pitchFamily="34" charset="0"/>
              </a:rPr>
              <a:t> M. January 14, 2021. </a:t>
            </a:r>
            <a:r>
              <a:rPr lang="en-US" sz="1400" dirty="0">
                <a:latin typeface="IntelOne Text Light" panose="020B0403020203020204" pitchFamily="34" charset="0"/>
                <a:hlinkClick r:id="rId11"/>
              </a:rPr>
              <a:t>https://fleetroot.com/blog/top-10-challenges-facing-logistics-companies-in-2019/</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Top 10 Challenges Facing Trucking. MH&amp;L. OCT 08, 2008. </a:t>
            </a:r>
            <a:r>
              <a:rPr lang="en-US" sz="1400" dirty="0">
                <a:latin typeface="IntelOne Text Light" panose="020B0403020203020204" pitchFamily="34" charset="0"/>
                <a:hlinkClick r:id="rId12"/>
              </a:rPr>
              <a:t>https://www.mhlnews.com/transportation-distribution/article/22039246/top-10-challenges-facing-trucking</a:t>
            </a:r>
            <a:r>
              <a:rPr lang="en-US" sz="1400" dirty="0">
                <a:latin typeface="IntelOne Text Light" panose="020B0403020203020204" pitchFamily="34" charset="0"/>
              </a:rPr>
              <a:t> </a:t>
            </a:r>
          </a:p>
          <a:p>
            <a:endParaRPr lang="en-US" sz="1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prstClr val="black"/>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100</a:t>
            </a:fld>
            <a:endParaRPr kumimoji="0" lang="en-US" sz="1000" b="0" i="0" u="none" strike="noStrike" kern="1200" cap="none" spc="0" normalizeH="0" baseline="0" noProof="0" dirty="0">
              <a:ln>
                <a:noFill/>
              </a:ln>
              <a:solidFill>
                <a:prstClr val="black"/>
              </a:solidFill>
              <a:effectLst/>
              <a:uLnTx/>
              <a:uFillTx/>
              <a:latin typeface="IntelOne Display Light" panose="020B0403020203020204" pitchFamily="34" charset="0"/>
              <a:ea typeface="+mn-ea"/>
              <a:cs typeface="+mn-cs"/>
            </a:endParaRPr>
          </a:p>
        </p:txBody>
      </p:sp>
    </p:spTree>
    <p:extLst>
      <p:ext uri="{BB962C8B-B14F-4D97-AF65-F5344CB8AC3E}">
        <p14:creationId xmlns:p14="http://schemas.microsoft.com/office/powerpoint/2010/main" val="93497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t>Bibliography</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87216" y="1380925"/>
            <a:ext cx="11238347" cy="4966712"/>
          </a:xfrm>
        </p:spPr>
        <p:txBody>
          <a:bodyPr>
            <a:normAutofit/>
          </a:bodyPr>
          <a:lstStyle/>
          <a:p>
            <a:pPr marL="288925" indent="-288925">
              <a:buFont typeface="Arial" panose="020B0604020202020204" pitchFamily="34" charset="0"/>
              <a:buChar char="•"/>
            </a:pPr>
            <a:r>
              <a:rPr lang="en-US" sz="1400" dirty="0">
                <a:latin typeface="IntelOne Text Light" panose="020B0403020203020204" pitchFamily="34" charset="0"/>
              </a:rPr>
              <a:t>Examples of AI Implementation in Transport. Varun Choudhary. June 27, 2019. </a:t>
            </a:r>
            <a:r>
              <a:rPr lang="en-US" sz="1400" dirty="0">
                <a:latin typeface="IntelOne Text Light" panose="020B0403020203020204" pitchFamily="34" charset="0"/>
                <a:hlinkClick r:id="rId3"/>
              </a:rPr>
              <a:t>https://hackernoon.com/examples-of-ai-implementation-in-transport-c1a451b90fb7</a:t>
            </a:r>
            <a:endParaRPr lang="en-US" sz="1400" dirty="0">
              <a:latin typeface="IntelOne Text Light" panose="020B0403020203020204" pitchFamily="34" charset="0"/>
            </a:endParaRPr>
          </a:p>
          <a:p>
            <a:pPr marL="288925" indent="-288925">
              <a:buFont typeface="Arial" panose="020B0604020202020204" pitchFamily="34" charset="0"/>
              <a:buChar char="•"/>
            </a:pPr>
            <a:r>
              <a:rPr lang="en-US" sz="1400" dirty="0">
                <a:latin typeface="IntelOne Text Light" panose="020B0403020203020204" pitchFamily="34" charset="0"/>
              </a:rPr>
              <a:t>Examples of Artificial Intelligence Applications in Transportation. Lanner. November 6, 2019. </a:t>
            </a:r>
            <a:r>
              <a:rPr lang="en-US" sz="1400" dirty="0">
                <a:latin typeface="IntelOne Text Light" panose="020B0403020203020204" pitchFamily="34" charset="0"/>
                <a:hlinkClick r:id="rId4"/>
              </a:rPr>
              <a:t>https://www.lanner-america.com/blog/examples-artificial-intelligence-applications-transportation/</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China’s Didi uses AI-powered facial recognition feature to boost safety. </a:t>
            </a:r>
            <a:r>
              <a:rPr lang="en-US" sz="1400" dirty="0" err="1">
                <a:latin typeface="IntelOne Text Light" panose="020B0403020203020204" pitchFamily="34" charset="0"/>
              </a:rPr>
              <a:t>Soumik</a:t>
            </a:r>
            <a:r>
              <a:rPr lang="en-US" sz="1400" dirty="0">
                <a:latin typeface="IntelOne Text Light" panose="020B0403020203020204" pitchFamily="34" charset="0"/>
              </a:rPr>
              <a:t> Roy. 14 January, 2020. </a:t>
            </a:r>
            <a:r>
              <a:rPr lang="en-US" sz="1400" dirty="0">
                <a:latin typeface="IntelOne Text Light" panose="020B0403020203020204" pitchFamily="34" charset="0"/>
                <a:hlinkClick r:id="rId5"/>
              </a:rPr>
              <a:t>https://techwireasia.com/2020/01/chinas-didi-uses-ai-powered-facial-recognition-feature-to-boost-safety/</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[Video] The Future of Transportation. Cisco. Oct 24, 2019. </a:t>
            </a:r>
            <a:r>
              <a:rPr lang="en-US" sz="1400" dirty="0">
                <a:latin typeface="IntelOne Text Light" panose="020B0403020203020204" pitchFamily="34" charset="0"/>
                <a:hlinkClick r:id="rId6"/>
              </a:rPr>
              <a:t>https://www.youtube.com/watch?v=Txtj-Xp6REE</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[Video] The best Electric Balance Bike in Australia. Wired Bikes. Nov 30, 2020. </a:t>
            </a:r>
            <a:r>
              <a:rPr lang="en-US" sz="1400" dirty="0">
                <a:latin typeface="IntelOne Text Light" panose="020B0403020203020204" pitchFamily="34" charset="0"/>
                <a:hlinkClick r:id="rId7"/>
              </a:rPr>
              <a:t>https://www.youtube.com/watch?v=w9TDlJj7gn0</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Self-driving car company Nuro wins federal safety approval for grocery delivery robot. Ian Duncan. February 8, 2020. </a:t>
            </a:r>
            <a:r>
              <a:rPr lang="en-US" sz="1400" dirty="0">
                <a:latin typeface="IntelOne Text Light" panose="020B0403020203020204" pitchFamily="34" charset="0"/>
                <a:hlinkClick r:id="rId8"/>
              </a:rPr>
              <a:t>https://www.washingtonpost.com/local/trafficandcommuting/grocery-delivery-robot-wins-first-federal-safety-approval-for-a-self-driving-vehicle/2020/02/06/90e97658-48f5-11ea-9164-d3154ad8a5cd_story.html</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What is the U.S. Transportation Sector? Amy </a:t>
            </a:r>
            <a:r>
              <a:rPr lang="en-US" sz="1400" dirty="0" err="1">
                <a:latin typeface="IntelOne Text Light" panose="020B0403020203020204" pitchFamily="34" charset="0"/>
              </a:rPr>
              <a:t>Huckaba</a:t>
            </a:r>
            <a:r>
              <a:rPr lang="en-US" sz="1400" dirty="0">
                <a:latin typeface="IntelOne Text Light" panose="020B0403020203020204" pitchFamily="34" charset="0"/>
              </a:rPr>
              <a:t> on Jun 10, 2020. </a:t>
            </a:r>
            <a:r>
              <a:rPr lang="en-US" sz="1400" dirty="0">
                <a:latin typeface="IntelOne Text Light" panose="020B0403020203020204" pitchFamily="34" charset="0"/>
                <a:hlinkClick r:id="rId9"/>
              </a:rPr>
              <a:t>https://blog.dixonvalve.com/us-transportation-sector</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Energy Sector.  JAMES CHEN. February 04, 2021. </a:t>
            </a:r>
            <a:r>
              <a:rPr lang="en-US" sz="1400" dirty="0">
                <a:latin typeface="IntelOne Text Light" panose="020B0403020203020204" pitchFamily="34" charset="0"/>
                <a:hlinkClick r:id="rId10"/>
              </a:rPr>
              <a:t>https://www.investopedia.com/terms/e/energy_sector.asp</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U.S. Energy and Employment Report. NASEO. </a:t>
            </a:r>
            <a:r>
              <a:rPr lang="en-US" sz="1400" dirty="0">
                <a:latin typeface="IntelOne Text Light" panose="020B0403020203020204" pitchFamily="34" charset="0"/>
                <a:hlinkClick r:id="rId11"/>
              </a:rPr>
              <a:t>https://www.naseo.org/issues/energy-jobs/employment-report</a:t>
            </a:r>
            <a:r>
              <a:rPr lang="en-US" sz="1400" dirty="0">
                <a:latin typeface="IntelOne Text Light" panose="020B0403020203020204" pitchFamily="34" charset="0"/>
              </a:rPr>
              <a:t> </a:t>
            </a:r>
          </a:p>
          <a:p>
            <a:endParaRPr lang="en-US" sz="1400" dirty="0">
              <a:latin typeface="IntelOne Text Light" panose="020B0403020203020204" pitchFamily="34" charset="0"/>
            </a:endParaRP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prstClr val="black"/>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101</a:t>
            </a:fld>
            <a:endParaRPr kumimoji="0" lang="en-US" sz="1000" b="0" i="0" u="none" strike="noStrike" kern="1200" cap="none" spc="0" normalizeH="0" baseline="0" noProof="0" dirty="0">
              <a:ln>
                <a:noFill/>
              </a:ln>
              <a:solidFill>
                <a:prstClr val="black"/>
              </a:solidFill>
              <a:effectLst/>
              <a:uLnTx/>
              <a:uFillTx/>
              <a:latin typeface="IntelOne Display Light" panose="020B0403020203020204" pitchFamily="34" charset="0"/>
              <a:ea typeface="+mn-ea"/>
              <a:cs typeface="+mn-cs"/>
            </a:endParaRPr>
          </a:p>
        </p:txBody>
      </p:sp>
    </p:spTree>
    <p:extLst>
      <p:ext uri="{BB962C8B-B14F-4D97-AF65-F5344CB8AC3E}">
        <p14:creationId xmlns:p14="http://schemas.microsoft.com/office/powerpoint/2010/main" val="148515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B4A-0479-4DB0-8B61-BDDE3F830330}"/>
              </a:ext>
            </a:extLst>
          </p:cNvPr>
          <p:cNvSpPr>
            <a:spLocks noGrp="1"/>
          </p:cNvSpPr>
          <p:nvPr>
            <p:ph type="title"/>
          </p:nvPr>
        </p:nvSpPr>
        <p:spPr/>
        <p:txBody>
          <a:bodyPr/>
          <a:lstStyle/>
          <a:p>
            <a:r>
              <a:rPr lang="en-US" dirty="0"/>
              <a:t>Bibliography</a:t>
            </a:r>
          </a:p>
        </p:txBody>
      </p:sp>
      <p:sp>
        <p:nvSpPr>
          <p:cNvPr id="4" name="Text Placeholder 3">
            <a:extLst>
              <a:ext uri="{FF2B5EF4-FFF2-40B4-BE49-F238E27FC236}">
                <a16:creationId xmlns:a16="http://schemas.microsoft.com/office/drawing/2014/main" id="{65680595-408A-4673-8115-D0936767495C}"/>
              </a:ext>
            </a:extLst>
          </p:cNvPr>
          <p:cNvSpPr>
            <a:spLocks noGrp="1"/>
          </p:cNvSpPr>
          <p:nvPr>
            <p:ph type="body" sz="quarter" idx="13"/>
          </p:nvPr>
        </p:nvSpPr>
        <p:spPr>
          <a:xfrm>
            <a:off x="487216" y="1380925"/>
            <a:ext cx="11238347" cy="4966712"/>
          </a:xfrm>
        </p:spPr>
        <p:txBody>
          <a:bodyPr>
            <a:normAutofit/>
          </a:bodyPr>
          <a:lstStyle/>
          <a:p>
            <a:pPr marL="288925" indent="-288925">
              <a:buFont typeface="Arial" panose="020B0604020202020204" pitchFamily="34" charset="0"/>
              <a:buChar char="•"/>
            </a:pPr>
            <a:r>
              <a:rPr lang="en-US" sz="1400" dirty="0">
                <a:latin typeface="IntelOne Text Light" panose="020B0403020203020204" pitchFamily="34" charset="0"/>
              </a:rPr>
              <a:t>The key challenges facing the energy industry of the future. Andrew Bradshaw.  Jan 22, 2019. </a:t>
            </a:r>
            <a:r>
              <a:rPr lang="en-US" sz="1400" dirty="0">
                <a:latin typeface="IntelOne Text Light" panose="020B0403020203020204" pitchFamily="34" charset="0"/>
                <a:hlinkClick r:id="rId3"/>
              </a:rPr>
              <a:t>https://www.fifthring.com/articles/the-key-challenges-facing-the-energy-industry-of-the-future</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[Image of cybersecurity hacking] Retrieved on September 12, 2021, from </a:t>
            </a:r>
            <a:r>
              <a:rPr lang="en-US" sz="1400" dirty="0">
                <a:latin typeface="IntelOne Text Light" panose="020B0403020203020204" pitchFamily="34" charset="0"/>
                <a:hlinkClick r:id="rId4"/>
              </a:rPr>
              <a:t>https://www.bloomberg.com/news/articles/2021-06-04/hackers-breached-colonial-pipeline-using-compromised-password</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Artificial Intelligence in the Power Sector. </a:t>
            </a:r>
            <a:r>
              <a:rPr lang="en-US" sz="1400" dirty="0" err="1">
                <a:latin typeface="IntelOne Text Light" panose="020B0403020203020204" pitchFamily="34" charset="0"/>
              </a:rPr>
              <a:t>Baloko</a:t>
            </a:r>
            <a:r>
              <a:rPr lang="en-US" sz="1400" dirty="0">
                <a:latin typeface="IntelOne Text Light" panose="020B0403020203020204" pitchFamily="34" charset="0"/>
              </a:rPr>
              <a:t> Makala and </a:t>
            </a:r>
            <a:r>
              <a:rPr lang="en-US" sz="1400" dirty="0" err="1">
                <a:latin typeface="IntelOne Text Light" panose="020B0403020203020204" pitchFamily="34" charset="0"/>
              </a:rPr>
              <a:t>Tonci</a:t>
            </a:r>
            <a:r>
              <a:rPr lang="en-US" sz="1400" dirty="0">
                <a:latin typeface="IntelOne Text Light" panose="020B0403020203020204" pitchFamily="34" charset="0"/>
              </a:rPr>
              <a:t> </a:t>
            </a:r>
            <a:r>
              <a:rPr lang="en-US" sz="1400" dirty="0" err="1">
                <a:latin typeface="IntelOne Text Light" panose="020B0403020203020204" pitchFamily="34" charset="0"/>
              </a:rPr>
              <a:t>Bakovic</a:t>
            </a:r>
            <a:r>
              <a:rPr lang="en-US" sz="1400" dirty="0">
                <a:latin typeface="IntelOne Text Light" panose="020B0403020203020204" pitchFamily="34" charset="0"/>
              </a:rPr>
              <a:t>. April 2020. </a:t>
            </a:r>
            <a:r>
              <a:rPr lang="en-US" sz="1400" dirty="0">
                <a:latin typeface="IntelOne Text Light" panose="020B0403020203020204" pitchFamily="34" charset="0"/>
                <a:hlinkClick r:id="rId5"/>
              </a:rPr>
              <a:t>https://www.ifc.org/wps/wcm/connect/bd3a196d-a88f-45af-bbc6-e0b00790fba8/EMCompass_Note_81-05-web.pdf?MOD=AJPERES&amp;CVID=n72pj5g</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Google’s DeepMind AI Can Predict Wind Farm Energy Output 36 Hours in Advance. RENAE REINTS. February 28, 2019. </a:t>
            </a:r>
            <a:r>
              <a:rPr lang="en-US" sz="1400" dirty="0">
                <a:latin typeface="IntelOne Text Light" panose="020B0403020203020204" pitchFamily="34" charset="0"/>
                <a:hlinkClick r:id="rId6"/>
              </a:rPr>
              <a:t>https://fortune.com/2019/02/27/deepmind-wind-power-predictions/</a:t>
            </a:r>
            <a:r>
              <a:rPr lang="en-US" sz="1400" dirty="0">
                <a:latin typeface="IntelOne Text Light" panose="020B0403020203020204" pitchFamily="34" charset="0"/>
              </a:rPr>
              <a:t> </a:t>
            </a:r>
          </a:p>
          <a:p>
            <a:pPr marL="288925" indent="-288925">
              <a:buFont typeface="Arial" panose="020B0604020202020204" pitchFamily="34" charset="0"/>
              <a:buChar char="•"/>
            </a:pPr>
            <a:r>
              <a:rPr lang="en-US" sz="1400" dirty="0">
                <a:latin typeface="IntelOne Text Light" panose="020B0403020203020204" pitchFamily="34" charset="0"/>
              </a:rPr>
              <a:t>[Image of AI on energy storage] Retrieved on September 12, 2021, from </a:t>
            </a:r>
            <a:r>
              <a:rPr lang="en-US" sz="1400" dirty="0">
                <a:latin typeface="IntelOne Text Light" panose="020B0403020203020204" pitchFamily="34" charset="0"/>
                <a:hlinkClick r:id="rId7"/>
              </a:rPr>
              <a:t>https://www.cnbc.com/2019/06/14/the-business-using-ai-to-change-how-we-think-about-energy-storage.html</a:t>
            </a:r>
            <a:r>
              <a:rPr lang="en-US" sz="1400" dirty="0">
                <a:latin typeface="IntelOne Text Light" panose="020B0403020203020204" pitchFamily="34" charset="0"/>
              </a:rPr>
              <a:t> </a:t>
            </a:r>
          </a:p>
        </p:txBody>
      </p:sp>
      <p:sp>
        <p:nvSpPr>
          <p:cNvPr id="3" name="Slide Number Placeholder 2">
            <a:extLst>
              <a:ext uri="{FF2B5EF4-FFF2-40B4-BE49-F238E27FC236}">
                <a16:creationId xmlns:a16="http://schemas.microsoft.com/office/drawing/2014/main" id="{EAED5B20-DB5C-47B0-805C-168356D4F3B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prstClr val="black"/>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102</a:t>
            </a:fld>
            <a:endParaRPr kumimoji="0" lang="en-US" sz="1000" b="0" i="0" u="none" strike="noStrike" kern="1200" cap="none" spc="0" normalizeH="0" baseline="0" noProof="0" dirty="0">
              <a:ln>
                <a:noFill/>
              </a:ln>
              <a:solidFill>
                <a:prstClr val="black"/>
              </a:solidFill>
              <a:effectLst/>
              <a:uLnTx/>
              <a:uFillTx/>
              <a:latin typeface="IntelOne Display Light" panose="020B0403020203020204" pitchFamily="34" charset="0"/>
              <a:ea typeface="+mn-ea"/>
              <a:cs typeface="+mn-cs"/>
            </a:endParaRPr>
          </a:p>
        </p:txBody>
      </p:sp>
    </p:spTree>
    <p:extLst>
      <p:ext uri="{BB962C8B-B14F-4D97-AF65-F5344CB8AC3E}">
        <p14:creationId xmlns:p14="http://schemas.microsoft.com/office/powerpoint/2010/main" val="1436636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IntelNewBrand">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IntelOne">
      <a:majorFont>
        <a:latin typeface="IntelOne Display Light"/>
        <a:ea typeface="Helvetica Neue"/>
        <a:cs typeface="Helvetica Neue"/>
      </a:majorFont>
      <a:minorFont>
        <a:latin typeface="IntelOne Display Regular"/>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lNewBrand" id="{73293EE6-E426-4532-91DE-D0D9CE78145E}" vid="{771D247B-71CF-4C69-B7F4-1F95BD850EB8}"/>
    </a:ext>
  </a:extLst>
</a:theme>
</file>

<file path=ppt/theme/theme2.xml><?xml version="1.0" encoding="utf-8"?>
<a:theme xmlns:a="http://schemas.openxmlformats.org/drawingml/2006/main" name="2_IntelNewBrand">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IntelOne">
      <a:majorFont>
        <a:latin typeface="IntelOne Display Light"/>
        <a:ea typeface="Helvetica Neue"/>
        <a:cs typeface="Helvetica Neue"/>
      </a:majorFont>
      <a:minorFont>
        <a:latin typeface="IntelOne Display Regular"/>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lNewBrand" id="{73293EE6-E426-4532-91DE-D0D9CE78145E}" vid="{771D247B-71CF-4C69-B7F4-1F95BD850EB8}"/>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IntelNewBrand">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IntelOne">
      <a:majorFont>
        <a:latin typeface="IntelOne Display Light"/>
        <a:ea typeface="Helvetica Neue"/>
        <a:cs typeface="Helvetica Neue"/>
      </a:majorFont>
      <a:minorFont>
        <a:latin typeface="IntelOne Display Regular"/>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lNewBrand" id="{73293EE6-E426-4532-91DE-D0D9CE78145E}" vid="{771D247B-71CF-4C69-B7F4-1F95BD850EB8}"/>
    </a:ext>
  </a:ext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IntelNewBrand">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IntelOne">
      <a:majorFont>
        <a:latin typeface="IntelOne Display Light"/>
        <a:ea typeface="Helvetica Neue"/>
        <a:cs typeface="Helvetica Neue"/>
      </a:majorFont>
      <a:minorFont>
        <a:latin typeface="IntelOne Display Regular"/>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lNewBrand" id="{73293EE6-E426-4532-91DE-D0D9CE78145E}" vid="{771D247B-71CF-4C69-B7F4-1F95BD850EB8}"/>
    </a:ext>
  </a:extLst>
</a:theme>
</file>

<file path=ppt/theme/theme7.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5_IntelNewBrand">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IntelOne">
      <a:majorFont>
        <a:latin typeface="IntelOne Display Light"/>
        <a:ea typeface="Helvetica Neue"/>
        <a:cs typeface="Helvetica Neue"/>
      </a:majorFont>
      <a:minorFont>
        <a:latin typeface="IntelOne Display Regular"/>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lNewBrand" id="{73293EE6-E426-4532-91DE-D0D9CE78145E}" vid="{771D247B-71CF-4C69-B7F4-1F95BD850EB8}"/>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4334</TotalTime>
  <Words>10259</Words>
  <Application>Microsoft Office PowerPoint</Application>
  <PresentationFormat>Widescreen</PresentationFormat>
  <Paragraphs>797</Paragraphs>
  <Slides>102</Slides>
  <Notes>101</Notes>
  <HiddenSlides>0</HiddenSlides>
  <MMClips>12</MMClips>
  <ScaleCrop>false</ScaleCrop>
  <HeadingPairs>
    <vt:vector size="6" baseType="variant">
      <vt:variant>
        <vt:lpstr>Fonts Used</vt:lpstr>
      </vt:variant>
      <vt:variant>
        <vt:i4>12</vt:i4>
      </vt:variant>
      <vt:variant>
        <vt:lpstr>Theme</vt:lpstr>
      </vt:variant>
      <vt:variant>
        <vt:i4>8</vt:i4>
      </vt:variant>
      <vt:variant>
        <vt:lpstr>Slide Titles</vt:lpstr>
      </vt:variant>
      <vt:variant>
        <vt:i4>102</vt:i4>
      </vt:variant>
    </vt:vector>
  </HeadingPairs>
  <TitlesOfParts>
    <vt:vector size="122" baseType="lpstr">
      <vt:lpstr>Arial</vt:lpstr>
      <vt:lpstr>Calibri</vt:lpstr>
      <vt:lpstr>Calibri Light</vt:lpstr>
      <vt:lpstr>Helvetica Neue Medium</vt:lpstr>
      <vt:lpstr>Intel Clear</vt:lpstr>
      <vt:lpstr>Intel Clear Light</vt:lpstr>
      <vt:lpstr>IntelOne Display Light</vt:lpstr>
      <vt:lpstr>IntelOne Display Medium</vt:lpstr>
      <vt:lpstr>IntelOne Display Regular</vt:lpstr>
      <vt:lpstr>IntelOne Text</vt:lpstr>
      <vt:lpstr>IntelOne Text Light</vt:lpstr>
      <vt:lpstr>Play</vt:lpstr>
      <vt:lpstr>1_IntelNewBrand</vt:lpstr>
      <vt:lpstr>2_IntelNewBrand</vt:lpstr>
      <vt:lpstr>Custom Design</vt:lpstr>
      <vt:lpstr>3_IntelNewBrand</vt:lpstr>
      <vt:lpstr>1_Office Theme</vt:lpstr>
      <vt:lpstr>4_IntelNewBrand</vt:lpstr>
      <vt:lpstr>2_Office Theme</vt:lpstr>
      <vt:lpstr>5_IntelNewBrand</vt:lpstr>
      <vt:lpstr>PowerPoint Presentation</vt:lpstr>
      <vt:lpstr>PowerPoint Presentation</vt:lpstr>
      <vt:lpstr>PowerPoint Presentation</vt:lpstr>
      <vt:lpstr>Agenda</vt:lpstr>
      <vt:lpstr>What is Digitalization?</vt:lpstr>
      <vt:lpstr>Digitalization</vt:lpstr>
      <vt:lpstr>What is Digitalization?</vt:lpstr>
      <vt:lpstr>There are two terminologies. Digitalization and Digitization.  What are the differences?</vt:lpstr>
      <vt:lpstr>Digitalization vs Digitization</vt:lpstr>
      <vt:lpstr>Why Digitalization?</vt:lpstr>
      <vt:lpstr>Why Digitalization?</vt:lpstr>
      <vt:lpstr>Why Digitalization?</vt:lpstr>
      <vt:lpstr>We have gone through its benefits.  How do we implement a good digitalization strategy?</vt:lpstr>
      <vt:lpstr>How to Create a Successful Digitalization Strategy?</vt:lpstr>
      <vt:lpstr>AI for Various Industries</vt:lpstr>
      <vt:lpstr>Do you remember, during Week 1,  we went over AI examples in industries?</vt:lpstr>
      <vt:lpstr>AI for Various Industries</vt:lpstr>
      <vt:lpstr>Let’s look into them more closely.</vt:lpstr>
      <vt:lpstr>AI for Various Industries</vt:lpstr>
      <vt:lpstr>AI for Various Industries</vt:lpstr>
      <vt:lpstr>Let’s start by looking at  the retail industry.</vt:lpstr>
      <vt:lpstr>AI in Retail</vt:lpstr>
      <vt:lpstr>AI in Retail</vt:lpstr>
      <vt:lpstr>AI in Retail</vt:lpstr>
      <vt:lpstr>AI in Retail</vt:lpstr>
      <vt:lpstr>AI in Retail</vt:lpstr>
      <vt:lpstr>We have seen how AI is used in the  retail industry. Let’s look at how it is used in the agriculture industry.</vt:lpstr>
      <vt:lpstr>AI in Agriculture</vt:lpstr>
      <vt:lpstr>AI in Agriculture</vt:lpstr>
      <vt:lpstr>AI in Agriculture</vt:lpstr>
      <vt:lpstr>AI in Agriculture</vt:lpstr>
      <vt:lpstr>AI in Agriculture</vt:lpstr>
      <vt:lpstr>AI in Agriculture</vt:lpstr>
      <vt:lpstr>We have seen how AI is used in the agriculture industry. Now, we will look at the healthcare industry.</vt:lpstr>
      <vt:lpstr>AI in Healthcare</vt:lpstr>
      <vt:lpstr>AI in Healthcare</vt:lpstr>
      <vt:lpstr>AI in Healthcare</vt:lpstr>
      <vt:lpstr>AI in Healthcare</vt:lpstr>
      <vt:lpstr>AI in Healthcare</vt:lpstr>
      <vt:lpstr>AI in Healthcare</vt:lpstr>
      <vt:lpstr>AI in Healthcare</vt:lpstr>
      <vt:lpstr>We have seen how AI is used in the healthcare industry. Let’s now look at the  manufacturing industry.</vt:lpstr>
      <vt:lpstr>AI in Manufacturing</vt:lpstr>
      <vt:lpstr>AI in Manufacturing</vt:lpstr>
      <vt:lpstr>AI in Manufacturing</vt:lpstr>
      <vt:lpstr>AI in Manufacturing</vt:lpstr>
      <vt:lpstr>AI in Manufacturing</vt:lpstr>
      <vt:lpstr>AI in Manufacturing</vt:lpstr>
      <vt:lpstr>We have seen the advancement of AI in the manufacturing industry. Now, let’s look at the energy industry.</vt:lpstr>
      <vt:lpstr>AI in Energy</vt:lpstr>
      <vt:lpstr>AI in Energy</vt:lpstr>
      <vt:lpstr>AI in Energy</vt:lpstr>
      <vt:lpstr>AI in Energy</vt:lpstr>
      <vt:lpstr>AI in Energy</vt:lpstr>
      <vt:lpstr>We have seen some AI solutions in the energy industry. Now, let’s look at the transportation industry.</vt:lpstr>
      <vt:lpstr>AI in Transportation</vt:lpstr>
      <vt:lpstr>AI in Transportation</vt:lpstr>
      <vt:lpstr>AI in Transportation</vt:lpstr>
      <vt:lpstr>AI in Transportation</vt:lpstr>
      <vt:lpstr>AI in Transportation</vt:lpstr>
      <vt:lpstr>We have seen how AI is used in the transportation industry. Now, let’s look at the education industry.</vt:lpstr>
      <vt:lpstr>AI in Education</vt:lpstr>
      <vt:lpstr>AI in Education</vt:lpstr>
      <vt:lpstr>AI in Education</vt:lpstr>
      <vt:lpstr>AI in Education</vt:lpstr>
      <vt:lpstr>AI in Education</vt:lpstr>
      <vt:lpstr>We have seen how AI is used in the education industry. Now, let’s explore the banking industry.</vt:lpstr>
      <vt:lpstr>AI in Banking</vt:lpstr>
      <vt:lpstr>AI in Banking</vt:lpstr>
      <vt:lpstr>AI in Banking</vt:lpstr>
      <vt:lpstr>AI in Banking</vt:lpstr>
      <vt:lpstr>AI in Banking</vt:lpstr>
      <vt:lpstr>Now that we have explored the application of AI in various industries, let's shift our focus to the role of generative AI in these industries and how it can be leveraged to further enhance their capabilities and outcomes.</vt:lpstr>
      <vt:lpstr> Leveraging Generative AI in Various Industries</vt:lpstr>
      <vt:lpstr>Leveraging Generative AI in Various Industries</vt:lpstr>
      <vt:lpstr>Leveraging Generative AI in Various Industries</vt:lpstr>
      <vt:lpstr>Leveraging Generative AI in Various Industries</vt:lpstr>
      <vt:lpstr>Leveraging Generative AI in Various Industries</vt:lpstr>
      <vt:lpstr>Leveraging Generative AI in Various Industries</vt:lpstr>
      <vt:lpstr>Leveraging Generative AI in Various Industries</vt:lpstr>
      <vt:lpstr>Leveraging Generative AI in Various Industries</vt:lpstr>
      <vt:lpstr>Leveraging Generative AI in Various Industries</vt:lpstr>
      <vt:lpstr>Leveraging Generative AI in Various Industries has shown immense potential. Let's now delve into a few fascinating case studies highlighting the transformative power of Generative AI in various industries.</vt:lpstr>
      <vt:lpstr>Case Study: NVIDIA's Generative AI and Omniverse in Electronics Manufacturing</vt:lpstr>
      <vt:lpstr>Case Study: NVIDIA's Generative AI and Omniverse in Electronics Manufacturing</vt:lpstr>
      <vt:lpstr>Case Study: ChatGPT in Healthcare - Revolutionizing Patient Care with Generative AI</vt:lpstr>
      <vt:lpstr>Case Study: Leveraging Generative AI in the Energy Sector</vt:lpstr>
      <vt:lpstr>Now that we have explored the exciting possibilities of leveraging generative AI in various industries, let's shift our focus to some of the challenges that organizations face when trying to harness the full potential of this technology. </vt:lpstr>
      <vt:lpstr>Challenges in Leveraging Generative AI in Various Industries</vt:lpstr>
      <vt:lpstr>Challenges in Leveraging Generative AI in Various Industries</vt:lpstr>
      <vt:lpstr>Challenges in Leveraging Generative AI in Various Industries</vt:lpstr>
      <vt:lpstr>We have seen how AI is used in the respective industries. Let’s move on to your assignment.</vt:lpstr>
      <vt:lpstr>Reflection</vt:lpstr>
      <vt:lpstr>PowerPoint Presentation</vt:lpstr>
      <vt:lpstr>Bibliography</vt:lpstr>
      <vt:lpstr>Bibliography</vt:lpstr>
      <vt:lpstr>Bibliography</vt:lpstr>
      <vt:lpstr>Bibliography</vt:lpstr>
      <vt:lpstr>Bibliography</vt:lpstr>
      <vt:lpstr>Bibliography</vt:lpstr>
      <vt:lpstr>Bibliography</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 AI for  Future Workforce</dc:title>
  <dc:creator>Varun Shukla</dc:creator>
  <cp:lastModifiedBy>pedro romero</cp:lastModifiedBy>
  <cp:revision>394</cp:revision>
  <dcterms:created xsi:type="dcterms:W3CDTF">2021-05-25T09:09:29Z</dcterms:created>
  <dcterms:modified xsi:type="dcterms:W3CDTF">2026-09-01T23:43:35Z</dcterms:modified>
</cp:coreProperties>
</file>