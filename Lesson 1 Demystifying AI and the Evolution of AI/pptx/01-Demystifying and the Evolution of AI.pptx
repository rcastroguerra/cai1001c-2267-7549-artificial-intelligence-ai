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2" r:id="rId7"/>
    <p:sldId id="263" r:id="rId8"/>
    <p:sldId id="266" r:id="rId9"/>
    <p:sldId id="267" r:id="rId10"/>
    <p:sldId id="268" r:id="rId11"/>
    <p:sldId id="328" r:id="rId12"/>
    <p:sldId id="283" r:id="rId13"/>
    <p:sldId id="285" r:id="rId14"/>
    <p:sldId id="286" r:id="rId15"/>
    <p:sldId id="287" r:id="rId16"/>
    <p:sldId id="292" r:id="rId17"/>
    <p:sldId id="293" r:id="rId18"/>
    <p:sldId id="294" r:id="rId19"/>
    <p:sldId id="296" r:id="rId20"/>
    <p:sldId id="315" r:id="rId21"/>
    <p:sldId id="317" r:id="rId22"/>
    <p:sldId id="320" r:id="rId23"/>
    <p:sldId id="321" r:id="rId24"/>
    <p:sldId id="322" r:id="rId25"/>
    <p:sldId id="326" r:id="rId26"/>
    <p:sldId id="327" r:id="rId27"/>
    <p:sldId id="329" r:id="rId44"/>
  </p:sldIdLst>
  <p:sldSz cx="9144000" cy="5143500" type="screen16x9"/>
  <p:notesSz cx="6858000" cy="9144000"/>
  <p:embeddedFontLst>
    <p:embeddedFont>
      <p:font typeface="Garamond" panose="02020404030301010803" pitchFamily="18" charset="0"/>
      <p:regular r:id="rId29"/>
      <p:bold r:id="rId30"/>
      <p:italic r:id="rId31"/>
      <p:boldItalic r:id="rId32"/>
    </p:embeddedFont>
    <p:embeddedFont>
      <p:font typeface="Play" pitchFamily="82" charset="77"/>
      <p:regular r:id="rId33"/>
      <p:bold r:id="rId34"/>
    </p:embeddedFont>
    <p:embeddedFont>
      <p:font typeface="Raleway" pitchFamily="2" charset="77"/>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160">
          <p15:clr>
            <a:srgbClr val="A4A3A4"/>
          </p15:clr>
        </p15:guide>
        <p15:guide id="2" pos="1620">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5" roundtripDataSignature="AMtx7mjL32rQf7DHQ6+VHzcAL0TnDBqz5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267AE0A-4D0D-474D-AC36-0ED8DEEAC117}">
  <a:tblStyle styleId="{0267AE0A-4D0D-474D-AC36-0ED8DEEAC117}"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39"/>
    <p:restoredTop sz="87483"/>
  </p:normalViewPr>
  <p:slideViewPr>
    <p:cSldViewPr snapToGrid="0">
      <p:cViewPr varScale="1">
        <p:scale>
          <a:sx n="146" d="100"/>
          <a:sy n="146" d="100"/>
        </p:scale>
        <p:origin x="184" y="208"/>
      </p:cViewPr>
      <p:guideLst>
        <p:guide orient="horz" pos="162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160"/>
        <p:guide pos="162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font" Target="fonts/font1.fntdata"/><Relationship Id="rId30" Type="http://schemas.openxmlformats.org/officeDocument/2006/relationships/font" Target="fonts/font2.fntdata"/><Relationship Id="rId31" Type="http://schemas.openxmlformats.org/officeDocument/2006/relationships/font" Target="fonts/font3.fntdata"/><Relationship Id="rId32" Type="http://schemas.openxmlformats.org/officeDocument/2006/relationships/font" Target="fonts/font4.fntdata"/><Relationship Id="rId33" Type="http://schemas.openxmlformats.org/officeDocument/2006/relationships/font" Target="fonts/font5.fntdata"/><Relationship Id="rId34" Type="http://schemas.openxmlformats.org/officeDocument/2006/relationships/font" Target="fonts/font6.fntdata"/><Relationship Id="rId35" Type="http://schemas.openxmlformats.org/officeDocument/2006/relationships/font" Target="fonts/font7.fntdata"/><Relationship Id="rId36" Type="http://schemas.openxmlformats.org/officeDocument/2006/relationships/font" Target="fonts/font8.fntdata"/><Relationship Id="rId37" Type="http://schemas.openxmlformats.org/officeDocument/2006/relationships/font" Target="fonts/font9.fntdata"/><Relationship Id="rId38" Type="http://schemas.openxmlformats.org/officeDocument/2006/relationships/font" Target="fonts/font10.fntdata"/><Relationship Id="rId44" Type="http://schemas.openxmlformats.org/officeDocument/2006/relationships/slide" Target="slides/slide27.xml"/><Relationship Id="rId95" Type="http://customschemas.google.com/relationships/presentationmetadata" Target="metadata"/><Relationship Id="rId96" Type="http://schemas.openxmlformats.org/officeDocument/2006/relationships/presProps" Target="presProps.xml"/><Relationship Id="rId97" Type="http://schemas.openxmlformats.org/officeDocument/2006/relationships/viewProps" Target="viewProps.xml"/><Relationship Id="rId98" Type="http://schemas.openxmlformats.org/officeDocument/2006/relationships/theme" Target="theme/theme1.xml"/><Relationship Id="rId9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1f8174aa49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g1f8174aa49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2709d2e47cd_0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2709d2e47cd_0_7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7" name="Google Shape;12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 name="Google Shape;13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f8174aa493_0_2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g1f8174aa493_0_2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400"/>
              <a:buNone/>
            </a:pPr>
            <a:endParaRPr/>
          </a:p>
        </p:txBody>
      </p:sp>
      <p:sp>
        <p:nvSpPr>
          <p:cNvPr id="158" name="Google Shape;158;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 name="Google Shape;167;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400"/>
              <a:buNone/>
            </a:pPr>
            <a:endParaRPr/>
          </a:p>
          <a:p>
            <a:pPr marL="0" lvl="0" indent="0" algn="l" rtl="0">
              <a:spcBef>
                <a:spcPts val="0"/>
              </a:spcBef>
              <a:spcAft>
                <a:spcPts val="0"/>
              </a:spcAft>
              <a:buSzPts val="1400"/>
              <a:buNone/>
            </a:pPr>
            <a:endParaRPr/>
          </a:p>
          <a:p>
            <a:pPr marL="0" lvl="0" indent="0" algn="l" rtl="0">
              <a:lnSpc>
                <a:spcPct val="100000"/>
              </a:lnSpc>
              <a:spcBef>
                <a:spcPts val="0"/>
              </a:spcBef>
              <a:spcAft>
                <a:spcPts val="0"/>
              </a:spcAft>
              <a:buSzPts val="1400"/>
              <a:buNone/>
            </a:pPr>
            <a:r>
              <a:rPr lang="en-US" b="0" i="0">
                <a:latin typeface="Arial"/>
                <a:ea typeface="Arial"/>
                <a:cs typeface="Arial"/>
                <a:sym typeface="Arial"/>
              </a:rPr>
              <a:t>AI has a rich history that dates back to the mid-20th century. Its evolution has been marked by significant developments, from early theories and experiments to the sophisticated algorithms we see today. Let's take a historical journey to understand these milestones.</a:t>
            </a:r>
            <a:endParaRPr/>
          </a:p>
        </p:txBody>
      </p:sp>
      <p:sp>
        <p:nvSpPr>
          <p:cNvPr id="192" name="Google Shape;192;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400"/>
              <a:buNone/>
            </a:pPr>
            <a:endParaRPr/>
          </a:p>
          <a:p>
            <a:pPr marL="0" lvl="0" indent="0" algn="l" rtl="0">
              <a:spcBef>
                <a:spcPts val="0"/>
              </a:spcBef>
              <a:spcAft>
                <a:spcPts val="0"/>
              </a:spcAft>
              <a:buSzPts val="1400"/>
              <a:buNone/>
            </a:pPr>
            <a:endParaRPr/>
          </a:p>
          <a:p>
            <a:pPr marL="0" lvl="0" indent="0" algn="l" rtl="0">
              <a:lnSpc>
                <a:spcPct val="100000"/>
              </a:lnSpc>
              <a:spcBef>
                <a:spcPts val="0"/>
              </a:spcBef>
              <a:spcAft>
                <a:spcPts val="0"/>
              </a:spcAft>
              <a:buSzPts val="1400"/>
              <a:buNone/>
            </a:pPr>
            <a:r>
              <a:rPr lang="en-US" b="0" i="0">
                <a:latin typeface="Arial"/>
                <a:ea typeface="Arial"/>
                <a:cs typeface="Arial"/>
                <a:sym typeface="Arial"/>
              </a:rPr>
              <a:t>One of the pivotal figures in AI's history is John McCarthy. Often referred to as the 'Father of AI', McCarthy was instrumental in defining the field and organizing the famous Dartmouth Conference in 1956, where the term 'Artificial Intelligence' was coined.</a:t>
            </a:r>
            <a:endParaRPr/>
          </a:p>
        </p:txBody>
      </p:sp>
      <p:sp>
        <p:nvSpPr>
          <p:cNvPr id="201" name="Google Shape;201;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 name="Google Shape;210;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0" i="0" dirty="0">
                <a:latin typeface="Arial"/>
                <a:ea typeface="Arial"/>
                <a:cs typeface="Arial"/>
                <a:sym typeface="Arial"/>
              </a:rPr>
              <a:t>Another key figure is Alan Turing, a brilliant mathematician and computer scientist. Turing is best known for the Turing Test, a criterion of intelligence in a machine. His work laid the groundwork for what we consider AI today.</a:t>
            </a:r>
            <a:endParaRPr dirty="0"/>
          </a:p>
        </p:txBody>
      </p:sp>
      <p:sp>
        <p:nvSpPr>
          <p:cNvPr id="211" name="Google Shape;211;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dirty="0"/>
              <a:t>https://</a:t>
            </a:r>
            <a:r>
              <a:rPr lang="es-ES_tradnl" dirty="0" err="1"/>
              <a:t>www.youtube.com</a:t>
            </a:r>
            <a:r>
              <a:rPr lang="es-ES_tradnl" dirty="0"/>
              <a:t>/</a:t>
            </a:r>
            <a:r>
              <a:rPr lang="es-ES_tradnl" dirty="0" err="1"/>
              <a:t>watch?v</a:t>
            </a:r>
            <a:r>
              <a:rPr lang="es-ES_tradnl" dirty="0"/>
              <a:t>=4VROUIAF2Do</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270414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7" name="Google Shape;3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400"/>
              <a:buNone/>
            </a:pPr>
            <a:endParaRPr/>
          </a:p>
        </p:txBody>
      </p:sp>
      <p:sp>
        <p:nvSpPr>
          <p:cNvPr id="335" name="Google Shape;335;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3" name="Google Shape;343;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400"/>
              <a:buNone/>
            </a:pPr>
            <a:endParaRPr/>
          </a:p>
        </p:txBody>
      </p:sp>
      <p:sp>
        <p:nvSpPr>
          <p:cNvPr id="344" name="Google Shape;344;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2" name="Google Shape;352;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3" name="Google Shape;353;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9" name="Google Shape;389;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0" i="0">
                <a:solidFill>
                  <a:srgbClr val="ECECF1"/>
                </a:solidFill>
                <a:latin typeface="Arial"/>
                <a:ea typeface="Arial"/>
                <a:cs typeface="Arial"/>
                <a:sym typeface="Arial"/>
              </a:rPr>
              <a:t>While AI is often associated with automation, it's important to understand the distinction. Automation involves executing pre-defined tasks, whereas AI involves making decisions based on data. Let's break down these concepts further.</a:t>
            </a:r>
            <a:endParaRPr/>
          </a:p>
        </p:txBody>
      </p:sp>
      <p:sp>
        <p:nvSpPr>
          <p:cNvPr id="390" name="Google Shape;390;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7" name="Google Shape;397;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8" name="Google Shape;398;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27159f98687_9_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6" name="Google Shape;406;g27159f98687_9_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7" name="Google Shape;407;g27159f98687_9_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6" name="Google Shape;426;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7" name="Google Shape;427;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1" name="Google Shape;611;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2" name="Google Shape;612;p5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6" name="Google Shape;626;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Source: Sarmah Simanta, Artificial Intelligence in Automation</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https://d1wqtxts1xzle7.cloudfront.net/60715554/14-17_RRIJM19040600420190926-58364-1lht1jb-with-cover-page-v2.pdf?Expires=1630925254&amp;Signature=VuKG7VrNnY-lrWlcc~w2Dj1uArzwILNt-jVbF9vCL-ZOOsRe-xPSrv5QaRFTveCPXMJFiM5MsNJM3ThlbZTWgPwCMivSyQe0QDVdwAGxESiqoEvr-g4qNsWAGQXYl-Ff0wS2cqebMWrL00GPia9q7HuVuvd9isBoj5qK6tqTuMQcK5eDoKTa6diSMa-t6N85ZAdsTAGEfOQPERcQYDXVdkazKLsipaWlUKVK0Mt9Xjq0VsaAOZCnAva6qQBd0grolwujNblsC7ipt9tYoJh1k5R1uilKGxC3ffVBfYaMd7XK9SlhgUK-knEurcbLvcr7rlDwss~MMwYZhsaE9GFbIQ__&amp;Key-Pair-Id=APKAJLOHF5GGSLRBV4ZA</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7" name="Google Shape;647;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0" i="0" dirty="0">
                <a:solidFill>
                  <a:srgbClr val="ECECF1"/>
                </a:solidFill>
                <a:latin typeface="Arial"/>
                <a:ea typeface="Arial"/>
                <a:cs typeface="Arial"/>
                <a:sym typeface="Arial"/>
              </a:rPr>
              <a:t>What drives the widespread adoption of AI? Factors include advancements in computing power, the explosion of data, and the need for efficient decision-making. We'll explore how these factors contribute to AI's applications in various fields.</a:t>
            </a: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4" name="Google Shape;654;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5" name="Google Shape;655;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2" name="Google Shape;662;p6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3" name="Google Shape;663;p6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2" name="Google Shape;762;p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0" i="0">
                <a:solidFill>
                  <a:srgbClr val="ECECF1"/>
                </a:solidFill>
                <a:latin typeface="Arial"/>
                <a:ea typeface="Arial"/>
                <a:cs typeface="Arial"/>
                <a:sym typeface="Arial"/>
              </a:rPr>
              <a:t>As we wrap up today's session, let's reflect on the key points we've covered. Remember, the journey into AI</a:t>
            </a:r>
            <a:endParaRPr/>
          </a:p>
        </p:txBody>
      </p:sp>
      <p:sp>
        <p:nvSpPr>
          <p:cNvPr id="763" name="Google Shape;763;p6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0" name="Google Shape;770;p6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layout">
  <p:cSld name="CUSTOM_2">
    <p:spTree>
      <p:nvGrpSpPr>
        <p:cNvPr id="1" name="Shape 16"/>
        <p:cNvGrpSpPr/>
        <p:nvPr/>
      </p:nvGrpSpPr>
      <p:grpSpPr>
        <a:xfrm>
          <a:off x="0" y="0"/>
          <a:ext cx="0" cy="0"/>
          <a:chOff x="0" y="0"/>
          <a:chExt cx="0" cy="0"/>
        </a:xfrm>
      </p:grpSpPr>
      <p:sp>
        <p:nvSpPr>
          <p:cNvPr id="17" name="Google Shape;17;g27159f98687_7_7"/>
          <p:cNvSpPr/>
          <p:nvPr/>
        </p:nvSpPr>
        <p:spPr>
          <a:xfrm>
            <a:off x="125" y="-10250"/>
            <a:ext cx="9144000" cy="621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8" name="Google Shape;18;g27159f98687_7_7" descr="A blue text on a black background&#10;&#10;Description automatically generated"/>
          <p:cNvPicPr preferRelativeResize="0"/>
          <p:nvPr/>
        </p:nvPicPr>
        <p:blipFill rotWithShape="1">
          <a:blip r:embed="rId2">
            <a:alphaModFix/>
          </a:blip>
          <a:srcRect/>
          <a:stretch/>
        </p:blipFill>
        <p:spPr>
          <a:xfrm>
            <a:off x="4595341" y="4624494"/>
            <a:ext cx="1247875" cy="297575"/>
          </a:xfrm>
          <a:prstGeom prst="rect">
            <a:avLst/>
          </a:prstGeom>
          <a:noFill/>
          <a:ln>
            <a:noFill/>
          </a:ln>
        </p:spPr>
      </p:pic>
      <p:pic>
        <p:nvPicPr>
          <p:cNvPr id="19" name="Google Shape;19;g27159f98687_7_7"/>
          <p:cNvPicPr preferRelativeResize="0"/>
          <p:nvPr/>
        </p:nvPicPr>
        <p:blipFill rotWithShape="1">
          <a:blip r:embed="rId3">
            <a:alphaModFix/>
          </a:blip>
          <a:srcRect l="14101" r="6362"/>
          <a:stretch/>
        </p:blipFill>
        <p:spPr>
          <a:xfrm>
            <a:off x="-610" y="-10250"/>
            <a:ext cx="4297801" cy="3596600"/>
          </a:xfrm>
          <a:prstGeom prst="rect">
            <a:avLst/>
          </a:prstGeom>
          <a:noFill/>
          <a:ln>
            <a:noFill/>
          </a:ln>
        </p:spPr>
      </p:pic>
      <p:sp>
        <p:nvSpPr>
          <p:cNvPr id="20" name="Google Shape;20;g27159f98687_7_7"/>
          <p:cNvSpPr/>
          <p:nvPr/>
        </p:nvSpPr>
        <p:spPr>
          <a:xfrm>
            <a:off x="3586838" y="3449672"/>
            <a:ext cx="661500" cy="686400"/>
          </a:xfrm>
          <a:prstGeom prst="rect">
            <a:avLst/>
          </a:prstGeom>
          <a:solidFill>
            <a:srgbClr val="596B6E">
              <a:alpha val="55060"/>
            </a:srgbClr>
          </a:solidFill>
          <a:ln>
            <a:noFill/>
          </a:ln>
        </p:spPr>
        <p:txBody>
          <a:bodyPr spcFirstLastPara="1" wrap="square" lIns="68575" tIns="68575" rIns="68575" bIns="68575" anchor="ctr" anchorCtr="0">
            <a:noAutofit/>
          </a:bodyPr>
          <a:lstStyle/>
          <a:p>
            <a:pPr marL="0" lvl="0" indent="0" algn="ctr" rtl="0">
              <a:spcBef>
                <a:spcPts val="0"/>
              </a:spcBef>
              <a:spcAft>
                <a:spcPts val="0"/>
              </a:spcAft>
              <a:buNone/>
            </a:pPr>
            <a:endParaRPr sz="1100">
              <a:latin typeface="Garamond"/>
              <a:ea typeface="Garamond"/>
              <a:cs typeface="Garamond"/>
              <a:sym typeface="Garamond"/>
            </a:endParaRPr>
          </a:p>
        </p:txBody>
      </p:sp>
      <p:sp>
        <p:nvSpPr>
          <p:cNvPr id="21" name="Google Shape;21;g27159f98687_7_7"/>
          <p:cNvSpPr/>
          <p:nvPr/>
        </p:nvSpPr>
        <p:spPr>
          <a:xfrm>
            <a:off x="4099500" y="2383388"/>
            <a:ext cx="5044500" cy="2058900"/>
          </a:xfrm>
          <a:prstGeom prst="rect">
            <a:avLst/>
          </a:prstGeom>
          <a:solidFill>
            <a:srgbClr val="0061AA">
              <a:alpha val="56330"/>
            </a:srgbClr>
          </a:solidFill>
          <a:ln>
            <a:noFill/>
          </a:ln>
        </p:spPr>
        <p:txBody>
          <a:bodyPr spcFirstLastPara="1" wrap="square" lIns="68575" tIns="68575" rIns="68575" bIns="68575" anchor="ctr" anchorCtr="0">
            <a:noAutofit/>
          </a:bodyPr>
          <a:lstStyle/>
          <a:p>
            <a:pPr marL="0" lvl="0" indent="0" algn="ctr" rtl="0">
              <a:spcBef>
                <a:spcPts val="0"/>
              </a:spcBef>
              <a:spcAft>
                <a:spcPts val="0"/>
              </a:spcAft>
              <a:buNone/>
            </a:pPr>
            <a:endParaRPr sz="1100">
              <a:latin typeface="Garamond"/>
              <a:ea typeface="Garamond"/>
              <a:cs typeface="Garamond"/>
              <a:sym typeface="Garamond"/>
            </a:endParaRPr>
          </a:p>
        </p:txBody>
      </p:sp>
      <p:sp>
        <p:nvSpPr>
          <p:cNvPr id="22" name="Google Shape;22;g27159f98687_7_7"/>
          <p:cNvSpPr txBox="1">
            <a:spLocks noGrp="1"/>
          </p:cNvSpPr>
          <p:nvPr>
            <p:ph type="title"/>
          </p:nvPr>
        </p:nvSpPr>
        <p:spPr>
          <a:xfrm>
            <a:off x="4495025" y="2447575"/>
            <a:ext cx="3906300" cy="1085100"/>
          </a:xfrm>
          <a:prstGeom prst="rect">
            <a:avLst/>
          </a:prstGeom>
        </p:spPr>
        <p:txBody>
          <a:bodyPr spcFirstLastPara="1" wrap="square" lIns="68575" tIns="34275" rIns="68575" bIns="34275" anchor="b" anchorCtr="0">
            <a:noAutofit/>
          </a:bodyPr>
          <a:lstStyle>
            <a:lvl1pPr marL="0" marR="0" lvl="0" indent="0" algn="l" rtl="0">
              <a:lnSpc>
                <a:spcPct val="100000"/>
              </a:lnSpc>
              <a:spcBef>
                <a:spcPts val="0"/>
              </a:spcBef>
              <a:spcAft>
                <a:spcPts val="0"/>
              </a:spcAft>
              <a:buNone/>
              <a:defRPr sz="3000">
                <a:solidFill>
                  <a:schemeClr val="lt1"/>
                </a:solidFill>
              </a:defRPr>
            </a:lvl1pPr>
            <a:lvl2pPr lvl="1">
              <a:spcBef>
                <a:spcPts val="0"/>
              </a:spcBef>
              <a:spcAft>
                <a:spcPts val="0"/>
              </a:spcAft>
              <a:buSzPts val="3000"/>
              <a:buNone/>
              <a:defRPr sz="3000" b="1"/>
            </a:lvl2pPr>
            <a:lvl3pPr lvl="2">
              <a:spcBef>
                <a:spcPts val="0"/>
              </a:spcBef>
              <a:spcAft>
                <a:spcPts val="0"/>
              </a:spcAft>
              <a:buSzPts val="3000"/>
              <a:buNone/>
              <a:defRPr sz="3000" b="1"/>
            </a:lvl3pPr>
            <a:lvl4pPr lvl="3">
              <a:spcBef>
                <a:spcPts val="0"/>
              </a:spcBef>
              <a:spcAft>
                <a:spcPts val="0"/>
              </a:spcAft>
              <a:buSzPts val="3000"/>
              <a:buNone/>
              <a:defRPr sz="3000" b="1"/>
            </a:lvl4pPr>
            <a:lvl5pPr lvl="4">
              <a:spcBef>
                <a:spcPts val="0"/>
              </a:spcBef>
              <a:spcAft>
                <a:spcPts val="0"/>
              </a:spcAft>
              <a:buSzPts val="3000"/>
              <a:buNone/>
              <a:defRPr sz="3000" b="1"/>
            </a:lvl5pPr>
            <a:lvl6pPr lvl="5">
              <a:spcBef>
                <a:spcPts val="0"/>
              </a:spcBef>
              <a:spcAft>
                <a:spcPts val="0"/>
              </a:spcAft>
              <a:buSzPts val="3000"/>
              <a:buNone/>
              <a:defRPr sz="3000" b="1"/>
            </a:lvl6pPr>
            <a:lvl7pPr lvl="6">
              <a:spcBef>
                <a:spcPts val="0"/>
              </a:spcBef>
              <a:spcAft>
                <a:spcPts val="0"/>
              </a:spcAft>
              <a:buSzPts val="3000"/>
              <a:buNone/>
              <a:defRPr sz="3000" b="1"/>
            </a:lvl7pPr>
            <a:lvl8pPr lvl="7">
              <a:spcBef>
                <a:spcPts val="0"/>
              </a:spcBef>
              <a:spcAft>
                <a:spcPts val="0"/>
              </a:spcAft>
              <a:buSzPts val="3000"/>
              <a:buNone/>
              <a:defRPr sz="3000" b="1"/>
            </a:lvl8pPr>
            <a:lvl9pPr lvl="8">
              <a:spcBef>
                <a:spcPts val="0"/>
              </a:spcBef>
              <a:spcAft>
                <a:spcPts val="0"/>
              </a:spcAft>
              <a:buSzPts val="3000"/>
              <a:buNone/>
              <a:defRPr sz="3000" b="1"/>
            </a:lvl9pPr>
          </a:lstStyle>
          <a:p>
            <a:endParaRPr/>
          </a:p>
        </p:txBody>
      </p:sp>
      <p:sp>
        <p:nvSpPr>
          <p:cNvPr id="23" name="Google Shape;23;g27159f98687_7_7"/>
          <p:cNvSpPr txBox="1">
            <a:spLocks noGrp="1"/>
          </p:cNvSpPr>
          <p:nvPr>
            <p:ph type="subTitle" idx="1"/>
          </p:nvPr>
        </p:nvSpPr>
        <p:spPr>
          <a:xfrm>
            <a:off x="4495025" y="3652975"/>
            <a:ext cx="3906300" cy="686400"/>
          </a:xfrm>
          <a:prstGeom prst="rect">
            <a:avLst/>
          </a:prstGeom>
        </p:spPr>
        <p:txBody>
          <a:bodyPr spcFirstLastPara="1" wrap="square" lIns="68575" tIns="34275" rIns="68575" bIns="34275" anchor="t" anchorCtr="0">
            <a:noAutofit/>
          </a:bodyPr>
          <a:lstStyle>
            <a:lvl1pPr marL="0" marR="0" lvl="0" indent="0" algn="l" rtl="0">
              <a:lnSpc>
                <a:spcPct val="100000"/>
              </a:lnSpc>
              <a:spcBef>
                <a:spcPts val="0"/>
              </a:spcBef>
              <a:spcAft>
                <a:spcPts val="0"/>
              </a:spcAft>
              <a:buNone/>
              <a:defRPr sz="1800">
                <a:solidFill>
                  <a:schemeClr val="lt1"/>
                </a:solidFill>
              </a:defRPr>
            </a:lvl1pPr>
            <a:lvl2pPr lvl="1">
              <a:spcBef>
                <a:spcPts val="400"/>
              </a:spcBef>
              <a:spcAft>
                <a:spcPts val="0"/>
              </a:spcAft>
              <a:buSzPts val="1400"/>
              <a:buNone/>
              <a:defRPr/>
            </a:lvl2pPr>
            <a:lvl3pPr lvl="2">
              <a:spcBef>
                <a:spcPts val="400"/>
              </a:spcBef>
              <a:spcAft>
                <a:spcPts val="0"/>
              </a:spcAft>
              <a:buSzPts val="1200"/>
              <a:buNone/>
              <a:defRPr/>
            </a:lvl3pPr>
            <a:lvl4pPr lvl="3">
              <a:spcBef>
                <a:spcPts val="400"/>
              </a:spcBef>
              <a:spcAft>
                <a:spcPts val="0"/>
              </a:spcAft>
              <a:buSzPts val="1200"/>
              <a:buNone/>
              <a:defRPr/>
            </a:lvl4pPr>
            <a:lvl5pPr lvl="4">
              <a:spcBef>
                <a:spcPts val="400"/>
              </a:spcBef>
              <a:spcAft>
                <a:spcPts val="0"/>
              </a:spcAft>
              <a:buSzPts val="1200"/>
              <a:buNone/>
              <a:defRPr/>
            </a:lvl5pPr>
            <a:lvl6pPr lvl="5">
              <a:spcBef>
                <a:spcPts val="400"/>
              </a:spcBef>
              <a:spcAft>
                <a:spcPts val="0"/>
              </a:spcAft>
              <a:buSzPts val="1200"/>
              <a:buNone/>
              <a:defRPr/>
            </a:lvl6pPr>
            <a:lvl7pPr lvl="6">
              <a:spcBef>
                <a:spcPts val="400"/>
              </a:spcBef>
              <a:spcAft>
                <a:spcPts val="0"/>
              </a:spcAft>
              <a:buSzPts val="1200"/>
              <a:buNone/>
              <a:defRPr/>
            </a:lvl7pPr>
            <a:lvl8pPr lvl="7">
              <a:spcBef>
                <a:spcPts val="400"/>
              </a:spcBef>
              <a:spcAft>
                <a:spcPts val="0"/>
              </a:spcAft>
              <a:buSzPts val="1200"/>
              <a:buNone/>
              <a:defRPr/>
            </a:lvl8pPr>
            <a:lvl9pPr lvl="8">
              <a:spcBef>
                <a:spcPts val="400"/>
              </a:spcBef>
              <a:spcAft>
                <a:spcPts val="0"/>
              </a:spcAft>
              <a:buSzPts val="12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lete -  Header, Sub-header and Content slide">
  <p:cSld name="CUSTOM">
    <p:spTree>
      <p:nvGrpSpPr>
        <p:cNvPr id="1" name="Shape 24"/>
        <p:cNvGrpSpPr/>
        <p:nvPr/>
      </p:nvGrpSpPr>
      <p:grpSpPr>
        <a:xfrm>
          <a:off x="0" y="0"/>
          <a:ext cx="0" cy="0"/>
          <a:chOff x="0" y="0"/>
          <a:chExt cx="0" cy="0"/>
        </a:xfrm>
      </p:grpSpPr>
      <p:sp>
        <p:nvSpPr>
          <p:cNvPr id="25" name="Google Shape;25;g27159f98687_7_15"/>
          <p:cNvSpPr txBox="1">
            <a:spLocks noGrp="1"/>
          </p:cNvSpPr>
          <p:nvPr>
            <p:ph type="title"/>
          </p:nvPr>
        </p:nvSpPr>
        <p:spPr>
          <a:xfrm>
            <a:off x="342900" y="143700"/>
            <a:ext cx="8426100" cy="7248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2400"/>
              <a:buNone/>
              <a:defRPr sz="2400" i="0" u="none" strike="noStrike" cap="none">
                <a:solidFill>
                  <a:schemeClr val="dk1"/>
                </a:solidFill>
              </a:defRPr>
            </a:lvl1pPr>
            <a:lvl2pPr marR="0" lvl="1" algn="l" rtl="0">
              <a:lnSpc>
                <a:spcPct val="100000"/>
              </a:lnSpc>
              <a:spcBef>
                <a:spcPts val="0"/>
              </a:spcBef>
              <a:spcAft>
                <a:spcPts val="0"/>
              </a:spcAft>
              <a:buClr>
                <a:schemeClr val="dk1"/>
              </a:buClr>
              <a:buSzPts val="1100"/>
              <a:buNone/>
              <a:defRPr sz="1400" i="0" u="none" strike="noStrike" cap="none">
                <a:solidFill>
                  <a:schemeClr val="dk1"/>
                </a:solidFill>
              </a:defRPr>
            </a:lvl2pPr>
            <a:lvl3pPr marR="0" lvl="2" algn="l" rtl="0">
              <a:lnSpc>
                <a:spcPct val="100000"/>
              </a:lnSpc>
              <a:spcBef>
                <a:spcPts val="0"/>
              </a:spcBef>
              <a:spcAft>
                <a:spcPts val="0"/>
              </a:spcAft>
              <a:buClr>
                <a:schemeClr val="dk1"/>
              </a:buClr>
              <a:buSzPts val="1100"/>
              <a:buNone/>
              <a:defRPr sz="1400" i="0" u="none" strike="noStrike" cap="none">
                <a:solidFill>
                  <a:schemeClr val="dk1"/>
                </a:solidFill>
              </a:defRPr>
            </a:lvl3pPr>
            <a:lvl4pPr marR="0" lvl="3" algn="l" rtl="0">
              <a:lnSpc>
                <a:spcPct val="100000"/>
              </a:lnSpc>
              <a:spcBef>
                <a:spcPts val="0"/>
              </a:spcBef>
              <a:spcAft>
                <a:spcPts val="0"/>
              </a:spcAft>
              <a:buClr>
                <a:schemeClr val="dk1"/>
              </a:buClr>
              <a:buSzPts val="1100"/>
              <a:buNone/>
              <a:defRPr sz="1400" i="0" u="none" strike="noStrike" cap="none">
                <a:solidFill>
                  <a:schemeClr val="dk1"/>
                </a:solidFill>
              </a:defRPr>
            </a:lvl4pPr>
            <a:lvl5pPr marR="0" lvl="4" algn="l" rtl="0">
              <a:lnSpc>
                <a:spcPct val="100000"/>
              </a:lnSpc>
              <a:spcBef>
                <a:spcPts val="0"/>
              </a:spcBef>
              <a:spcAft>
                <a:spcPts val="0"/>
              </a:spcAft>
              <a:buClr>
                <a:schemeClr val="dk1"/>
              </a:buClr>
              <a:buSzPts val="1100"/>
              <a:buNone/>
              <a:defRPr sz="1400" i="0" u="none" strike="noStrike" cap="none">
                <a:solidFill>
                  <a:schemeClr val="dk1"/>
                </a:solidFill>
              </a:defRPr>
            </a:lvl5pPr>
            <a:lvl6pPr marR="0" lvl="5" algn="l" rtl="0">
              <a:lnSpc>
                <a:spcPct val="100000"/>
              </a:lnSpc>
              <a:spcBef>
                <a:spcPts val="0"/>
              </a:spcBef>
              <a:spcAft>
                <a:spcPts val="0"/>
              </a:spcAft>
              <a:buClr>
                <a:schemeClr val="dk1"/>
              </a:buClr>
              <a:buSzPts val="1100"/>
              <a:buNone/>
              <a:defRPr sz="1400" i="0" u="none" strike="noStrike" cap="none">
                <a:solidFill>
                  <a:schemeClr val="dk1"/>
                </a:solidFill>
              </a:defRPr>
            </a:lvl6pPr>
            <a:lvl7pPr marR="0" lvl="6" algn="l" rtl="0">
              <a:lnSpc>
                <a:spcPct val="100000"/>
              </a:lnSpc>
              <a:spcBef>
                <a:spcPts val="0"/>
              </a:spcBef>
              <a:spcAft>
                <a:spcPts val="0"/>
              </a:spcAft>
              <a:buClr>
                <a:schemeClr val="dk1"/>
              </a:buClr>
              <a:buSzPts val="1100"/>
              <a:buNone/>
              <a:defRPr sz="1400" i="0" u="none" strike="noStrike" cap="none">
                <a:solidFill>
                  <a:schemeClr val="dk1"/>
                </a:solidFill>
              </a:defRPr>
            </a:lvl7pPr>
            <a:lvl8pPr marR="0" lvl="7" algn="l" rtl="0">
              <a:lnSpc>
                <a:spcPct val="100000"/>
              </a:lnSpc>
              <a:spcBef>
                <a:spcPts val="0"/>
              </a:spcBef>
              <a:spcAft>
                <a:spcPts val="0"/>
              </a:spcAft>
              <a:buClr>
                <a:schemeClr val="dk1"/>
              </a:buClr>
              <a:buSzPts val="1100"/>
              <a:buNone/>
              <a:defRPr sz="1400" i="0" u="none" strike="noStrike" cap="none">
                <a:solidFill>
                  <a:schemeClr val="dk1"/>
                </a:solidFill>
              </a:defRPr>
            </a:lvl8pPr>
            <a:lvl9pPr marR="0" lvl="8" algn="l" rtl="0">
              <a:lnSpc>
                <a:spcPct val="100000"/>
              </a:lnSpc>
              <a:spcBef>
                <a:spcPts val="0"/>
              </a:spcBef>
              <a:spcAft>
                <a:spcPts val="0"/>
              </a:spcAft>
              <a:buClr>
                <a:schemeClr val="dk1"/>
              </a:buClr>
              <a:buSzPts val="1100"/>
              <a:buNone/>
              <a:defRPr sz="1400" i="0" u="none" strike="noStrike" cap="none">
                <a:solidFill>
                  <a:schemeClr val="dk1"/>
                </a:solidFill>
              </a:defRPr>
            </a:lvl9pPr>
          </a:lstStyle>
          <a:p>
            <a:endParaRPr/>
          </a:p>
        </p:txBody>
      </p:sp>
      <p:sp>
        <p:nvSpPr>
          <p:cNvPr id="26" name="Google Shape;26;g27159f98687_7_15"/>
          <p:cNvSpPr txBox="1">
            <a:spLocks noGrp="1"/>
          </p:cNvSpPr>
          <p:nvPr>
            <p:ph type="body" idx="1"/>
          </p:nvPr>
        </p:nvSpPr>
        <p:spPr>
          <a:xfrm>
            <a:off x="342888" y="1386041"/>
            <a:ext cx="8394300" cy="3112800"/>
          </a:xfrm>
          <a:prstGeom prst="rect">
            <a:avLst/>
          </a:prstGeom>
          <a:noFill/>
          <a:ln>
            <a:noFill/>
          </a:ln>
        </p:spPr>
        <p:txBody>
          <a:bodyPr spcFirstLastPara="1" wrap="square" lIns="68575" tIns="34275" rIns="68575" bIns="34275" anchor="t" anchorCtr="0">
            <a:noAutofit/>
          </a:bodyPr>
          <a:lstStyle>
            <a:lvl1pPr marL="457200" marR="0" lvl="0" indent="-330200" algn="l" rtl="0">
              <a:lnSpc>
                <a:spcPct val="100000"/>
              </a:lnSpc>
              <a:spcBef>
                <a:spcPts val="800"/>
              </a:spcBef>
              <a:spcAft>
                <a:spcPts val="0"/>
              </a:spcAft>
              <a:buClr>
                <a:schemeClr val="dk1"/>
              </a:buClr>
              <a:buSzPts val="1600"/>
              <a:buChar char="•"/>
              <a:defRPr sz="1600" i="0" u="none" strike="noStrike" cap="none">
                <a:solidFill>
                  <a:schemeClr val="dk1"/>
                </a:solidFill>
              </a:defRPr>
            </a:lvl1pPr>
            <a:lvl2pPr marL="914400" marR="0" lvl="1" indent="-317500" algn="l" rtl="0">
              <a:lnSpc>
                <a:spcPct val="100000"/>
              </a:lnSpc>
              <a:spcBef>
                <a:spcPts val="400"/>
              </a:spcBef>
              <a:spcAft>
                <a:spcPts val="0"/>
              </a:spcAft>
              <a:buClr>
                <a:schemeClr val="dk1"/>
              </a:buClr>
              <a:buSzPts val="1400"/>
              <a:buChar char="•"/>
              <a:defRPr sz="1400" i="0" u="none" strike="noStrike" cap="none">
                <a:solidFill>
                  <a:schemeClr val="dk1"/>
                </a:solidFill>
              </a:defRPr>
            </a:lvl2pPr>
            <a:lvl3pPr marL="1371600" marR="0" lvl="2" indent="-304800" algn="l" rtl="0">
              <a:lnSpc>
                <a:spcPct val="100000"/>
              </a:lnSpc>
              <a:spcBef>
                <a:spcPts val="400"/>
              </a:spcBef>
              <a:spcAft>
                <a:spcPts val="0"/>
              </a:spcAft>
              <a:buClr>
                <a:schemeClr val="dk1"/>
              </a:buClr>
              <a:buSzPts val="1200"/>
              <a:buChar char="•"/>
              <a:defRPr sz="1200" i="0" u="none" strike="noStrike" cap="none">
                <a:solidFill>
                  <a:schemeClr val="dk1"/>
                </a:solidFill>
              </a:defRPr>
            </a:lvl3pPr>
            <a:lvl4pPr marL="1828800" marR="0" lvl="3" indent="-304800" algn="l" rtl="0">
              <a:lnSpc>
                <a:spcPct val="100000"/>
              </a:lnSpc>
              <a:spcBef>
                <a:spcPts val="400"/>
              </a:spcBef>
              <a:spcAft>
                <a:spcPts val="0"/>
              </a:spcAft>
              <a:buClr>
                <a:schemeClr val="dk1"/>
              </a:buClr>
              <a:buSzPts val="1200"/>
              <a:buChar char="•"/>
              <a:defRPr sz="1200" i="0" u="none" strike="noStrike" cap="none">
                <a:solidFill>
                  <a:schemeClr val="dk1"/>
                </a:solidFill>
              </a:defRPr>
            </a:lvl4pPr>
            <a:lvl5pPr marL="2286000" marR="0" lvl="4" indent="-304800" algn="l" rtl="0">
              <a:lnSpc>
                <a:spcPct val="100000"/>
              </a:lnSpc>
              <a:spcBef>
                <a:spcPts val="400"/>
              </a:spcBef>
              <a:spcAft>
                <a:spcPts val="0"/>
              </a:spcAft>
              <a:buClr>
                <a:schemeClr val="dk1"/>
              </a:buClr>
              <a:buSzPts val="1200"/>
              <a:buChar char="•"/>
              <a:defRPr sz="1200" i="0" u="none" strike="noStrike" cap="none">
                <a:solidFill>
                  <a:schemeClr val="dk1"/>
                </a:solidFill>
              </a:defRPr>
            </a:lvl5pPr>
            <a:lvl6pPr marL="2743200" marR="0" lvl="5" indent="-304800" algn="l" rtl="0">
              <a:lnSpc>
                <a:spcPct val="100000"/>
              </a:lnSpc>
              <a:spcBef>
                <a:spcPts val="400"/>
              </a:spcBef>
              <a:spcAft>
                <a:spcPts val="0"/>
              </a:spcAft>
              <a:buClr>
                <a:schemeClr val="dk1"/>
              </a:buClr>
              <a:buSzPts val="1200"/>
              <a:buChar char="•"/>
              <a:defRPr sz="1200" i="0" u="none" strike="noStrike" cap="none">
                <a:solidFill>
                  <a:schemeClr val="dk1"/>
                </a:solidFill>
              </a:defRPr>
            </a:lvl6pPr>
            <a:lvl7pPr marL="3200400" marR="0" lvl="6" indent="-304800" algn="l" rtl="0">
              <a:lnSpc>
                <a:spcPct val="100000"/>
              </a:lnSpc>
              <a:spcBef>
                <a:spcPts val="400"/>
              </a:spcBef>
              <a:spcAft>
                <a:spcPts val="0"/>
              </a:spcAft>
              <a:buClr>
                <a:schemeClr val="dk1"/>
              </a:buClr>
              <a:buSzPts val="1200"/>
              <a:buChar char="•"/>
              <a:defRPr sz="1200" i="0" u="none" strike="noStrike" cap="none">
                <a:solidFill>
                  <a:schemeClr val="dk1"/>
                </a:solidFill>
              </a:defRPr>
            </a:lvl7pPr>
            <a:lvl8pPr marL="3657600" marR="0" lvl="7" indent="-304800" algn="l" rtl="0">
              <a:lnSpc>
                <a:spcPct val="100000"/>
              </a:lnSpc>
              <a:spcBef>
                <a:spcPts val="400"/>
              </a:spcBef>
              <a:spcAft>
                <a:spcPts val="0"/>
              </a:spcAft>
              <a:buClr>
                <a:schemeClr val="dk1"/>
              </a:buClr>
              <a:buSzPts val="1200"/>
              <a:buChar char="•"/>
              <a:defRPr sz="1200" i="0" u="none" strike="noStrike" cap="none">
                <a:solidFill>
                  <a:schemeClr val="dk1"/>
                </a:solidFill>
              </a:defRPr>
            </a:lvl8pPr>
            <a:lvl9pPr marL="4114800" marR="0" lvl="8" indent="-304800" algn="l" rtl="0">
              <a:lnSpc>
                <a:spcPct val="100000"/>
              </a:lnSpc>
              <a:spcBef>
                <a:spcPts val="400"/>
              </a:spcBef>
              <a:spcAft>
                <a:spcPts val="0"/>
              </a:spcAft>
              <a:buClr>
                <a:schemeClr val="dk1"/>
              </a:buClr>
              <a:buSzPts val="1200"/>
              <a:buChar char="•"/>
              <a:defRPr sz="1200" i="0" u="none" strike="noStrike" cap="none">
                <a:solidFill>
                  <a:schemeClr val="dk1"/>
                </a:solidFill>
              </a:defRPr>
            </a:lvl9pPr>
          </a:lstStyle>
          <a:p>
            <a:endParaRPr/>
          </a:p>
        </p:txBody>
      </p:sp>
      <p:sp>
        <p:nvSpPr>
          <p:cNvPr id="27" name="Google Shape;27;g27159f98687_7_15"/>
          <p:cNvSpPr txBox="1">
            <a:spLocks noGrp="1"/>
          </p:cNvSpPr>
          <p:nvPr>
            <p:ph type="title" idx="2"/>
          </p:nvPr>
        </p:nvSpPr>
        <p:spPr>
          <a:xfrm>
            <a:off x="342888" y="997075"/>
            <a:ext cx="8394300" cy="3060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1600"/>
              <a:buNone/>
              <a:defRPr sz="1600" b="1" i="0" u="none" strike="noStrike" cap="none">
                <a:solidFill>
                  <a:schemeClr val="dk1"/>
                </a:solidFill>
              </a:defRPr>
            </a:lvl1pPr>
            <a:lvl2pPr marR="0" lvl="1" algn="l" rtl="0">
              <a:lnSpc>
                <a:spcPct val="100000"/>
              </a:lnSpc>
              <a:spcBef>
                <a:spcPts val="0"/>
              </a:spcBef>
              <a:spcAft>
                <a:spcPts val="0"/>
              </a:spcAft>
              <a:buClr>
                <a:schemeClr val="dk1"/>
              </a:buClr>
              <a:buSzPts val="1500"/>
              <a:buNone/>
              <a:defRPr sz="1500" i="0" u="none" strike="noStrike" cap="none">
                <a:solidFill>
                  <a:schemeClr val="dk1"/>
                </a:solidFill>
              </a:defRPr>
            </a:lvl2pPr>
            <a:lvl3pPr marR="0" lvl="2" algn="l" rtl="0">
              <a:lnSpc>
                <a:spcPct val="100000"/>
              </a:lnSpc>
              <a:spcBef>
                <a:spcPts val="0"/>
              </a:spcBef>
              <a:spcAft>
                <a:spcPts val="0"/>
              </a:spcAft>
              <a:buClr>
                <a:schemeClr val="dk1"/>
              </a:buClr>
              <a:buSzPts val="1500"/>
              <a:buNone/>
              <a:defRPr sz="1500" i="0" u="none" strike="noStrike" cap="none">
                <a:solidFill>
                  <a:schemeClr val="dk1"/>
                </a:solidFill>
              </a:defRPr>
            </a:lvl3pPr>
            <a:lvl4pPr marR="0" lvl="3" algn="l" rtl="0">
              <a:lnSpc>
                <a:spcPct val="100000"/>
              </a:lnSpc>
              <a:spcBef>
                <a:spcPts val="0"/>
              </a:spcBef>
              <a:spcAft>
                <a:spcPts val="0"/>
              </a:spcAft>
              <a:buClr>
                <a:schemeClr val="dk1"/>
              </a:buClr>
              <a:buSzPts val="1500"/>
              <a:buNone/>
              <a:defRPr sz="1500" i="0" u="none" strike="noStrike" cap="none">
                <a:solidFill>
                  <a:schemeClr val="dk1"/>
                </a:solidFill>
              </a:defRPr>
            </a:lvl4pPr>
            <a:lvl5pPr marR="0" lvl="4" algn="l" rtl="0">
              <a:lnSpc>
                <a:spcPct val="100000"/>
              </a:lnSpc>
              <a:spcBef>
                <a:spcPts val="0"/>
              </a:spcBef>
              <a:spcAft>
                <a:spcPts val="0"/>
              </a:spcAft>
              <a:buClr>
                <a:schemeClr val="dk1"/>
              </a:buClr>
              <a:buSzPts val="1500"/>
              <a:buNone/>
              <a:defRPr sz="1500" i="0" u="none" strike="noStrike" cap="none">
                <a:solidFill>
                  <a:schemeClr val="dk1"/>
                </a:solidFill>
              </a:defRPr>
            </a:lvl5pPr>
            <a:lvl6pPr marR="0" lvl="5" algn="l" rtl="0">
              <a:lnSpc>
                <a:spcPct val="100000"/>
              </a:lnSpc>
              <a:spcBef>
                <a:spcPts val="0"/>
              </a:spcBef>
              <a:spcAft>
                <a:spcPts val="0"/>
              </a:spcAft>
              <a:buClr>
                <a:schemeClr val="dk1"/>
              </a:buClr>
              <a:buSzPts val="1500"/>
              <a:buNone/>
              <a:defRPr sz="1500" i="0" u="none" strike="noStrike" cap="none">
                <a:solidFill>
                  <a:schemeClr val="dk1"/>
                </a:solidFill>
              </a:defRPr>
            </a:lvl6pPr>
            <a:lvl7pPr marR="0" lvl="6" algn="l" rtl="0">
              <a:lnSpc>
                <a:spcPct val="100000"/>
              </a:lnSpc>
              <a:spcBef>
                <a:spcPts val="0"/>
              </a:spcBef>
              <a:spcAft>
                <a:spcPts val="0"/>
              </a:spcAft>
              <a:buClr>
                <a:schemeClr val="dk1"/>
              </a:buClr>
              <a:buSzPts val="1500"/>
              <a:buNone/>
              <a:defRPr sz="1500" i="0" u="none" strike="noStrike" cap="none">
                <a:solidFill>
                  <a:schemeClr val="dk1"/>
                </a:solidFill>
              </a:defRPr>
            </a:lvl7pPr>
            <a:lvl8pPr marR="0" lvl="7" algn="l" rtl="0">
              <a:lnSpc>
                <a:spcPct val="100000"/>
              </a:lnSpc>
              <a:spcBef>
                <a:spcPts val="0"/>
              </a:spcBef>
              <a:spcAft>
                <a:spcPts val="0"/>
              </a:spcAft>
              <a:buClr>
                <a:schemeClr val="dk1"/>
              </a:buClr>
              <a:buSzPts val="1500"/>
              <a:buNone/>
              <a:defRPr sz="1500" i="0" u="none" strike="noStrike" cap="none">
                <a:solidFill>
                  <a:schemeClr val="dk1"/>
                </a:solidFill>
              </a:defRPr>
            </a:lvl8pPr>
            <a:lvl9pPr marR="0" lvl="8" algn="l" rtl="0">
              <a:lnSpc>
                <a:spcPct val="100000"/>
              </a:lnSpc>
              <a:spcBef>
                <a:spcPts val="0"/>
              </a:spcBef>
              <a:spcAft>
                <a:spcPts val="0"/>
              </a:spcAft>
              <a:buClr>
                <a:schemeClr val="dk1"/>
              </a:buClr>
              <a:buSzPts val="1500"/>
              <a:buNone/>
              <a:defRPr sz="1500" i="0" u="none" strike="noStrike" cap="none">
                <a:solidFill>
                  <a:schemeClr val="dk1"/>
                </a:solidFill>
              </a:defRPr>
            </a:lvl9pPr>
          </a:lstStyle>
          <a:p>
            <a:endParaRPr/>
          </a:p>
        </p:txBody>
      </p:sp>
    </p:spTree>
  </p:cSld>
  <p:clrMapOvr>
    <a:masterClrMapping/>
  </p:clrMapOvr>
  <p:extLst>
    <p:ext uri="{DCECCB84-F9BA-43D5-87BE-67443E8EF086}">
      <p15:sldGuideLst xmlns:p15="http://schemas.microsoft.com/office/powerpoint/2012/main">
        <p15:guide id="1" orient="horz" pos="628">
          <p15:clr>
            <a:srgbClr val="E46962"/>
          </p15:clr>
        </p15:guide>
        <p15:guide id="2" orient="horz" pos="873">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Header and Content slide">
  <p:cSld name="Title, sub title and Content slide">
    <p:spTree>
      <p:nvGrpSpPr>
        <p:cNvPr id="1" name="Shape 28"/>
        <p:cNvGrpSpPr/>
        <p:nvPr/>
      </p:nvGrpSpPr>
      <p:grpSpPr>
        <a:xfrm>
          <a:off x="0" y="0"/>
          <a:ext cx="0" cy="0"/>
          <a:chOff x="0" y="0"/>
          <a:chExt cx="0" cy="0"/>
        </a:xfrm>
      </p:grpSpPr>
      <p:sp>
        <p:nvSpPr>
          <p:cNvPr id="29" name="Google Shape;29;g27159f98687_7_19"/>
          <p:cNvSpPr txBox="1">
            <a:spLocks noGrp="1"/>
          </p:cNvSpPr>
          <p:nvPr>
            <p:ph type="title"/>
          </p:nvPr>
        </p:nvSpPr>
        <p:spPr>
          <a:xfrm>
            <a:off x="388475" y="143706"/>
            <a:ext cx="8394300" cy="7248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2400"/>
              <a:buNone/>
              <a:defRPr sz="2400" i="0" u="none" strike="noStrike" cap="none">
                <a:solidFill>
                  <a:schemeClr val="dk1"/>
                </a:solidFill>
              </a:defRPr>
            </a:lvl1pPr>
            <a:lvl2pPr marR="0" lvl="1" algn="l" rtl="0">
              <a:lnSpc>
                <a:spcPct val="100000"/>
              </a:lnSpc>
              <a:spcBef>
                <a:spcPts val="0"/>
              </a:spcBef>
              <a:spcAft>
                <a:spcPts val="0"/>
              </a:spcAft>
              <a:buClr>
                <a:schemeClr val="dk1"/>
              </a:buClr>
              <a:buSzPts val="1100"/>
              <a:buNone/>
              <a:defRPr sz="1400" i="0" u="none" strike="noStrike" cap="none">
                <a:solidFill>
                  <a:schemeClr val="dk1"/>
                </a:solidFill>
              </a:defRPr>
            </a:lvl2pPr>
            <a:lvl3pPr marR="0" lvl="2" algn="l" rtl="0">
              <a:lnSpc>
                <a:spcPct val="100000"/>
              </a:lnSpc>
              <a:spcBef>
                <a:spcPts val="0"/>
              </a:spcBef>
              <a:spcAft>
                <a:spcPts val="0"/>
              </a:spcAft>
              <a:buClr>
                <a:schemeClr val="dk1"/>
              </a:buClr>
              <a:buSzPts val="1100"/>
              <a:buNone/>
              <a:defRPr sz="1400" i="0" u="none" strike="noStrike" cap="none">
                <a:solidFill>
                  <a:schemeClr val="dk1"/>
                </a:solidFill>
              </a:defRPr>
            </a:lvl3pPr>
            <a:lvl4pPr marR="0" lvl="3" algn="l" rtl="0">
              <a:lnSpc>
                <a:spcPct val="100000"/>
              </a:lnSpc>
              <a:spcBef>
                <a:spcPts val="0"/>
              </a:spcBef>
              <a:spcAft>
                <a:spcPts val="0"/>
              </a:spcAft>
              <a:buClr>
                <a:schemeClr val="dk1"/>
              </a:buClr>
              <a:buSzPts val="1100"/>
              <a:buNone/>
              <a:defRPr sz="1400" i="0" u="none" strike="noStrike" cap="none">
                <a:solidFill>
                  <a:schemeClr val="dk1"/>
                </a:solidFill>
              </a:defRPr>
            </a:lvl4pPr>
            <a:lvl5pPr marR="0" lvl="4" algn="l" rtl="0">
              <a:lnSpc>
                <a:spcPct val="100000"/>
              </a:lnSpc>
              <a:spcBef>
                <a:spcPts val="0"/>
              </a:spcBef>
              <a:spcAft>
                <a:spcPts val="0"/>
              </a:spcAft>
              <a:buClr>
                <a:schemeClr val="dk1"/>
              </a:buClr>
              <a:buSzPts val="1100"/>
              <a:buNone/>
              <a:defRPr sz="1400" i="0" u="none" strike="noStrike" cap="none">
                <a:solidFill>
                  <a:schemeClr val="dk1"/>
                </a:solidFill>
              </a:defRPr>
            </a:lvl5pPr>
            <a:lvl6pPr marR="0" lvl="5" algn="l" rtl="0">
              <a:lnSpc>
                <a:spcPct val="100000"/>
              </a:lnSpc>
              <a:spcBef>
                <a:spcPts val="0"/>
              </a:spcBef>
              <a:spcAft>
                <a:spcPts val="0"/>
              </a:spcAft>
              <a:buClr>
                <a:schemeClr val="dk1"/>
              </a:buClr>
              <a:buSzPts val="1100"/>
              <a:buNone/>
              <a:defRPr sz="1400" i="0" u="none" strike="noStrike" cap="none">
                <a:solidFill>
                  <a:schemeClr val="dk1"/>
                </a:solidFill>
              </a:defRPr>
            </a:lvl6pPr>
            <a:lvl7pPr marR="0" lvl="6" algn="l" rtl="0">
              <a:lnSpc>
                <a:spcPct val="100000"/>
              </a:lnSpc>
              <a:spcBef>
                <a:spcPts val="0"/>
              </a:spcBef>
              <a:spcAft>
                <a:spcPts val="0"/>
              </a:spcAft>
              <a:buClr>
                <a:schemeClr val="dk1"/>
              </a:buClr>
              <a:buSzPts val="1100"/>
              <a:buNone/>
              <a:defRPr sz="1400" i="0" u="none" strike="noStrike" cap="none">
                <a:solidFill>
                  <a:schemeClr val="dk1"/>
                </a:solidFill>
              </a:defRPr>
            </a:lvl7pPr>
            <a:lvl8pPr marR="0" lvl="7" algn="l" rtl="0">
              <a:lnSpc>
                <a:spcPct val="100000"/>
              </a:lnSpc>
              <a:spcBef>
                <a:spcPts val="0"/>
              </a:spcBef>
              <a:spcAft>
                <a:spcPts val="0"/>
              </a:spcAft>
              <a:buClr>
                <a:schemeClr val="dk1"/>
              </a:buClr>
              <a:buSzPts val="1100"/>
              <a:buNone/>
              <a:defRPr sz="1400" i="0" u="none" strike="noStrike" cap="none">
                <a:solidFill>
                  <a:schemeClr val="dk1"/>
                </a:solidFill>
              </a:defRPr>
            </a:lvl8pPr>
            <a:lvl9pPr marR="0" lvl="8" algn="l" rtl="0">
              <a:lnSpc>
                <a:spcPct val="100000"/>
              </a:lnSpc>
              <a:spcBef>
                <a:spcPts val="0"/>
              </a:spcBef>
              <a:spcAft>
                <a:spcPts val="0"/>
              </a:spcAft>
              <a:buClr>
                <a:schemeClr val="dk1"/>
              </a:buClr>
              <a:buSzPts val="1100"/>
              <a:buNone/>
              <a:defRPr sz="1400" i="0" u="none" strike="noStrike" cap="none">
                <a:solidFill>
                  <a:schemeClr val="dk1"/>
                </a:solidFill>
              </a:defRPr>
            </a:lvl9pPr>
          </a:lstStyle>
          <a:p>
            <a:endParaRPr/>
          </a:p>
        </p:txBody>
      </p:sp>
      <p:sp>
        <p:nvSpPr>
          <p:cNvPr id="30" name="Google Shape;30;g27159f98687_7_19"/>
          <p:cNvSpPr txBox="1">
            <a:spLocks noGrp="1"/>
          </p:cNvSpPr>
          <p:nvPr>
            <p:ph type="body" idx="1"/>
          </p:nvPr>
        </p:nvSpPr>
        <p:spPr>
          <a:xfrm>
            <a:off x="388475" y="960901"/>
            <a:ext cx="8394300" cy="3501900"/>
          </a:xfrm>
          <a:prstGeom prst="rect">
            <a:avLst/>
          </a:prstGeom>
          <a:noFill/>
          <a:ln>
            <a:noFill/>
          </a:ln>
        </p:spPr>
        <p:txBody>
          <a:bodyPr spcFirstLastPara="1" wrap="square" lIns="68575" tIns="34275" rIns="68575" bIns="34275" anchor="t" anchorCtr="0">
            <a:noAutofit/>
          </a:bodyPr>
          <a:lstStyle>
            <a:lvl1pPr marL="457200" marR="0" lvl="0" indent="-330200" algn="l" rtl="0">
              <a:lnSpc>
                <a:spcPct val="100000"/>
              </a:lnSpc>
              <a:spcBef>
                <a:spcPts val="800"/>
              </a:spcBef>
              <a:spcAft>
                <a:spcPts val="0"/>
              </a:spcAft>
              <a:buClr>
                <a:schemeClr val="dk1"/>
              </a:buClr>
              <a:buSzPts val="1600"/>
              <a:buChar char="•"/>
              <a:defRPr sz="1600" i="0" u="none" strike="noStrike" cap="none">
                <a:solidFill>
                  <a:schemeClr val="dk1"/>
                </a:solidFill>
              </a:defRPr>
            </a:lvl1pPr>
            <a:lvl2pPr marL="914400" marR="0" lvl="1" indent="-317500" algn="l" rtl="0">
              <a:lnSpc>
                <a:spcPct val="100000"/>
              </a:lnSpc>
              <a:spcBef>
                <a:spcPts val="400"/>
              </a:spcBef>
              <a:spcAft>
                <a:spcPts val="0"/>
              </a:spcAft>
              <a:buClr>
                <a:schemeClr val="dk1"/>
              </a:buClr>
              <a:buSzPts val="1400"/>
              <a:buChar char="•"/>
              <a:defRPr sz="1400" i="0" u="none" strike="noStrike" cap="none">
                <a:solidFill>
                  <a:schemeClr val="dk1"/>
                </a:solidFill>
              </a:defRPr>
            </a:lvl2pPr>
            <a:lvl3pPr marL="1371600" marR="0" lvl="2" indent="-304800" algn="l" rtl="0">
              <a:lnSpc>
                <a:spcPct val="100000"/>
              </a:lnSpc>
              <a:spcBef>
                <a:spcPts val="400"/>
              </a:spcBef>
              <a:spcAft>
                <a:spcPts val="0"/>
              </a:spcAft>
              <a:buClr>
                <a:schemeClr val="dk1"/>
              </a:buClr>
              <a:buSzPts val="1200"/>
              <a:buChar char="•"/>
              <a:defRPr sz="1200" i="0" u="none" strike="noStrike" cap="none">
                <a:solidFill>
                  <a:schemeClr val="dk1"/>
                </a:solidFill>
              </a:defRPr>
            </a:lvl3pPr>
            <a:lvl4pPr marL="1828800" marR="0" lvl="3" indent="-304800" algn="l" rtl="0">
              <a:lnSpc>
                <a:spcPct val="100000"/>
              </a:lnSpc>
              <a:spcBef>
                <a:spcPts val="400"/>
              </a:spcBef>
              <a:spcAft>
                <a:spcPts val="0"/>
              </a:spcAft>
              <a:buClr>
                <a:schemeClr val="dk1"/>
              </a:buClr>
              <a:buSzPts val="1200"/>
              <a:buChar char="•"/>
              <a:defRPr sz="1200" i="0" u="none" strike="noStrike" cap="none">
                <a:solidFill>
                  <a:schemeClr val="dk1"/>
                </a:solidFill>
              </a:defRPr>
            </a:lvl4pPr>
            <a:lvl5pPr marL="2286000" marR="0" lvl="4" indent="-304800" algn="l" rtl="0">
              <a:lnSpc>
                <a:spcPct val="100000"/>
              </a:lnSpc>
              <a:spcBef>
                <a:spcPts val="400"/>
              </a:spcBef>
              <a:spcAft>
                <a:spcPts val="0"/>
              </a:spcAft>
              <a:buClr>
                <a:schemeClr val="dk1"/>
              </a:buClr>
              <a:buSzPts val="1200"/>
              <a:buChar char="•"/>
              <a:defRPr sz="1200" i="0" u="none" strike="noStrike" cap="none">
                <a:solidFill>
                  <a:schemeClr val="dk1"/>
                </a:solidFill>
              </a:defRPr>
            </a:lvl5pPr>
            <a:lvl6pPr marL="2743200" marR="0" lvl="5" indent="-304800" algn="l" rtl="0">
              <a:lnSpc>
                <a:spcPct val="100000"/>
              </a:lnSpc>
              <a:spcBef>
                <a:spcPts val="400"/>
              </a:spcBef>
              <a:spcAft>
                <a:spcPts val="0"/>
              </a:spcAft>
              <a:buClr>
                <a:schemeClr val="dk1"/>
              </a:buClr>
              <a:buSzPts val="1200"/>
              <a:buChar char="•"/>
              <a:defRPr sz="1200" i="0" u="none" strike="noStrike" cap="none">
                <a:solidFill>
                  <a:schemeClr val="dk1"/>
                </a:solidFill>
              </a:defRPr>
            </a:lvl6pPr>
            <a:lvl7pPr marL="3200400" marR="0" lvl="6" indent="-304800" algn="l" rtl="0">
              <a:lnSpc>
                <a:spcPct val="100000"/>
              </a:lnSpc>
              <a:spcBef>
                <a:spcPts val="400"/>
              </a:spcBef>
              <a:spcAft>
                <a:spcPts val="0"/>
              </a:spcAft>
              <a:buClr>
                <a:schemeClr val="dk1"/>
              </a:buClr>
              <a:buSzPts val="1200"/>
              <a:buChar char="•"/>
              <a:defRPr sz="1200" i="0" u="none" strike="noStrike" cap="none">
                <a:solidFill>
                  <a:schemeClr val="dk1"/>
                </a:solidFill>
              </a:defRPr>
            </a:lvl7pPr>
            <a:lvl8pPr marL="3657600" marR="0" lvl="7" indent="-304800" algn="l" rtl="0">
              <a:lnSpc>
                <a:spcPct val="100000"/>
              </a:lnSpc>
              <a:spcBef>
                <a:spcPts val="400"/>
              </a:spcBef>
              <a:spcAft>
                <a:spcPts val="0"/>
              </a:spcAft>
              <a:buClr>
                <a:schemeClr val="dk1"/>
              </a:buClr>
              <a:buSzPts val="1200"/>
              <a:buChar char="•"/>
              <a:defRPr sz="1200" i="0" u="none" strike="noStrike" cap="none">
                <a:solidFill>
                  <a:schemeClr val="dk1"/>
                </a:solidFill>
              </a:defRPr>
            </a:lvl8pPr>
            <a:lvl9pPr marL="4114800" marR="0" lvl="8" indent="-304800" algn="l" rtl="0">
              <a:lnSpc>
                <a:spcPct val="100000"/>
              </a:lnSpc>
              <a:spcBef>
                <a:spcPts val="400"/>
              </a:spcBef>
              <a:spcAft>
                <a:spcPts val="0"/>
              </a:spcAft>
              <a:buClr>
                <a:schemeClr val="dk1"/>
              </a:buClr>
              <a:buSzPts val="1200"/>
              <a:buChar char="•"/>
              <a:defRPr sz="1200" i="0" u="none" strike="noStrike" cap="none">
                <a:solidFill>
                  <a:schemeClr val="dk1"/>
                </a:solidFill>
              </a:defRPr>
            </a:lvl9pPr>
          </a:lstStyle>
          <a:p>
            <a:endParaRPr/>
          </a:p>
        </p:txBody>
      </p:sp>
    </p:spTree>
  </p:cSld>
  <p:clrMapOvr>
    <a:masterClrMapping/>
  </p:clrMapOvr>
  <p:extLst>
    <p:ext uri="{DCECCB84-F9BA-43D5-87BE-67443E8EF086}">
      <p15:sldGuideLst xmlns:p15="http://schemas.microsoft.com/office/powerpoint/2012/main">
        <p15:guide id="1" pos="5533">
          <p15:clr>
            <a:srgbClr val="E46962"/>
          </p15:clr>
        </p15:guide>
        <p15:guide id="2" orient="horz" pos="216">
          <p15:clr>
            <a:srgbClr val="E46962"/>
          </p15:clr>
        </p15:guide>
        <p15:guide id="3" orient="horz" pos="108">
          <p15:clr>
            <a:srgbClr val="E46962"/>
          </p15:clr>
        </p15:guide>
        <p15:guide id="4" orient="horz" pos="605">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Header, Sub-header and Content slide">
  <p:cSld name="Title, sub title and Content slide_1">
    <p:spTree>
      <p:nvGrpSpPr>
        <p:cNvPr id="1" name="Shape 31"/>
        <p:cNvGrpSpPr/>
        <p:nvPr/>
      </p:nvGrpSpPr>
      <p:grpSpPr>
        <a:xfrm>
          <a:off x="0" y="0"/>
          <a:ext cx="0" cy="0"/>
          <a:chOff x="0" y="0"/>
          <a:chExt cx="0" cy="0"/>
        </a:xfrm>
      </p:grpSpPr>
      <p:sp>
        <p:nvSpPr>
          <p:cNvPr id="32" name="Google Shape;32;g27159f98687_7_22"/>
          <p:cNvSpPr txBox="1">
            <a:spLocks noGrp="1"/>
          </p:cNvSpPr>
          <p:nvPr>
            <p:ph type="title"/>
          </p:nvPr>
        </p:nvSpPr>
        <p:spPr>
          <a:xfrm>
            <a:off x="388475" y="143706"/>
            <a:ext cx="8394300" cy="7248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2400"/>
              <a:buNone/>
              <a:defRPr sz="2400" i="0" u="none" strike="noStrike" cap="none">
                <a:solidFill>
                  <a:schemeClr val="dk1"/>
                </a:solidFill>
              </a:defRPr>
            </a:lvl1pPr>
            <a:lvl2pPr marR="0" lvl="1" algn="l" rtl="0">
              <a:lnSpc>
                <a:spcPct val="100000"/>
              </a:lnSpc>
              <a:spcBef>
                <a:spcPts val="0"/>
              </a:spcBef>
              <a:spcAft>
                <a:spcPts val="0"/>
              </a:spcAft>
              <a:buClr>
                <a:schemeClr val="dk1"/>
              </a:buClr>
              <a:buSzPts val="1100"/>
              <a:buNone/>
              <a:defRPr sz="1400" i="0" u="none" strike="noStrike" cap="none">
                <a:solidFill>
                  <a:schemeClr val="dk1"/>
                </a:solidFill>
              </a:defRPr>
            </a:lvl2pPr>
            <a:lvl3pPr marR="0" lvl="2" algn="l" rtl="0">
              <a:lnSpc>
                <a:spcPct val="100000"/>
              </a:lnSpc>
              <a:spcBef>
                <a:spcPts val="0"/>
              </a:spcBef>
              <a:spcAft>
                <a:spcPts val="0"/>
              </a:spcAft>
              <a:buClr>
                <a:schemeClr val="dk1"/>
              </a:buClr>
              <a:buSzPts val="1100"/>
              <a:buNone/>
              <a:defRPr sz="1400" i="0" u="none" strike="noStrike" cap="none">
                <a:solidFill>
                  <a:schemeClr val="dk1"/>
                </a:solidFill>
              </a:defRPr>
            </a:lvl3pPr>
            <a:lvl4pPr marR="0" lvl="3" algn="l" rtl="0">
              <a:lnSpc>
                <a:spcPct val="100000"/>
              </a:lnSpc>
              <a:spcBef>
                <a:spcPts val="0"/>
              </a:spcBef>
              <a:spcAft>
                <a:spcPts val="0"/>
              </a:spcAft>
              <a:buClr>
                <a:schemeClr val="dk1"/>
              </a:buClr>
              <a:buSzPts val="1100"/>
              <a:buNone/>
              <a:defRPr sz="1400" i="0" u="none" strike="noStrike" cap="none">
                <a:solidFill>
                  <a:schemeClr val="dk1"/>
                </a:solidFill>
              </a:defRPr>
            </a:lvl4pPr>
            <a:lvl5pPr marR="0" lvl="4" algn="l" rtl="0">
              <a:lnSpc>
                <a:spcPct val="100000"/>
              </a:lnSpc>
              <a:spcBef>
                <a:spcPts val="0"/>
              </a:spcBef>
              <a:spcAft>
                <a:spcPts val="0"/>
              </a:spcAft>
              <a:buClr>
                <a:schemeClr val="dk1"/>
              </a:buClr>
              <a:buSzPts val="1100"/>
              <a:buNone/>
              <a:defRPr sz="1400" i="0" u="none" strike="noStrike" cap="none">
                <a:solidFill>
                  <a:schemeClr val="dk1"/>
                </a:solidFill>
              </a:defRPr>
            </a:lvl5pPr>
            <a:lvl6pPr marR="0" lvl="5" algn="l" rtl="0">
              <a:lnSpc>
                <a:spcPct val="100000"/>
              </a:lnSpc>
              <a:spcBef>
                <a:spcPts val="0"/>
              </a:spcBef>
              <a:spcAft>
                <a:spcPts val="0"/>
              </a:spcAft>
              <a:buClr>
                <a:schemeClr val="dk1"/>
              </a:buClr>
              <a:buSzPts val="1100"/>
              <a:buNone/>
              <a:defRPr sz="1400" i="0" u="none" strike="noStrike" cap="none">
                <a:solidFill>
                  <a:schemeClr val="dk1"/>
                </a:solidFill>
              </a:defRPr>
            </a:lvl6pPr>
            <a:lvl7pPr marR="0" lvl="6" algn="l" rtl="0">
              <a:lnSpc>
                <a:spcPct val="100000"/>
              </a:lnSpc>
              <a:spcBef>
                <a:spcPts val="0"/>
              </a:spcBef>
              <a:spcAft>
                <a:spcPts val="0"/>
              </a:spcAft>
              <a:buClr>
                <a:schemeClr val="dk1"/>
              </a:buClr>
              <a:buSzPts val="1100"/>
              <a:buNone/>
              <a:defRPr sz="1400" i="0" u="none" strike="noStrike" cap="none">
                <a:solidFill>
                  <a:schemeClr val="dk1"/>
                </a:solidFill>
              </a:defRPr>
            </a:lvl7pPr>
            <a:lvl8pPr marR="0" lvl="7" algn="l" rtl="0">
              <a:lnSpc>
                <a:spcPct val="100000"/>
              </a:lnSpc>
              <a:spcBef>
                <a:spcPts val="0"/>
              </a:spcBef>
              <a:spcAft>
                <a:spcPts val="0"/>
              </a:spcAft>
              <a:buClr>
                <a:schemeClr val="dk1"/>
              </a:buClr>
              <a:buSzPts val="1100"/>
              <a:buNone/>
              <a:defRPr sz="1400" i="0" u="none" strike="noStrike" cap="none">
                <a:solidFill>
                  <a:schemeClr val="dk1"/>
                </a:solidFill>
              </a:defRPr>
            </a:lvl8pPr>
            <a:lvl9pPr marR="0" lvl="8" algn="l" rtl="0">
              <a:lnSpc>
                <a:spcPct val="100000"/>
              </a:lnSpc>
              <a:spcBef>
                <a:spcPts val="0"/>
              </a:spcBef>
              <a:spcAft>
                <a:spcPts val="0"/>
              </a:spcAft>
              <a:buClr>
                <a:schemeClr val="dk1"/>
              </a:buClr>
              <a:buSzPts val="1100"/>
              <a:buNone/>
              <a:defRPr sz="1400" i="0" u="none" strike="noStrike" cap="none">
                <a:solidFill>
                  <a:schemeClr val="dk1"/>
                </a:solidFill>
              </a:defRPr>
            </a:lvl9pPr>
          </a:lstStyle>
          <a:p>
            <a:endParaRPr/>
          </a:p>
        </p:txBody>
      </p:sp>
      <p:sp>
        <p:nvSpPr>
          <p:cNvPr id="33" name="Google Shape;33;g27159f98687_7_22"/>
          <p:cNvSpPr txBox="1">
            <a:spLocks noGrp="1"/>
          </p:cNvSpPr>
          <p:nvPr>
            <p:ph type="title" idx="2"/>
          </p:nvPr>
        </p:nvSpPr>
        <p:spPr>
          <a:xfrm>
            <a:off x="388475" y="997075"/>
            <a:ext cx="8348700" cy="3060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1600"/>
              <a:buNone/>
              <a:defRPr sz="1600" b="1" i="0" u="none" strike="noStrike" cap="none">
                <a:solidFill>
                  <a:schemeClr val="dk1"/>
                </a:solidFill>
              </a:defRPr>
            </a:lvl1pPr>
            <a:lvl2pPr marR="0" lvl="1" algn="l" rtl="0">
              <a:lnSpc>
                <a:spcPct val="100000"/>
              </a:lnSpc>
              <a:spcBef>
                <a:spcPts val="0"/>
              </a:spcBef>
              <a:spcAft>
                <a:spcPts val="0"/>
              </a:spcAft>
              <a:buClr>
                <a:schemeClr val="dk1"/>
              </a:buClr>
              <a:buSzPts val="1500"/>
              <a:buNone/>
              <a:defRPr sz="1500" i="0" u="none" strike="noStrike" cap="none">
                <a:solidFill>
                  <a:schemeClr val="dk1"/>
                </a:solidFill>
              </a:defRPr>
            </a:lvl2pPr>
            <a:lvl3pPr marR="0" lvl="2" algn="l" rtl="0">
              <a:lnSpc>
                <a:spcPct val="100000"/>
              </a:lnSpc>
              <a:spcBef>
                <a:spcPts val="0"/>
              </a:spcBef>
              <a:spcAft>
                <a:spcPts val="0"/>
              </a:spcAft>
              <a:buClr>
                <a:schemeClr val="dk1"/>
              </a:buClr>
              <a:buSzPts val="1500"/>
              <a:buNone/>
              <a:defRPr sz="1500" i="0" u="none" strike="noStrike" cap="none">
                <a:solidFill>
                  <a:schemeClr val="dk1"/>
                </a:solidFill>
              </a:defRPr>
            </a:lvl3pPr>
            <a:lvl4pPr marR="0" lvl="3" algn="l" rtl="0">
              <a:lnSpc>
                <a:spcPct val="100000"/>
              </a:lnSpc>
              <a:spcBef>
                <a:spcPts val="0"/>
              </a:spcBef>
              <a:spcAft>
                <a:spcPts val="0"/>
              </a:spcAft>
              <a:buClr>
                <a:schemeClr val="dk1"/>
              </a:buClr>
              <a:buSzPts val="1500"/>
              <a:buNone/>
              <a:defRPr sz="1500" i="0" u="none" strike="noStrike" cap="none">
                <a:solidFill>
                  <a:schemeClr val="dk1"/>
                </a:solidFill>
              </a:defRPr>
            </a:lvl4pPr>
            <a:lvl5pPr marR="0" lvl="4" algn="l" rtl="0">
              <a:lnSpc>
                <a:spcPct val="100000"/>
              </a:lnSpc>
              <a:spcBef>
                <a:spcPts val="0"/>
              </a:spcBef>
              <a:spcAft>
                <a:spcPts val="0"/>
              </a:spcAft>
              <a:buClr>
                <a:schemeClr val="dk1"/>
              </a:buClr>
              <a:buSzPts val="1500"/>
              <a:buNone/>
              <a:defRPr sz="1500" i="0" u="none" strike="noStrike" cap="none">
                <a:solidFill>
                  <a:schemeClr val="dk1"/>
                </a:solidFill>
              </a:defRPr>
            </a:lvl5pPr>
            <a:lvl6pPr marR="0" lvl="5" algn="l" rtl="0">
              <a:lnSpc>
                <a:spcPct val="100000"/>
              </a:lnSpc>
              <a:spcBef>
                <a:spcPts val="0"/>
              </a:spcBef>
              <a:spcAft>
                <a:spcPts val="0"/>
              </a:spcAft>
              <a:buClr>
                <a:schemeClr val="dk1"/>
              </a:buClr>
              <a:buSzPts val="1500"/>
              <a:buNone/>
              <a:defRPr sz="1500" i="0" u="none" strike="noStrike" cap="none">
                <a:solidFill>
                  <a:schemeClr val="dk1"/>
                </a:solidFill>
              </a:defRPr>
            </a:lvl6pPr>
            <a:lvl7pPr marR="0" lvl="6" algn="l" rtl="0">
              <a:lnSpc>
                <a:spcPct val="100000"/>
              </a:lnSpc>
              <a:spcBef>
                <a:spcPts val="0"/>
              </a:spcBef>
              <a:spcAft>
                <a:spcPts val="0"/>
              </a:spcAft>
              <a:buClr>
                <a:schemeClr val="dk1"/>
              </a:buClr>
              <a:buSzPts val="1500"/>
              <a:buNone/>
              <a:defRPr sz="1500" i="0" u="none" strike="noStrike" cap="none">
                <a:solidFill>
                  <a:schemeClr val="dk1"/>
                </a:solidFill>
              </a:defRPr>
            </a:lvl7pPr>
            <a:lvl8pPr marR="0" lvl="7" algn="l" rtl="0">
              <a:lnSpc>
                <a:spcPct val="100000"/>
              </a:lnSpc>
              <a:spcBef>
                <a:spcPts val="0"/>
              </a:spcBef>
              <a:spcAft>
                <a:spcPts val="0"/>
              </a:spcAft>
              <a:buClr>
                <a:schemeClr val="dk1"/>
              </a:buClr>
              <a:buSzPts val="1500"/>
              <a:buNone/>
              <a:defRPr sz="1500" i="0" u="none" strike="noStrike" cap="none">
                <a:solidFill>
                  <a:schemeClr val="dk1"/>
                </a:solidFill>
              </a:defRPr>
            </a:lvl8pPr>
            <a:lvl9pPr marR="0" lvl="8" algn="l" rtl="0">
              <a:lnSpc>
                <a:spcPct val="100000"/>
              </a:lnSpc>
              <a:spcBef>
                <a:spcPts val="0"/>
              </a:spcBef>
              <a:spcAft>
                <a:spcPts val="0"/>
              </a:spcAft>
              <a:buClr>
                <a:schemeClr val="dk1"/>
              </a:buClr>
              <a:buSzPts val="1500"/>
              <a:buNone/>
              <a:defRPr sz="1500" i="0" u="none" strike="noStrike" cap="none">
                <a:solidFill>
                  <a:schemeClr val="dk1"/>
                </a:solidFill>
              </a:defRPr>
            </a:lvl9pPr>
          </a:lstStyle>
          <a:p>
            <a:endParaRPr/>
          </a:p>
        </p:txBody>
      </p:sp>
      <p:sp>
        <p:nvSpPr>
          <p:cNvPr id="34" name="Google Shape;34;g27159f98687_7_22"/>
          <p:cNvSpPr txBox="1">
            <a:spLocks noGrp="1"/>
          </p:cNvSpPr>
          <p:nvPr>
            <p:ph type="body" idx="1"/>
          </p:nvPr>
        </p:nvSpPr>
        <p:spPr>
          <a:xfrm>
            <a:off x="388475" y="1431650"/>
            <a:ext cx="8394300" cy="3031200"/>
          </a:xfrm>
          <a:prstGeom prst="rect">
            <a:avLst/>
          </a:prstGeom>
          <a:noFill/>
          <a:ln>
            <a:noFill/>
          </a:ln>
        </p:spPr>
        <p:txBody>
          <a:bodyPr spcFirstLastPara="1" wrap="square" lIns="68575" tIns="34275" rIns="68575" bIns="34275" anchor="t" anchorCtr="0">
            <a:noAutofit/>
          </a:bodyPr>
          <a:lstStyle>
            <a:lvl1pPr marL="457200" marR="0" lvl="0" indent="-330200" algn="l" rtl="0">
              <a:lnSpc>
                <a:spcPct val="100000"/>
              </a:lnSpc>
              <a:spcBef>
                <a:spcPts val="800"/>
              </a:spcBef>
              <a:spcAft>
                <a:spcPts val="0"/>
              </a:spcAft>
              <a:buClr>
                <a:schemeClr val="dk1"/>
              </a:buClr>
              <a:buSzPts val="1600"/>
              <a:buChar char="•"/>
              <a:defRPr sz="1600" i="0" u="none" strike="noStrike" cap="none">
                <a:solidFill>
                  <a:schemeClr val="dk1"/>
                </a:solidFill>
              </a:defRPr>
            </a:lvl1pPr>
            <a:lvl2pPr marL="914400" marR="0" lvl="1" indent="-317500" algn="l" rtl="0">
              <a:lnSpc>
                <a:spcPct val="100000"/>
              </a:lnSpc>
              <a:spcBef>
                <a:spcPts val="400"/>
              </a:spcBef>
              <a:spcAft>
                <a:spcPts val="0"/>
              </a:spcAft>
              <a:buClr>
                <a:schemeClr val="dk1"/>
              </a:buClr>
              <a:buSzPts val="1400"/>
              <a:buChar char="•"/>
              <a:defRPr sz="1400" i="0" u="none" strike="noStrike" cap="none">
                <a:solidFill>
                  <a:schemeClr val="dk1"/>
                </a:solidFill>
              </a:defRPr>
            </a:lvl2pPr>
            <a:lvl3pPr marL="1371600" marR="0" lvl="2" indent="-304800" algn="l" rtl="0">
              <a:lnSpc>
                <a:spcPct val="100000"/>
              </a:lnSpc>
              <a:spcBef>
                <a:spcPts val="400"/>
              </a:spcBef>
              <a:spcAft>
                <a:spcPts val="0"/>
              </a:spcAft>
              <a:buClr>
                <a:schemeClr val="dk1"/>
              </a:buClr>
              <a:buSzPts val="1200"/>
              <a:buChar char="•"/>
              <a:defRPr sz="1200" i="0" u="none" strike="noStrike" cap="none">
                <a:solidFill>
                  <a:schemeClr val="dk1"/>
                </a:solidFill>
              </a:defRPr>
            </a:lvl3pPr>
            <a:lvl4pPr marL="1828800" marR="0" lvl="3" indent="-304800" algn="l" rtl="0">
              <a:lnSpc>
                <a:spcPct val="100000"/>
              </a:lnSpc>
              <a:spcBef>
                <a:spcPts val="400"/>
              </a:spcBef>
              <a:spcAft>
                <a:spcPts val="0"/>
              </a:spcAft>
              <a:buClr>
                <a:schemeClr val="dk1"/>
              </a:buClr>
              <a:buSzPts val="1200"/>
              <a:buChar char="•"/>
              <a:defRPr sz="1200" i="0" u="none" strike="noStrike" cap="none">
                <a:solidFill>
                  <a:schemeClr val="dk1"/>
                </a:solidFill>
              </a:defRPr>
            </a:lvl4pPr>
            <a:lvl5pPr marL="2286000" marR="0" lvl="4" indent="-304800" algn="l" rtl="0">
              <a:lnSpc>
                <a:spcPct val="100000"/>
              </a:lnSpc>
              <a:spcBef>
                <a:spcPts val="400"/>
              </a:spcBef>
              <a:spcAft>
                <a:spcPts val="0"/>
              </a:spcAft>
              <a:buClr>
                <a:schemeClr val="dk1"/>
              </a:buClr>
              <a:buSzPts val="1200"/>
              <a:buChar char="•"/>
              <a:defRPr sz="1200" i="0" u="none" strike="noStrike" cap="none">
                <a:solidFill>
                  <a:schemeClr val="dk1"/>
                </a:solidFill>
              </a:defRPr>
            </a:lvl5pPr>
            <a:lvl6pPr marL="2743200" marR="0" lvl="5" indent="-304800" algn="l" rtl="0">
              <a:lnSpc>
                <a:spcPct val="100000"/>
              </a:lnSpc>
              <a:spcBef>
                <a:spcPts val="400"/>
              </a:spcBef>
              <a:spcAft>
                <a:spcPts val="0"/>
              </a:spcAft>
              <a:buClr>
                <a:schemeClr val="dk1"/>
              </a:buClr>
              <a:buSzPts val="1200"/>
              <a:buChar char="•"/>
              <a:defRPr sz="1200" i="0" u="none" strike="noStrike" cap="none">
                <a:solidFill>
                  <a:schemeClr val="dk1"/>
                </a:solidFill>
              </a:defRPr>
            </a:lvl6pPr>
            <a:lvl7pPr marL="3200400" marR="0" lvl="6" indent="-304800" algn="l" rtl="0">
              <a:lnSpc>
                <a:spcPct val="100000"/>
              </a:lnSpc>
              <a:spcBef>
                <a:spcPts val="400"/>
              </a:spcBef>
              <a:spcAft>
                <a:spcPts val="0"/>
              </a:spcAft>
              <a:buClr>
                <a:schemeClr val="dk1"/>
              </a:buClr>
              <a:buSzPts val="1200"/>
              <a:buChar char="•"/>
              <a:defRPr sz="1200" i="0" u="none" strike="noStrike" cap="none">
                <a:solidFill>
                  <a:schemeClr val="dk1"/>
                </a:solidFill>
              </a:defRPr>
            </a:lvl7pPr>
            <a:lvl8pPr marL="3657600" marR="0" lvl="7" indent="-304800" algn="l" rtl="0">
              <a:lnSpc>
                <a:spcPct val="100000"/>
              </a:lnSpc>
              <a:spcBef>
                <a:spcPts val="400"/>
              </a:spcBef>
              <a:spcAft>
                <a:spcPts val="0"/>
              </a:spcAft>
              <a:buClr>
                <a:schemeClr val="dk1"/>
              </a:buClr>
              <a:buSzPts val="1200"/>
              <a:buChar char="•"/>
              <a:defRPr sz="1200" i="0" u="none" strike="noStrike" cap="none">
                <a:solidFill>
                  <a:schemeClr val="dk1"/>
                </a:solidFill>
              </a:defRPr>
            </a:lvl8pPr>
            <a:lvl9pPr marL="4114800" marR="0" lvl="8" indent="-304800" algn="l" rtl="0">
              <a:lnSpc>
                <a:spcPct val="100000"/>
              </a:lnSpc>
              <a:spcBef>
                <a:spcPts val="400"/>
              </a:spcBef>
              <a:spcAft>
                <a:spcPts val="0"/>
              </a:spcAft>
              <a:buClr>
                <a:schemeClr val="dk1"/>
              </a:buClr>
              <a:buSzPts val="1200"/>
              <a:buChar char="•"/>
              <a:defRPr sz="1200" i="0" u="none" strike="noStrike" cap="none">
                <a:solidFill>
                  <a:schemeClr val="dk1"/>
                </a:solidFill>
              </a:defRPr>
            </a:lvl9pPr>
          </a:lstStyle>
          <a:p>
            <a:endParaRPr/>
          </a:p>
        </p:txBody>
      </p:sp>
    </p:spTree>
  </p:cSld>
  <p:clrMapOvr>
    <a:masterClrMapping/>
  </p:clrMapOvr>
  <p:extLst>
    <p:ext uri="{DCECCB84-F9BA-43D5-87BE-67443E8EF086}">
      <p15:sldGuideLst xmlns:p15="http://schemas.microsoft.com/office/powerpoint/2012/main">
        <p15:guide id="1" pos="5533">
          <p15:clr>
            <a:srgbClr val="E46962"/>
          </p15:clr>
        </p15:guide>
        <p15:guide id="2" orient="horz" pos="216">
          <p15:clr>
            <a:srgbClr val="E46962"/>
          </p15:clr>
        </p15:guide>
        <p15:guide id="3" orient="horz" pos="108">
          <p15:clr>
            <a:srgbClr val="E46962"/>
          </p15:clr>
        </p15:guide>
        <p15:guide id="4" orient="horz" pos="605">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Header only slide">
  <p:cSld name="Title and Content slide">
    <p:spTree>
      <p:nvGrpSpPr>
        <p:cNvPr id="1" name="Shape 35"/>
        <p:cNvGrpSpPr/>
        <p:nvPr/>
      </p:nvGrpSpPr>
      <p:grpSpPr>
        <a:xfrm>
          <a:off x="0" y="0"/>
          <a:ext cx="0" cy="0"/>
          <a:chOff x="0" y="0"/>
          <a:chExt cx="0" cy="0"/>
        </a:xfrm>
      </p:grpSpPr>
      <p:sp>
        <p:nvSpPr>
          <p:cNvPr id="36" name="Google Shape;36;g27159f98687_7_26"/>
          <p:cNvSpPr txBox="1">
            <a:spLocks noGrp="1"/>
          </p:cNvSpPr>
          <p:nvPr>
            <p:ph type="title"/>
          </p:nvPr>
        </p:nvSpPr>
        <p:spPr>
          <a:xfrm>
            <a:off x="388475" y="143706"/>
            <a:ext cx="8394300" cy="7248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2400"/>
              <a:buNone/>
              <a:defRPr sz="2400" i="0" u="none" strike="noStrike" cap="none">
                <a:solidFill>
                  <a:schemeClr val="dk1"/>
                </a:solidFill>
              </a:defRPr>
            </a:lvl1pPr>
            <a:lvl2pPr marR="0" lvl="1" algn="l" rtl="0">
              <a:lnSpc>
                <a:spcPct val="100000"/>
              </a:lnSpc>
              <a:spcBef>
                <a:spcPts val="0"/>
              </a:spcBef>
              <a:spcAft>
                <a:spcPts val="0"/>
              </a:spcAft>
              <a:buClr>
                <a:schemeClr val="dk1"/>
              </a:buClr>
              <a:buSzPts val="1100"/>
              <a:buFont typeface="Garamond"/>
              <a:buNone/>
              <a:defRPr sz="1400" i="0" u="none" strike="noStrike" cap="none">
                <a:solidFill>
                  <a:schemeClr val="dk1"/>
                </a:solidFill>
                <a:latin typeface="Garamond"/>
                <a:ea typeface="Garamond"/>
                <a:cs typeface="Garamond"/>
                <a:sym typeface="Garamond"/>
              </a:defRPr>
            </a:lvl2pPr>
            <a:lvl3pPr marR="0" lvl="2" algn="l" rtl="0">
              <a:lnSpc>
                <a:spcPct val="100000"/>
              </a:lnSpc>
              <a:spcBef>
                <a:spcPts val="0"/>
              </a:spcBef>
              <a:spcAft>
                <a:spcPts val="0"/>
              </a:spcAft>
              <a:buClr>
                <a:schemeClr val="dk1"/>
              </a:buClr>
              <a:buSzPts val="1100"/>
              <a:buFont typeface="Garamond"/>
              <a:buNone/>
              <a:defRPr sz="1400" i="0" u="none" strike="noStrike" cap="none">
                <a:solidFill>
                  <a:schemeClr val="dk1"/>
                </a:solidFill>
                <a:latin typeface="Garamond"/>
                <a:ea typeface="Garamond"/>
                <a:cs typeface="Garamond"/>
                <a:sym typeface="Garamond"/>
              </a:defRPr>
            </a:lvl3pPr>
            <a:lvl4pPr marR="0" lvl="3" algn="l" rtl="0">
              <a:lnSpc>
                <a:spcPct val="100000"/>
              </a:lnSpc>
              <a:spcBef>
                <a:spcPts val="0"/>
              </a:spcBef>
              <a:spcAft>
                <a:spcPts val="0"/>
              </a:spcAft>
              <a:buClr>
                <a:schemeClr val="dk1"/>
              </a:buClr>
              <a:buSzPts val="1100"/>
              <a:buFont typeface="Garamond"/>
              <a:buNone/>
              <a:defRPr sz="1400" i="0" u="none" strike="noStrike" cap="none">
                <a:solidFill>
                  <a:schemeClr val="dk1"/>
                </a:solidFill>
                <a:latin typeface="Garamond"/>
                <a:ea typeface="Garamond"/>
                <a:cs typeface="Garamond"/>
                <a:sym typeface="Garamond"/>
              </a:defRPr>
            </a:lvl4pPr>
            <a:lvl5pPr marR="0" lvl="4" algn="l" rtl="0">
              <a:lnSpc>
                <a:spcPct val="100000"/>
              </a:lnSpc>
              <a:spcBef>
                <a:spcPts val="0"/>
              </a:spcBef>
              <a:spcAft>
                <a:spcPts val="0"/>
              </a:spcAft>
              <a:buClr>
                <a:schemeClr val="dk1"/>
              </a:buClr>
              <a:buSzPts val="1100"/>
              <a:buFont typeface="Garamond"/>
              <a:buNone/>
              <a:defRPr sz="1400" i="0" u="none" strike="noStrike" cap="none">
                <a:solidFill>
                  <a:schemeClr val="dk1"/>
                </a:solidFill>
                <a:latin typeface="Garamond"/>
                <a:ea typeface="Garamond"/>
                <a:cs typeface="Garamond"/>
                <a:sym typeface="Garamond"/>
              </a:defRPr>
            </a:lvl5pPr>
            <a:lvl6pPr marR="0" lvl="5" algn="l" rtl="0">
              <a:lnSpc>
                <a:spcPct val="100000"/>
              </a:lnSpc>
              <a:spcBef>
                <a:spcPts val="0"/>
              </a:spcBef>
              <a:spcAft>
                <a:spcPts val="0"/>
              </a:spcAft>
              <a:buClr>
                <a:schemeClr val="dk1"/>
              </a:buClr>
              <a:buSzPts val="1100"/>
              <a:buFont typeface="Garamond"/>
              <a:buNone/>
              <a:defRPr sz="1400" i="0" u="none" strike="noStrike" cap="none">
                <a:solidFill>
                  <a:schemeClr val="dk1"/>
                </a:solidFill>
                <a:latin typeface="Garamond"/>
                <a:ea typeface="Garamond"/>
                <a:cs typeface="Garamond"/>
                <a:sym typeface="Garamond"/>
              </a:defRPr>
            </a:lvl6pPr>
            <a:lvl7pPr marR="0" lvl="6" algn="l" rtl="0">
              <a:lnSpc>
                <a:spcPct val="100000"/>
              </a:lnSpc>
              <a:spcBef>
                <a:spcPts val="0"/>
              </a:spcBef>
              <a:spcAft>
                <a:spcPts val="0"/>
              </a:spcAft>
              <a:buClr>
                <a:schemeClr val="dk1"/>
              </a:buClr>
              <a:buSzPts val="1100"/>
              <a:buFont typeface="Garamond"/>
              <a:buNone/>
              <a:defRPr sz="1400" i="0" u="none" strike="noStrike" cap="none">
                <a:solidFill>
                  <a:schemeClr val="dk1"/>
                </a:solidFill>
                <a:latin typeface="Garamond"/>
                <a:ea typeface="Garamond"/>
                <a:cs typeface="Garamond"/>
                <a:sym typeface="Garamond"/>
              </a:defRPr>
            </a:lvl7pPr>
            <a:lvl8pPr marR="0" lvl="7" algn="l" rtl="0">
              <a:lnSpc>
                <a:spcPct val="100000"/>
              </a:lnSpc>
              <a:spcBef>
                <a:spcPts val="0"/>
              </a:spcBef>
              <a:spcAft>
                <a:spcPts val="0"/>
              </a:spcAft>
              <a:buClr>
                <a:schemeClr val="dk1"/>
              </a:buClr>
              <a:buSzPts val="1100"/>
              <a:buFont typeface="Garamond"/>
              <a:buNone/>
              <a:defRPr sz="1400" i="0" u="none" strike="noStrike" cap="none">
                <a:solidFill>
                  <a:schemeClr val="dk1"/>
                </a:solidFill>
                <a:latin typeface="Garamond"/>
                <a:ea typeface="Garamond"/>
                <a:cs typeface="Garamond"/>
                <a:sym typeface="Garamond"/>
              </a:defRPr>
            </a:lvl8pPr>
            <a:lvl9pPr marR="0" lvl="8" algn="l" rtl="0">
              <a:lnSpc>
                <a:spcPct val="100000"/>
              </a:lnSpc>
              <a:spcBef>
                <a:spcPts val="0"/>
              </a:spcBef>
              <a:spcAft>
                <a:spcPts val="0"/>
              </a:spcAft>
              <a:buClr>
                <a:schemeClr val="dk1"/>
              </a:buClr>
              <a:buSzPts val="1100"/>
              <a:buFont typeface="Garamond"/>
              <a:buNone/>
              <a:defRPr sz="1400" i="0" u="none" strike="noStrike" cap="none">
                <a:solidFill>
                  <a:schemeClr val="dk1"/>
                </a:solidFill>
                <a:latin typeface="Garamond"/>
                <a:ea typeface="Garamond"/>
                <a:cs typeface="Garamond"/>
                <a:sym typeface="Garamond"/>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slide">
  <p:cSld name="Title only slide">
    <p:spTree>
      <p:nvGrpSpPr>
        <p:cNvPr id="1" name="Shape 37"/>
        <p:cNvGrpSpPr/>
        <p:nvPr/>
      </p:nvGrpSpPr>
      <p:grpSpPr>
        <a:xfrm>
          <a:off x="0" y="0"/>
          <a:ext cx="0" cy="0"/>
          <a:chOff x="0" y="0"/>
          <a:chExt cx="0" cy="0"/>
        </a:xfrm>
      </p:grpSpPr>
      <p:sp>
        <p:nvSpPr>
          <p:cNvPr id="38" name="Google Shape;38;g27159f98687_7_28"/>
          <p:cNvSpPr txBox="1">
            <a:spLocks noGrp="1"/>
          </p:cNvSpPr>
          <p:nvPr>
            <p:ph type="title"/>
          </p:nvPr>
        </p:nvSpPr>
        <p:spPr>
          <a:xfrm>
            <a:off x="388475" y="143706"/>
            <a:ext cx="8394300" cy="7248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SzPts val="2400"/>
              <a:buNone/>
              <a:defRPr sz="2400" i="0" u="none" strike="noStrike" cap="none"/>
            </a:lvl1pPr>
            <a:lvl2pPr marR="0" lvl="1" algn="l" rtl="0">
              <a:lnSpc>
                <a:spcPct val="100000"/>
              </a:lnSpc>
              <a:spcBef>
                <a:spcPts val="0"/>
              </a:spcBef>
              <a:spcAft>
                <a:spcPts val="0"/>
              </a:spcAft>
              <a:buSzPts val="1100"/>
              <a:buNone/>
              <a:defRPr sz="1400" i="0" u="none" strike="noStrike" cap="none"/>
            </a:lvl2pPr>
            <a:lvl3pPr marR="0" lvl="2" algn="l" rtl="0">
              <a:lnSpc>
                <a:spcPct val="100000"/>
              </a:lnSpc>
              <a:spcBef>
                <a:spcPts val="0"/>
              </a:spcBef>
              <a:spcAft>
                <a:spcPts val="0"/>
              </a:spcAft>
              <a:buSzPts val="1100"/>
              <a:buNone/>
              <a:defRPr sz="1400" i="0" u="none" strike="noStrike" cap="none"/>
            </a:lvl3pPr>
            <a:lvl4pPr marR="0" lvl="3" algn="l" rtl="0">
              <a:lnSpc>
                <a:spcPct val="100000"/>
              </a:lnSpc>
              <a:spcBef>
                <a:spcPts val="0"/>
              </a:spcBef>
              <a:spcAft>
                <a:spcPts val="0"/>
              </a:spcAft>
              <a:buSzPts val="1100"/>
              <a:buNone/>
              <a:defRPr sz="1400" i="0" u="none" strike="noStrike" cap="none"/>
            </a:lvl4pPr>
            <a:lvl5pPr marR="0" lvl="4" algn="l" rtl="0">
              <a:lnSpc>
                <a:spcPct val="100000"/>
              </a:lnSpc>
              <a:spcBef>
                <a:spcPts val="0"/>
              </a:spcBef>
              <a:spcAft>
                <a:spcPts val="0"/>
              </a:spcAft>
              <a:buSzPts val="1100"/>
              <a:buNone/>
              <a:defRPr sz="1400" i="0" u="none" strike="noStrike" cap="none"/>
            </a:lvl5pPr>
            <a:lvl6pPr marR="0" lvl="5" algn="l" rtl="0">
              <a:lnSpc>
                <a:spcPct val="100000"/>
              </a:lnSpc>
              <a:spcBef>
                <a:spcPts val="0"/>
              </a:spcBef>
              <a:spcAft>
                <a:spcPts val="0"/>
              </a:spcAft>
              <a:buSzPts val="1100"/>
              <a:buNone/>
              <a:defRPr sz="1400" i="0" u="none" strike="noStrike" cap="none"/>
            </a:lvl6pPr>
            <a:lvl7pPr marR="0" lvl="6" algn="l" rtl="0">
              <a:lnSpc>
                <a:spcPct val="100000"/>
              </a:lnSpc>
              <a:spcBef>
                <a:spcPts val="0"/>
              </a:spcBef>
              <a:spcAft>
                <a:spcPts val="0"/>
              </a:spcAft>
              <a:buSzPts val="1100"/>
              <a:buNone/>
              <a:defRPr sz="1400" i="0" u="none" strike="noStrike" cap="none"/>
            </a:lvl7pPr>
            <a:lvl8pPr marR="0" lvl="7" algn="l" rtl="0">
              <a:lnSpc>
                <a:spcPct val="100000"/>
              </a:lnSpc>
              <a:spcBef>
                <a:spcPts val="0"/>
              </a:spcBef>
              <a:spcAft>
                <a:spcPts val="0"/>
              </a:spcAft>
              <a:buSzPts val="1100"/>
              <a:buNone/>
              <a:defRPr sz="1400" i="0" u="none" strike="noStrike" cap="none"/>
            </a:lvl8pPr>
            <a:lvl9pPr marR="0" lvl="8" algn="l" rtl="0">
              <a:lnSpc>
                <a:spcPct val="100000"/>
              </a:lnSpc>
              <a:spcBef>
                <a:spcPts val="0"/>
              </a:spcBef>
              <a:spcAft>
                <a:spcPts val="0"/>
              </a:spcAft>
              <a:buSzPts val="1100"/>
              <a:buNone/>
              <a:defRPr sz="1400" i="0" u="none" strike="noStrike" cap="none"/>
            </a:lvl9pPr>
          </a:lstStyle>
          <a:p>
            <a:endParaRPr/>
          </a:p>
        </p:txBody>
      </p:sp>
      <p:sp>
        <p:nvSpPr>
          <p:cNvPr id="39" name="Google Shape;39;g27159f98687_7_28"/>
          <p:cNvSpPr txBox="1">
            <a:spLocks noGrp="1"/>
          </p:cNvSpPr>
          <p:nvPr>
            <p:ph type="body" idx="1"/>
          </p:nvPr>
        </p:nvSpPr>
        <p:spPr>
          <a:xfrm>
            <a:off x="388463" y="1690850"/>
            <a:ext cx="4109100" cy="3050100"/>
          </a:xfrm>
          <a:prstGeom prst="rect">
            <a:avLst/>
          </a:prstGeom>
          <a:noFill/>
          <a:ln>
            <a:noFill/>
          </a:ln>
        </p:spPr>
        <p:txBody>
          <a:bodyPr spcFirstLastPara="1" wrap="square" lIns="68575" tIns="34275" rIns="68575" bIns="34275" anchor="t" anchorCtr="0">
            <a:noAutofit/>
          </a:bodyPr>
          <a:lstStyle>
            <a:lvl1pPr marL="457200" lvl="0" indent="-304800" algn="l" rtl="0">
              <a:lnSpc>
                <a:spcPct val="100000"/>
              </a:lnSpc>
              <a:spcBef>
                <a:spcPts val="500"/>
              </a:spcBef>
              <a:spcAft>
                <a:spcPts val="0"/>
              </a:spcAft>
              <a:buSzPts val="1200"/>
              <a:buChar char="•"/>
              <a:defRPr/>
            </a:lvl1pPr>
            <a:lvl2pPr marL="914400" lvl="1" indent="-298450" algn="l" rtl="0">
              <a:lnSpc>
                <a:spcPct val="100000"/>
              </a:lnSpc>
              <a:spcBef>
                <a:spcPts val="500"/>
              </a:spcBef>
              <a:spcAft>
                <a:spcPts val="0"/>
              </a:spcAft>
              <a:buSzPts val="1100"/>
              <a:buChar char="•"/>
              <a:defRPr/>
            </a:lvl2pPr>
            <a:lvl3pPr marL="1371600" lvl="2" indent="-285750" algn="l" rtl="0">
              <a:lnSpc>
                <a:spcPct val="100000"/>
              </a:lnSpc>
              <a:spcBef>
                <a:spcPts val="500"/>
              </a:spcBef>
              <a:spcAft>
                <a:spcPts val="0"/>
              </a:spcAft>
              <a:buSzPts val="900"/>
              <a:buChar char="•"/>
              <a:defRPr/>
            </a:lvl3pPr>
            <a:lvl4pPr marL="1828800" lvl="3" indent="-298450" algn="l" rtl="0">
              <a:lnSpc>
                <a:spcPct val="100000"/>
              </a:lnSpc>
              <a:spcBef>
                <a:spcPts val="500"/>
              </a:spcBef>
              <a:spcAft>
                <a:spcPts val="0"/>
              </a:spcAft>
              <a:buSzPts val="1100"/>
              <a:buChar char="•"/>
              <a:defRPr sz="1100"/>
            </a:lvl4pPr>
            <a:lvl5pPr marL="2286000" lvl="4" indent="-298450" algn="l" rtl="0">
              <a:lnSpc>
                <a:spcPct val="100000"/>
              </a:lnSpc>
              <a:spcBef>
                <a:spcPts val="500"/>
              </a:spcBef>
              <a:spcAft>
                <a:spcPts val="0"/>
              </a:spcAft>
              <a:buSzPts val="1100"/>
              <a:buChar char="•"/>
              <a:defRPr sz="1100"/>
            </a:lvl5pPr>
            <a:lvl6pPr marL="2743200" lvl="5" indent="-298450" algn="l" rtl="0">
              <a:lnSpc>
                <a:spcPct val="100000"/>
              </a:lnSpc>
              <a:spcBef>
                <a:spcPts val="200"/>
              </a:spcBef>
              <a:spcAft>
                <a:spcPts val="0"/>
              </a:spcAft>
              <a:buSzPts val="1100"/>
              <a:buChar char="•"/>
              <a:defRPr sz="1100"/>
            </a:lvl6pPr>
            <a:lvl7pPr marL="3200400" lvl="6" indent="-298450" algn="l" rtl="0">
              <a:lnSpc>
                <a:spcPct val="100000"/>
              </a:lnSpc>
              <a:spcBef>
                <a:spcPts val="200"/>
              </a:spcBef>
              <a:spcAft>
                <a:spcPts val="0"/>
              </a:spcAft>
              <a:buSzPts val="1100"/>
              <a:buChar char="•"/>
              <a:defRPr sz="1100"/>
            </a:lvl7pPr>
            <a:lvl8pPr marL="3657600" lvl="7" indent="-298450" algn="l" rtl="0">
              <a:lnSpc>
                <a:spcPct val="100000"/>
              </a:lnSpc>
              <a:spcBef>
                <a:spcPts val="200"/>
              </a:spcBef>
              <a:spcAft>
                <a:spcPts val="0"/>
              </a:spcAft>
              <a:buSzPts val="1100"/>
              <a:buChar char="•"/>
              <a:defRPr sz="1100"/>
            </a:lvl8pPr>
            <a:lvl9pPr marL="4114800" lvl="8" indent="-298450" algn="l" rtl="0">
              <a:lnSpc>
                <a:spcPct val="100000"/>
              </a:lnSpc>
              <a:spcBef>
                <a:spcPts val="200"/>
              </a:spcBef>
              <a:spcAft>
                <a:spcPts val="0"/>
              </a:spcAft>
              <a:buSzPts val="1100"/>
              <a:buChar char="•"/>
              <a:defRPr sz="1100"/>
            </a:lvl9pPr>
          </a:lstStyle>
          <a:p>
            <a:endParaRPr/>
          </a:p>
        </p:txBody>
      </p:sp>
      <p:sp>
        <p:nvSpPr>
          <p:cNvPr id="40" name="Google Shape;40;g27159f98687_7_28"/>
          <p:cNvSpPr txBox="1">
            <a:spLocks noGrp="1"/>
          </p:cNvSpPr>
          <p:nvPr>
            <p:ph type="body" idx="2"/>
          </p:nvPr>
        </p:nvSpPr>
        <p:spPr>
          <a:xfrm>
            <a:off x="4666985" y="1690850"/>
            <a:ext cx="4041600" cy="3050100"/>
          </a:xfrm>
          <a:prstGeom prst="rect">
            <a:avLst/>
          </a:prstGeom>
          <a:noFill/>
          <a:ln>
            <a:noFill/>
          </a:ln>
        </p:spPr>
        <p:txBody>
          <a:bodyPr spcFirstLastPara="1" wrap="square" lIns="68575" tIns="34275" rIns="68575" bIns="34275" anchor="t" anchorCtr="0">
            <a:noAutofit/>
          </a:bodyPr>
          <a:lstStyle>
            <a:lvl1pPr marL="457200" lvl="0" indent="-304800" algn="l" rtl="0">
              <a:lnSpc>
                <a:spcPct val="100000"/>
              </a:lnSpc>
              <a:spcBef>
                <a:spcPts val="500"/>
              </a:spcBef>
              <a:spcAft>
                <a:spcPts val="0"/>
              </a:spcAft>
              <a:buSzPts val="1200"/>
              <a:buChar char="•"/>
              <a:defRPr/>
            </a:lvl1pPr>
            <a:lvl2pPr marL="914400" lvl="1" indent="-298450" algn="l" rtl="0">
              <a:lnSpc>
                <a:spcPct val="100000"/>
              </a:lnSpc>
              <a:spcBef>
                <a:spcPts val="500"/>
              </a:spcBef>
              <a:spcAft>
                <a:spcPts val="0"/>
              </a:spcAft>
              <a:buSzPts val="1100"/>
              <a:buChar char="•"/>
              <a:defRPr/>
            </a:lvl2pPr>
            <a:lvl3pPr marL="1371600" lvl="2" indent="-285750" algn="l" rtl="0">
              <a:lnSpc>
                <a:spcPct val="100000"/>
              </a:lnSpc>
              <a:spcBef>
                <a:spcPts val="500"/>
              </a:spcBef>
              <a:spcAft>
                <a:spcPts val="0"/>
              </a:spcAft>
              <a:buSzPts val="900"/>
              <a:buChar char="•"/>
              <a:defRPr/>
            </a:lvl3pPr>
            <a:lvl4pPr marL="1828800" lvl="3" indent="-298450" algn="l" rtl="0">
              <a:lnSpc>
                <a:spcPct val="100000"/>
              </a:lnSpc>
              <a:spcBef>
                <a:spcPts val="500"/>
              </a:spcBef>
              <a:spcAft>
                <a:spcPts val="0"/>
              </a:spcAft>
              <a:buSzPts val="1100"/>
              <a:buChar char="•"/>
              <a:defRPr sz="1100"/>
            </a:lvl4pPr>
            <a:lvl5pPr marL="2286000" lvl="4" indent="-298450" algn="l" rtl="0">
              <a:lnSpc>
                <a:spcPct val="100000"/>
              </a:lnSpc>
              <a:spcBef>
                <a:spcPts val="500"/>
              </a:spcBef>
              <a:spcAft>
                <a:spcPts val="0"/>
              </a:spcAft>
              <a:buSzPts val="1100"/>
              <a:buChar char="•"/>
              <a:defRPr sz="1100"/>
            </a:lvl5pPr>
            <a:lvl6pPr marL="2743200" lvl="5" indent="-298450" algn="l" rtl="0">
              <a:lnSpc>
                <a:spcPct val="100000"/>
              </a:lnSpc>
              <a:spcBef>
                <a:spcPts val="200"/>
              </a:spcBef>
              <a:spcAft>
                <a:spcPts val="0"/>
              </a:spcAft>
              <a:buSzPts val="1100"/>
              <a:buChar char="•"/>
              <a:defRPr sz="1100"/>
            </a:lvl6pPr>
            <a:lvl7pPr marL="3200400" lvl="6" indent="-298450" algn="l" rtl="0">
              <a:lnSpc>
                <a:spcPct val="100000"/>
              </a:lnSpc>
              <a:spcBef>
                <a:spcPts val="200"/>
              </a:spcBef>
              <a:spcAft>
                <a:spcPts val="0"/>
              </a:spcAft>
              <a:buSzPts val="1100"/>
              <a:buChar char="•"/>
              <a:defRPr sz="1100"/>
            </a:lvl7pPr>
            <a:lvl8pPr marL="3657600" lvl="7" indent="-298450" algn="l" rtl="0">
              <a:lnSpc>
                <a:spcPct val="100000"/>
              </a:lnSpc>
              <a:spcBef>
                <a:spcPts val="200"/>
              </a:spcBef>
              <a:spcAft>
                <a:spcPts val="0"/>
              </a:spcAft>
              <a:buSzPts val="1100"/>
              <a:buChar char="•"/>
              <a:defRPr sz="1100"/>
            </a:lvl8pPr>
            <a:lvl9pPr marL="4114800" lvl="8" indent="-298450" algn="l" rtl="0">
              <a:lnSpc>
                <a:spcPct val="100000"/>
              </a:lnSpc>
              <a:spcBef>
                <a:spcPts val="200"/>
              </a:spcBef>
              <a:spcAft>
                <a:spcPts val="0"/>
              </a:spcAft>
              <a:buSzPts val="1100"/>
              <a:buChar char="•"/>
              <a:defRPr sz="1100"/>
            </a:lvl9pPr>
          </a:lstStyle>
          <a:p>
            <a:endParaRPr/>
          </a:p>
        </p:txBody>
      </p:sp>
      <p:sp>
        <p:nvSpPr>
          <p:cNvPr id="41" name="Google Shape;41;g27159f98687_7_28"/>
          <p:cNvSpPr txBox="1">
            <a:spLocks noGrp="1"/>
          </p:cNvSpPr>
          <p:nvPr>
            <p:ph type="title" idx="3"/>
          </p:nvPr>
        </p:nvSpPr>
        <p:spPr>
          <a:xfrm>
            <a:off x="388463" y="997075"/>
            <a:ext cx="4109100" cy="618300"/>
          </a:xfrm>
          <a:prstGeom prst="rect">
            <a:avLst/>
          </a:prstGeom>
          <a:noFill/>
          <a:ln>
            <a:noFill/>
          </a:ln>
        </p:spPr>
        <p:txBody>
          <a:bodyPr spcFirstLastPara="1" wrap="square" lIns="68575" tIns="34275" rIns="68575" bIns="34275" anchor="t" anchorCtr="0">
            <a:noAutofit/>
          </a:bodyPr>
          <a:lstStyle>
            <a:lvl1pPr marL="0" marR="0" lvl="0" indent="0" algn="l" rtl="0">
              <a:lnSpc>
                <a:spcPct val="100000"/>
              </a:lnSpc>
              <a:spcBef>
                <a:spcPts val="0"/>
              </a:spcBef>
              <a:spcAft>
                <a:spcPts val="0"/>
              </a:spcAft>
              <a:buSzPts val="1600"/>
              <a:buNone/>
              <a:defRPr sz="1600"/>
            </a:lvl1pPr>
            <a:lvl2pPr lvl="1" algn="l" rtl="0">
              <a:lnSpc>
                <a:spcPct val="100000"/>
              </a:lnSpc>
              <a:spcBef>
                <a:spcPts val="0"/>
              </a:spcBef>
              <a:spcAft>
                <a:spcPts val="0"/>
              </a:spcAft>
              <a:buSzPts val="1600"/>
              <a:buNone/>
              <a:defRPr sz="1600" b="1"/>
            </a:lvl2pPr>
            <a:lvl3pPr lvl="2" algn="l" rtl="0">
              <a:lnSpc>
                <a:spcPct val="100000"/>
              </a:lnSpc>
              <a:spcBef>
                <a:spcPts val="0"/>
              </a:spcBef>
              <a:spcAft>
                <a:spcPts val="0"/>
              </a:spcAft>
              <a:buSzPts val="1600"/>
              <a:buNone/>
              <a:defRPr sz="1600" b="1"/>
            </a:lvl3pPr>
            <a:lvl4pPr lvl="3" algn="l" rtl="0">
              <a:lnSpc>
                <a:spcPct val="100000"/>
              </a:lnSpc>
              <a:spcBef>
                <a:spcPts val="0"/>
              </a:spcBef>
              <a:spcAft>
                <a:spcPts val="0"/>
              </a:spcAft>
              <a:buSzPts val="1600"/>
              <a:buNone/>
              <a:defRPr sz="1600" b="1"/>
            </a:lvl4pPr>
            <a:lvl5pPr lvl="4" algn="l" rtl="0">
              <a:lnSpc>
                <a:spcPct val="100000"/>
              </a:lnSpc>
              <a:spcBef>
                <a:spcPts val="0"/>
              </a:spcBef>
              <a:spcAft>
                <a:spcPts val="0"/>
              </a:spcAft>
              <a:buSzPts val="1600"/>
              <a:buNone/>
              <a:defRPr sz="1600" b="1"/>
            </a:lvl5pPr>
            <a:lvl6pPr lvl="5" algn="l" rtl="0">
              <a:lnSpc>
                <a:spcPct val="100000"/>
              </a:lnSpc>
              <a:spcBef>
                <a:spcPts val="0"/>
              </a:spcBef>
              <a:spcAft>
                <a:spcPts val="0"/>
              </a:spcAft>
              <a:buSzPts val="1600"/>
              <a:buNone/>
              <a:defRPr sz="1600" b="1"/>
            </a:lvl6pPr>
            <a:lvl7pPr lvl="6" algn="l" rtl="0">
              <a:lnSpc>
                <a:spcPct val="100000"/>
              </a:lnSpc>
              <a:spcBef>
                <a:spcPts val="0"/>
              </a:spcBef>
              <a:spcAft>
                <a:spcPts val="0"/>
              </a:spcAft>
              <a:buSzPts val="1600"/>
              <a:buNone/>
              <a:defRPr sz="1600" b="1"/>
            </a:lvl7pPr>
            <a:lvl8pPr lvl="7" algn="l" rtl="0">
              <a:lnSpc>
                <a:spcPct val="100000"/>
              </a:lnSpc>
              <a:spcBef>
                <a:spcPts val="0"/>
              </a:spcBef>
              <a:spcAft>
                <a:spcPts val="0"/>
              </a:spcAft>
              <a:buSzPts val="1600"/>
              <a:buNone/>
              <a:defRPr sz="1600" b="1"/>
            </a:lvl8pPr>
            <a:lvl9pPr lvl="8" algn="l" rtl="0">
              <a:lnSpc>
                <a:spcPct val="100000"/>
              </a:lnSpc>
              <a:spcBef>
                <a:spcPts val="0"/>
              </a:spcBef>
              <a:spcAft>
                <a:spcPts val="0"/>
              </a:spcAft>
              <a:buSzPts val="1600"/>
              <a:buNone/>
              <a:defRPr sz="1600" b="1"/>
            </a:lvl9pPr>
          </a:lstStyle>
          <a:p>
            <a:endParaRPr/>
          </a:p>
        </p:txBody>
      </p:sp>
      <p:sp>
        <p:nvSpPr>
          <p:cNvPr id="42" name="Google Shape;42;g27159f98687_7_28"/>
          <p:cNvSpPr txBox="1">
            <a:spLocks noGrp="1"/>
          </p:cNvSpPr>
          <p:nvPr>
            <p:ph type="title" idx="4"/>
          </p:nvPr>
        </p:nvSpPr>
        <p:spPr>
          <a:xfrm>
            <a:off x="4666983" y="997075"/>
            <a:ext cx="4041600" cy="618300"/>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SzPts val="1600"/>
              <a:buNone/>
              <a:defRPr sz="1600" i="0" u="none" strike="noStrike" cap="none"/>
            </a:lvl1pPr>
            <a:lvl2pPr lvl="1" algn="l" rtl="0">
              <a:lnSpc>
                <a:spcPct val="100000"/>
              </a:lnSpc>
              <a:spcBef>
                <a:spcPts val="0"/>
              </a:spcBef>
              <a:spcAft>
                <a:spcPts val="0"/>
              </a:spcAft>
              <a:buSzPts val="1600"/>
              <a:buNone/>
              <a:defRPr sz="1600" b="1"/>
            </a:lvl2pPr>
            <a:lvl3pPr lvl="2" algn="l" rtl="0">
              <a:lnSpc>
                <a:spcPct val="100000"/>
              </a:lnSpc>
              <a:spcBef>
                <a:spcPts val="0"/>
              </a:spcBef>
              <a:spcAft>
                <a:spcPts val="0"/>
              </a:spcAft>
              <a:buSzPts val="1600"/>
              <a:buNone/>
              <a:defRPr sz="1600" b="1"/>
            </a:lvl3pPr>
            <a:lvl4pPr lvl="3" algn="l" rtl="0">
              <a:lnSpc>
                <a:spcPct val="100000"/>
              </a:lnSpc>
              <a:spcBef>
                <a:spcPts val="0"/>
              </a:spcBef>
              <a:spcAft>
                <a:spcPts val="0"/>
              </a:spcAft>
              <a:buSzPts val="1600"/>
              <a:buNone/>
              <a:defRPr sz="1600" b="1"/>
            </a:lvl4pPr>
            <a:lvl5pPr lvl="4" algn="l" rtl="0">
              <a:lnSpc>
                <a:spcPct val="100000"/>
              </a:lnSpc>
              <a:spcBef>
                <a:spcPts val="0"/>
              </a:spcBef>
              <a:spcAft>
                <a:spcPts val="0"/>
              </a:spcAft>
              <a:buSzPts val="1600"/>
              <a:buNone/>
              <a:defRPr sz="1600" b="1"/>
            </a:lvl5pPr>
            <a:lvl6pPr lvl="5" algn="l" rtl="0">
              <a:lnSpc>
                <a:spcPct val="100000"/>
              </a:lnSpc>
              <a:spcBef>
                <a:spcPts val="0"/>
              </a:spcBef>
              <a:spcAft>
                <a:spcPts val="0"/>
              </a:spcAft>
              <a:buSzPts val="1600"/>
              <a:buNone/>
              <a:defRPr sz="1600" b="1"/>
            </a:lvl6pPr>
            <a:lvl7pPr lvl="6" algn="l" rtl="0">
              <a:lnSpc>
                <a:spcPct val="100000"/>
              </a:lnSpc>
              <a:spcBef>
                <a:spcPts val="0"/>
              </a:spcBef>
              <a:spcAft>
                <a:spcPts val="0"/>
              </a:spcAft>
              <a:buSzPts val="1600"/>
              <a:buNone/>
              <a:defRPr sz="1600" b="1"/>
            </a:lvl7pPr>
            <a:lvl8pPr lvl="7" algn="l" rtl="0">
              <a:lnSpc>
                <a:spcPct val="100000"/>
              </a:lnSpc>
              <a:spcBef>
                <a:spcPts val="0"/>
              </a:spcBef>
              <a:spcAft>
                <a:spcPts val="0"/>
              </a:spcAft>
              <a:buSzPts val="1600"/>
              <a:buNone/>
              <a:defRPr sz="1600" b="1"/>
            </a:lvl8pPr>
            <a:lvl9pPr lvl="8" algn="l" rtl="0">
              <a:lnSpc>
                <a:spcPct val="100000"/>
              </a:lnSpc>
              <a:spcBef>
                <a:spcPts val="0"/>
              </a:spcBef>
              <a:spcAft>
                <a:spcPts val="0"/>
              </a:spcAft>
              <a:buSzPts val="1600"/>
              <a:buNone/>
              <a:defRPr sz="1600" b="1"/>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Header and Two column slide">
  <p:cSld name="Title only slide_2">
    <p:spTree>
      <p:nvGrpSpPr>
        <p:cNvPr id="1" name="Shape 43"/>
        <p:cNvGrpSpPr/>
        <p:nvPr/>
      </p:nvGrpSpPr>
      <p:grpSpPr>
        <a:xfrm>
          <a:off x="0" y="0"/>
          <a:ext cx="0" cy="0"/>
          <a:chOff x="0" y="0"/>
          <a:chExt cx="0" cy="0"/>
        </a:xfrm>
      </p:grpSpPr>
      <p:sp>
        <p:nvSpPr>
          <p:cNvPr id="44" name="Google Shape;44;g27159f98687_7_34"/>
          <p:cNvSpPr txBox="1">
            <a:spLocks noGrp="1"/>
          </p:cNvSpPr>
          <p:nvPr>
            <p:ph type="title"/>
          </p:nvPr>
        </p:nvSpPr>
        <p:spPr>
          <a:xfrm>
            <a:off x="388475" y="143706"/>
            <a:ext cx="8394300" cy="7248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2400"/>
              <a:buNone/>
              <a:defRPr sz="2400" i="0" u="none" strike="noStrike" cap="none">
                <a:solidFill>
                  <a:schemeClr val="dk1"/>
                </a:solidFill>
              </a:defRPr>
            </a:lvl1pPr>
            <a:lvl2pPr marR="0" lvl="1" algn="l" rtl="0">
              <a:lnSpc>
                <a:spcPct val="100000"/>
              </a:lnSpc>
              <a:spcBef>
                <a:spcPts val="0"/>
              </a:spcBef>
              <a:spcAft>
                <a:spcPts val="0"/>
              </a:spcAft>
              <a:buClr>
                <a:schemeClr val="dk1"/>
              </a:buClr>
              <a:buSzPts val="1100"/>
              <a:buNone/>
              <a:defRPr sz="1400" i="0" u="none" strike="noStrike" cap="none">
                <a:solidFill>
                  <a:schemeClr val="dk1"/>
                </a:solidFill>
              </a:defRPr>
            </a:lvl2pPr>
            <a:lvl3pPr marR="0" lvl="2" algn="l" rtl="0">
              <a:lnSpc>
                <a:spcPct val="100000"/>
              </a:lnSpc>
              <a:spcBef>
                <a:spcPts val="0"/>
              </a:spcBef>
              <a:spcAft>
                <a:spcPts val="0"/>
              </a:spcAft>
              <a:buClr>
                <a:schemeClr val="dk1"/>
              </a:buClr>
              <a:buSzPts val="1100"/>
              <a:buNone/>
              <a:defRPr sz="1400" i="0" u="none" strike="noStrike" cap="none">
                <a:solidFill>
                  <a:schemeClr val="dk1"/>
                </a:solidFill>
              </a:defRPr>
            </a:lvl3pPr>
            <a:lvl4pPr marR="0" lvl="3" algn="l" rtl="0">
              <a:lnSpc>
                <a:spcPct val="100000"/>
              </a:lnSpc>
              <a:spcBef>
                <a:spcPts val="0"/>
              </a:spcBef>
              <a:spcAft>
                <a:spcPts val="0"/>
              </a:spcAft>
              <a:buClr>
                <a:schemeClr val="dk1"/>
              </a:buClr>
              <a:buSzPts val="1100"/>
              <a:buNone/>
              <a:defRPr sz="1400" i="0" u="none" strike="noStrike" cap="none">
                <a:solidFill>
                  <a:schemeClr val="dk1"/>
                </a:solidFill>
              </a:defRPr>
            </a:lvl4pPr>
            <a:lvl5pPr marR="0" lvl="4" algn="l" rtl="0">
              <a:lnSpc>
                <a:spcPct val="100000"/>
              </a:lnSpc>
              <a:spcBef>
                <a:spcPts val="0"/>
              </a:spcBef>
              <a:spcAft>
                <a:spcPts val="0"/>
              </a:spcAft>
              <a:buClr>
                <a:schemeClr val="dk1"/>
              </a:buClr>
              <a:buSzPts val="1100"/>
              <a:buNone/>
              <a:defRPr sz="1400" i="0" u="none" strike="noStrike" cap="none">
                <a:solidFill>
                  <a:schemeClr val="dk1"/>
                </a:solidFill>
              </a:defRPr>
            </a:lvl5pPr>
            <a:lvl6pPr marR="0" lvl="5" algn="l" rtl="0">
              <a:lnSpc>
                <a:spcPct val="100000"/>
              </a:lnSpc>
              <a:spcBef>
                <a:spcPts val="0"/>
              </a:spcBef>
              <a:spcAft>
                <a:spcPts val="0"/>
              </a:spcAft>
              <a:buClr>
                <a:schemeClr val="dk1"/>
              </a:buClr>
              <a:buSzPts val="1100"/>
              <a:buNone/>
              <a:defRPr sz="1400" i="0" u="none" strike="noStrike" cap="none">
                <a:solidFill>
                  <a:schemeClr val="dk1"/>
                </a:solidFill>
              </a:defRPr>
            </a:lvl6pPr>
            <a:lvl7pPr marR="0" lvl="6" algn="l" rtl="0">
              <a:lnSpc>
                <a:spcPct val="100000"/>
              </a:lnSpc>
              <a:spcBef>
                <a:spcPts val="0"/>
              </a:spcBef>
              <a:spcAft>
                <a:spcPts val="0"/>
              </a:spcAft>
              <a:buClr>
                <a:schemeClr val="dk1"/>
              </a:buClr>
              <a:buSzPts val="1100"/>
              <a:buNone/>
              <a:defRPr sz="1400" i="0" u="none" strike="noStrike" cap="none">
                <a:solidFill>
                  <a:schemeClr val="dk1"/>
                </a:solidFill>
              </a:defRPr>
            </a:lvl7pPr>
            <a:lvl8pPr marR="0" lvl="7" algn="l" rtl="0">
              <a:lnSpc>
                <a:spcPct val="100000"/>
              </a:lnSpc>
              <a:spcBef>
                <a:spcPts val="0"/>
              </a:spcBef>
              <a:spcAft>
                <a:spcPts val="0"/>
              </a:spcAft>
              <a:buClr>
                <a:schemeClr val="dk1"/>
              </a:buClr>
              <a:buSzPts val="1100"/>
              <a:buNone/>
              <a:defRPr sz="1400" i="0" u="none" strike="noStrike" cap="none">
                <a:solidFill>
                  <a:schemeClr val="dk1"/>
                </a:solidFill>
              </a:defRPr>
            </a:lvl8pPr>
            <a:lvl9pPr marR="0" lvl="8" algn="l" rtl="0">
              <a:lnSpc>
                <a:spcPct val="100000"/>
              </a:lnSpc>
              <a:spcBef>
                <a:spcPts val="0"/>
              </a:spcBef>
              <a:spcAft>
                <a:spcPts val="0"/>
              </a:spcAft>
              <a:buClr>
                <a:schemeClr val="dk1"/>
              </a:buClr>
              <a:buSzPts val="1100"/>
              <a:buNone/>
              <a:defRPr sz="1400" i="0" u="none" strike="noStrike" cap="none">
                <a:solidFill>
                  <a:schemeClr val="dk1"/>
                </a:solidFill>
              </a:defRPr>
            </a:lvl9pPr>
          </a:lstStyle>
          <a:p>
            <a:endParaRPr/>
          </a:p>
        </p:txBody>
      </p:sp>
      <p:sp>
        <p:nvSpPr>
          <p:cNvPr id="45" name="Google Shape;45;g27159f98687_7_34"/>
          <p:cNvSpPr txBox="1">
            <a:spLocks noGrp="1"/>
          </p:cNvSpPr>
          <p:nvPr>
            <p:ph type="body" idx="1"/>
          </p:nvPr>
        </p:nvSpPr>
        <p:spPr>
          <a:xfrm>
            <a:off x="388463" y="960900"/>
            <a:ext cx="4109100" cy="3754500"/>
          </a:xfrm>
          <a:prstGeom prst="rect">
            <a:avLst/>
          </a:prstGeom>
          <a:noFill/>
          <a:ln>
            <a:noFill/>
          </a:ln>
        </p:spPr>
        <p:txBody>
          <a:bodyPr spcFirstLastPara="1" wrap="square" lIns="68575" tIns="34275" rIns="68575" bIns="34275" anchor="t" anchorCtr="0">
            <a:noAutofit/>
          </a:bodyPr>
          <a:lstStyle>
            <a:lvl1pPr marL="457200" lvl="0" indent="-304800" algn="l" rtl="0">
              <a:lnSpc>
                <a:spcPct val="100000"/>
              </a:lnSpc>
              <a:spcBef>
                <a:spcPts val="500"/>
              </a:spcBef>
              <a:spcAft>
                <a:spcPts val="0"/>
              </a:spcAft>
              <a:buSzPts val="1200"/>
              <a:buChar char="•"/>
              <a:defRPr/>
            </a:lvl1pPr>
            <a:lvl2pPr marL="914400" lvl="1" indent="-298450" algn="l" rtl="0">
              <a:lnSpc>
                <a:spcPct val="100000"/>
              </a:lnSpc>
              <a:spcBef>
                <a:spcPts val="500"/>
              </a:spcBef>
              <a:spcAft>
                <a:spcPts val="0"/>
              </a:spcAft>
              <a:buSzPts val="1100"/>
              <a:buChar char="•"/>
              <a:defRPr/>
            </a:lvl2pPr>
            <a:lvl3pPr marL="1371600" lvl="2" indent="-285750" algn="l" rtl="0">
              <a:lnSpc>
                <a:spcPct val="100000"/>
              </a:lnSpc>
              <a:spcBef>
                <a:spcPts val="500"/>
              </a:spcBef>
              <a:spcAft>
                <a:spcPts val="0"/>
              </a:spcAft>
              <a:buSzPts val="900"/>
              <a:buChar char="•"/>
              <a:defRPr/>
            </a:lvl3pPr>
            <a:lvl4pPr marL="1828800" lvl="3" indent="-298450" algn="l" rtl="0">
              <a:lnSpc>
                <a:spcPct val="100000"/>
              </a:lnSpc>
              <a:spcBef>
                <a:spcPts val="500"/>
              </a:spcBef>
              <a:spcAft>
                <a:spcPts val="0"/>
              </a:spcAft>
              <a:buSzPts val="1100"/>
              <a:buChar char="•"/>
              <a:defRPr sz="1100"/>
            </a:lvl4pPr>
            <a:lvl5pPr marL="2286000" lvl="4" indent="-298450" algn="l" rtl="0">
              <a:lnSpc>
                <a:spcPct val="100000"/>
              </a:lnSpc>
              <a:spcBef>
                <a:spcPts val="500"/>
              </a:spcBef>
              <a:spcAft>
                <a:spcPts val="0"/>
              </a:spcAft>
              <a:buSzPts val="1100"/>
              <a:buChar char="•"/>
              <a:defRPr sz="1100"/>
            </a:lvl5pPr>
            <a:lvl6pPr marL="2743200" lvl="5" indent="-298450" algn="l" rtl="0">
              <a:lnSpc>
                <a:spcPct val="100000"/>
              </a:lnSpc>
              <a:spcBef>
                <a:spcPts val="200"/>
              </a:spcBef>
              <a:spcAft>
                <a:spcPts val="0"/>
              </a:spcAft>
              <a:buSzPts val="1100"/>
              <a:buChar char="•"/>
              <a:defRPr sz="1100"/>
            </a:lvl6pPr>
            <a:lvl7pPr marL="3200400" lvl="6" indent="-298450" algn="l" rtl="0">
              <a:lnSpc>
                <a:spcPct val="100000"/>
              </a:lnSpc>
              <a:spcBef>
                <a:spcPts val="200"/>
              </a:spcBef>
              <a:spcAft>
                <a:spcPts val="0"/>
              </a:spcAft>
              <a:buSzPts val="1100"/>
              <a:buChar char="•"/>
              <a:defRPr sz="1100"/>
            </a:lvl7pPr>
            <a:lvl8pPr marL="3657600" lvl="7" indent="-298450" algn="l" rtl="0">
              <a:lnSpc>
                <a:spcPct val="100000"/>
              </a:lnSpc>
              <a:spcBef>
                <a:spcPts val="200"/>
              </a:spcBef>
              <a:spcAft>
                <a:spcPts val="0"/>
              </a:spcAft>
              <a:buSzPts val="1100"/>
              <a:buChar char="•"/>
              <a:defRPr sz="1100"/>
            </a:lvl8pPr>
            <a:lvl9pPr marL="4114800" lvl="8" indent="-298450" algn="l" rtl="0">
              <a:lnSpc>
                <a:spcPct val="100000"/>
              </a:lnSpc>
              <a:spcBef>
                <a:spcPts val="200"/>
              </a:spcBef>
              <a:spcAft>
                <a:spcPts val="0"/>
              </a:spcAft>
              <a:buSzPts val="1100"/>
              <a:buChar char="•"/>
              <a:defRPr sz="1100"/>
            </a:lvl9pPr>
          </a:lstStyle>
          <a:p>
            <a:endParaRPr/>
          </a:p>
        </p:txBody>
      </p:sp>
      <p:sp>
        <p:nvSpPr>
          <p:cNvPr id="46" name="Google Shape;46;g27159f98687_7_34"/>
          <p:cNvSpPr txBox="1">
            <a:spLocks noGrp="1"/>
          </p:cNvSpPr>
          <p:nvPr>
            <p:ph type="body" idx="2"/>
          </p:nvPr>
        </p:nvSpPr>
        <p:spPr>
          <a:xfrm>
            <a:off x="4666986" y="960900"/>
            <a:ext cx="4041600" cy="3754500"/>
          </a:xfrm>
          <a:prstGeom prst="rect">
            <a:avLst/>
          </a:prstGeom>
          <a:noFill/>
          <a:ln>
            <a:noFill/>
          </a:ln>
        </p:spPr>
        <p:txBody>
          <a:bodyPr spcFirstLastPara="1" wrap="square" lIns="68575" tIns="34275" rIns="68575" bIns="34275" anchor="t" anchorCtr="0">
            <a:noAutofit/>
          </a:bodyPr>
          <a:lstStyle>
            <a:lvl1pPr marL="457200" lvl="0" indent="-304800" algn="l" rtl="0">
              <a:lnSpc>
                <a:spcPct val="100000"/>
              </a:lnSpc>
              <a:spcBef>
                <a:spcPts val="500"/>
              </a:spcBef>
              <a:spcAft>
                <a:spcPts val="0"/>
              </a:spcAft>
              <a:buSzPts val="1200"/>
              <a:buChar char="•"/>
              <a:defRPr/>
            </a:lvl1pPr>
            <a:lvl2pPr marL="914400" lvl="1" indent="-298450" algn="l" rtl="0">
              <a:lnSpc>
                <a:spcPct val="100000"/>
              </a:lnSpc>
              <a:spcBef>
                <a:spcPts val="500"/>
              </a:spcBef>
              <a:spcAft>
                <a:spcPts val="0"/>
              </a:spcAft>
              <a:buSzPts val="1100"/>
              <a:buChar char="•"/>
              <a:defRPr/>
            </a:lvl2pPr>
            <a:lvl3pPr marL="1371600" lvl="2" indent="-285750" algn="l" rtl="0">
              <a:lnSpc>
                <a:spcPct val="100000"/>
              </a:lnSpc>
              <a:spcBef>
                <a:spcPts val="500"/>
              </a:spcBef>
              <a:spcAft>
                <a:spcPts val="0"/>
              </a:spcAft>
              <a:buSzPts val="900"/>
              <a:buChar char="•"/>
              <a:defRPr/>
            </a:lvl3pPr>
            <a:lvl4pPr marL="1828800" lvl="3" indent="-298450" algn="l" rtl="0">
              <a:lnSpc>
                <a:spcPct val="100000"/>
              </a:lnSpc>
              <a:spcBef>
                <a:spcPts val="500"/>
              </a:spcBef>
              <a:spcAft>
                <a:spcPts val="0"/>
              </a:spcAft>
              <a:buSzPts val="1100"/>
              <a:buChar char="•"/>
              <a:defRPr sz="1100"/>
            </a:lvl4pPr>
            <a:lvl5pPr marL="2286000" lvl="4" indent="-298450" algn="l" rtl="0">
              <a:lnSpc>
                <a:spcPct val="100000"/>
              </a:lnSpc>
              <a:spcBef>
                <a:spcPts val="500"/>
              </a:spcBef>
              <a:spcAft>
                <a:spcPts val="0"/>
              </a:spcAft>
              <a:buSzPts val="1100"/>
              <a:buChar char="•"/>
              <a:defRPr sz="1100"/>
            </a:lvl5pPr>
            <a:lvl6pPr marL="2743200" lvl="5" indent="-298450" algn="l" rtl="0">
              <a:lnSpc>
                <a:spcPct val="100000"/>
              </a:lnSpc>
              <a:spcBef>
                <a:spcPts val="200"/>
              </a:spcBef>
              <a:spcAft>
                <a:spcPts val="0"/>
              </a:spcAft>
              <a:buSzPts val="1100"/>
              <a:buChar char="•"/>
              <a:defRPr sz="1100"/>
            </a:lvl6pPr>
            <a:lvl7pPr marL="3200400" lvl="6" indent="-298450" algn="l" rtl="0">
              <a:lnSpc>
                <a:spcPct val="100000"/>
              </a:lnSpc>
              <a:spcBef>
                <a:spcPts val="200"/>
              </a:spcBef>
              <a:spcAft>
                <a:spcPts val="0"/>
              </a:spcAft>
              <a:buSzPts val="1100"/>
              <a:buChar char="•"/>
              <a:defRPr sz="1100"/>
            </a:lvl7pPr>
            <a:lvl8pPr marL="3657600" lvl="7" indent="-298450" algn="l" rtl="0">
              <a:lnSpc>
                <a:spcPct val="100000"/>
              </a:lnSpc>
              <a:spcBef>
                <a:spcPts val="200"/>
              </a:spcBef>
              <a:spcAft>
                <a:spcPts val="0"/>
              </a:spcAft>
              <a:buSzPts val="1100"/>
              <a:buChar char="•"/>
              <a:defRPr sz="1100"/>
            </a:lvl8pPr>
            <a:lvl9pPr marL="4114800" lvl="8" indent="-298450" algn="l" rtl="0">
              <a:lnSpc>
                <a:spcPct val="100000"/>
              </a:lnSpc>
              <a:spcBef>
                <a:spcPts val="200"/>
              </a:spcBef>
              <a:spcAft>
                <a:spcPts val="0"/>
              </a:spcAft>
              <a:buSzPts val="1100"/>
              <a:buChar char="•"/>
              <a:defRPr sz="11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47"/>
        <p:cNvGrpSpPr/>
        <p:nvPr/>
      </p:nvGrpSpPr>
      <p:grpSpPr>
        <a:xfrm>
          <a:off x="0" y="0"/>
          <a:ext cx="0" cy="0"/>
          <a:chOff x="0" y="0"/>
          <a:chExt cx="0" cy="0"/>
        </a:xfrm>
      </p:grpSpPr>
      <p:sp>
        <p:nvSpPr>
          <p:cNvPr id="48" name="Google Shape;48;g27159f98687_7_38"/>
          <p:cNvSpPr/>
          <p:nvPr/>
        </p:nvSpPr>
        <p:spPr>
          <a:xfrm>
            <a:off x="1050" y="907181"/>
            <a:ext cx="9144000" cy="84900"/>
          </a:xfrm>
          <a:prstGeom prst="rect">
            <a:avLst/>
          </a:prstGeom>
          <a:solidFill>
            <a:schemeClr val="lt1"/>
          </a:solidFill>
          <a:ln>
            <a:noFill/>
          </a:ln>
        </p:spPr>
        <p:txBody>
          <a:bodyPr spcFirstLastPara="1" wrap="square" lIns="68575" tIns="68575" rIns="68575" bIns="68575" anchor="ctr" anchorCtr="0">
            <a:noAutofit/>
          </a:bodyPr>
          <a:lstStyle/>
          <a:p>
            <a:pPr marL="0" lvl="0" indent="0" algn="ctr" rtl="0">
              <a:spcBef>
                <a:spcPts val="0"/>
              </a:spcBef>
              <a:spcAft>
                <a:spcPts val="0"/>
              </a:spcAft>
              <a:buNone/>
            </a:pPr>
            <a:endParaRPr sz="1100">
              <a:latin typeface="Garamond"/>
              <a:ea typeface="Garamond"/>
              <a:cs typeface="Garamond"/>
              <a:sym typeface="Garamond"/>
            </a:endParaRPr>
          </a:p>
        </p:txBody>
      </p:sp>
    </p:spTree>
  </p:cSld>
  <p:clrMapOvr>
    <a:masterClrMapping/>
  </p:clrMapOvr>
  <p:extLst>
    <p:ext uri="{DCECCB84-F9BA-43D5-87BE-67443E8EF086}">
      <p15:sldGuideLst xmlns:p15="http://schemas.microsoft.com/office/powerpoint/2012/main">
        <p15:guide id="1" pos="216">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slide 1">
  <p:cSld name="Blank slide_1">
    <p:spTree>
      <p:nvGrpSpPr>
        <p:cNvPr id="1" name="Shape 49"/>
        <p:cNvGrpSpPr/>
        <p:nvPr/>
      </p:nvGrpSpPr>
      <p:grpSpPr>
        <a:xfrm>
          <a:off x="0" y="0"/>
          <a:ext cx="0" cy="0"/>
          <a:chOff x="0" y="0"/>
          <a:chExt cx="0" cy="0"/>
        </a:xfrm>
      </p:grpSpPr>
      <p:sp>
        <p:nvSpPr>
          <p:cNvPr id="50" name="Google Shape;50;g27159f98687_7_40"/>
          <p:cNvSpPr/>
          <p:nvPr/>
        </p:nvSpPr>
        <p:spPr>
          <a:xfrm>
            <a:off x="1050" y="907181"/>
            <a:ext cx="9144000" cy="84900"/>
          </a:xfrm>
          <a:prstGeom prst="rect">
            <a:avLst/>
          </a:prstGeom>
          <a:solidFill>
            <a:schemeClr val="lt1"/>
          </a:solidFill>
          <a:ln>
            <a:noFill/>
          </a:ln>
        </p:spPr>
        <p:txBody>
          <a:bodyPr spcFirstLastPara="1" wrap="square" lIns="68575" tIns="68575" rIns="68575" bIns="68575" anchor="ctr" anchorCtr="0">
            <a:noAutofit/>
          </a:bodyPr>
          <a:lstStyle/>
          <a:p>
            <a:pPr marL="0" lvl="0" indent="0" algn="ctr" rtl="0">
              <a:spcBef>
                <a:spcPts val="0"/>
              </a:spcBef>
              <a:spcAft>
                <a:spcPts val="0"/>
              </a:spcAft>
              <a:buNone/>
            </a:pPr>
            <a:endParaRPr sz="1100">
              <a:latin typeface="Garamond"/>
              <a:ea typeface="Garamond"/>
              <a:cs typeface="Garamond"/>
              <a:sym typeface="Garamond"/>
            </a:endParaRPr>
          </a:p>
        </p:txBody>
      </p:sp>
      <p:sp>
        <p:nvSpPr>
          <p:cNvPr id="51" name="Google Shape;51;g27159f98687_7_40"/>
          <p:cNvSpPr/>
          <p:nvPr/>
        </p:nvSpPr>
        <p:spPr>
          <a:xfrm>
            <a:off x="0" y="4927900"/>
            <a:ext cx="9144900" cy="2157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52" name="Google Shape;52;g27159f98687_7_40"/>
          <p:cNvSpPr/>
          <p:nvPr/>
        </p:nvSpPr>
        <p:spPr>
          <a:xfrm>
            <a:off x="125" y="-19242"/>
            <a:ext cx="9144000" cy="621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ustom Layout 1">
  <p:cSld name="CUSTOM_1">
    <p:spTree>
      <p:nvGrpSpPr>
        <p:cNvPr id="1" name="Shape 53"/>
        <p:cNvGrpSpPr/>
        <p:nvPr/>
      </p:nvGrpSpPr>
      <p:grpSpPr>
        <a:xfrm>
          <a:off x="0" y="0"/>
          <a:ext cx="0" cy="0"/>
          <a:chOff x="0" y="0"/>
          <a:chExt cx="0" cy="0"/>
        </a:xfrm>
      </p:grpSpPr>
      <p:sp>
        <p:nvSpPr>
          <p:cNvPr id="54" name="Google Shape;54;g27159f98687_7_44"/>
          <p:cNvSpPr txBox="1">
            <a:spLocks noGrp="1"/>
          </p:cNvSpPr>
          <p:nvPr>
            <p:ph type="title"/>
          </p:nvPr>
        </p:nvSpPr>
        <p:spPr>
          <a:xfrm>
            <a:off x="388475" y="143706"/>
            <a:ext cx="8394300" cy="724800"/>
          </a:xfrm>
          <a:prstGeom prst="rect">
            <a:avLst/>
          </a:prstGeom>
        </p:spPr>
        <p:txBody>
          <a:bodyPr spcFirstLastPara="1" wrap="square" lIns="68575" tIns="34275" rIns="68575" bIns="34275" anchor="ctr" anchorCtr="0">
            <a:noAutofit/>
          </a:bodyPr>
          <a:lstStyle>
            <a:lvl1pPr lvl="0" rtl="0">
              <a:spcBef>
                <a:spcPts val="0"/>
              </a:spcBef>
              <a:spcAft>
                <a:spcPts val="0"/>
              </a:spcAft>
              <a:buSzPts val="2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55" name="Google Shape;55;g27159f98687_7_44"/>
          <p:cNvSpPr/>
          <p:nvPr/>
        </p:nvSpPr>
        <p:spPr>
          <a:xfrm>
            <a:off x="2947794" y="1287019"/>
            <a:ext cx="2148000" cy="2128800"/>
          </a:xfrm>
          <a:prstGeom prst="diamond">
            <a:avLst/>
          </a:prstGeom>
          <a:noFill/>
          <a:ln w="9525" cap="flat" cmpd="sng">
            <a:solidFill>
              <a:srgbClr val="596B6E"/>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Raleway"/>
              <a:ea typeface="Raleway"/>
              <a:cs typeface="Raleway"/>
              <a:sym typeface="Raleway"/>
            </a:endParaRPr>
          </a:p>
        </p:txBody>
      </p:sp>
      <p:sp>
        <p:nvSpPr>
          <p:cNvPr id="56" name="Google Shape;56;g27159f98687_7_44"/>
          <p:cNvSpPr/>
          <p:nvPr/>
        </p:nvSpPr>
        <p:spPr>
          <a:xfrm>
            <a:off x="604763" y="1287019"/>
            <a:ext cx="2148000" cy="2128800"/>
          </a:xfrm>
          <a:prstGeom prst="diamond">
            <a:avLst/>
          </a:prstGeom>
          <a:noFill/>
          <a:ln w="9525" cap="flat" cmpd="sng">
            <a:solidFill>
              <a:srgbClr val="596B6E"/>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Raleway"/>
              <a:ea typeface="Raleway"/>
              <a:cs typeface="Raleway"/>
              <a:sym typeface="Raleway"/>
            </a:endParaRPr>
          </a:p>
        </p:txBody>
      </p:sp>
      <p:sp>
        <p:nvSpPr>
          <p:cNvPr id="57" name="Google Shape;57;g27159f98687_7_44"/>
          <p:cNvSpPr/>
          <p:nvPr/>
        </p:nvSpPr>
        <p:spPr>
          <a:xfrm>
            <a:off x="5290825" y="1287019"/>
            <a:ext cx="2148000" cy="2128800"/>
          </a:xfrm>
          <a:prstGeom prst="diamond">
            <a:avLst/>
          </a:prstGeom>
          <a:noFill/>
          <a:ln w="9525" cap="flat" cmpd="sng">
            <a:solidFill>
              <a:srgbClr val="596B6E"/>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Raleway"/>
              <a:ea typeface="Raleway"/>
              <a:cs typeface="Raleway"/>
              <a:sym typeface="Raleway"/>
            </a:endParaRPr>
          </a:p>
        </p:txBody>
      </p:sp>
      <p:sp>
        <p:nvSpPr>
          <p:cNvPr id="58" name="Google Shape;58;g27159f98687_7_44"/>
          <p:cNvSpPr/>
          <p:nvPr/>
        </p:nvSpPr>
        <p:spPr>
          <a:xfrm>
            <a:off x="4119310" y="2484570"/>
            <a:ext cx="2148000" cy="2128800"/>
          </a:xfrm>
          <a:prstGeom prst="diamond">
            <a:avLst/>
          </a:prstGeom>
          <a:noFill/>
          <a:ln w="9525" cap="flat" cmpd="sng">
            <a:solidFill>
              <a:srgbClr val="596B6E"/>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Raleway"/>
              <a:ea typeface="Raleway"/>
              <a:cs typeface="Raleway"/>
              <a:sym typeface="Raleway"/>
            </a:endParaRPr>
          </a:p>
        </p:txBody>
      </p:sp>
      <p:sp>
        <p:nvSpPr>
          <p:cNvPr id="59" name="Google Shape;59;g27159f98687_7_44"/>
          <p:cNvSpPr/>
          <p:nvPr/>
        </p:nvSpPr>
        <p:spPr>
          <a:xfrm>
            <a:off x="1776278" y="2484570"/>
            <a:ext cx="2148000" cy="2128800"/>
          </a:xfrm>
          <a:prstGeom prst="diamond">
            <a:avLst/>
          </a:prstGeom>
          <a:noFill/>
          <a:ln w="9525" cap="flat" cmpd="sng">
            <a:solidFill>
              <a:srgbClr val="596B6E"/>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Raleway"/>
              <a:ea typeface="Raleway"/>
              <a:cs typeface="Raleway"/>
              <a:sym typeface="Raleway"/>
            </a:endParaRPr>
          </a:p>
        </p:txBody>
      </p:sp>
      <p:sp>
        <p:nvSpPr>
          <p:cNvPr id="60" name="Google Shape;60;g27159f98687_7_44"/>
          <p:cNvSpPr/>
          <p:nvPr/>
        </p:nvSpPr>
        <p:spPr>
          <a:xfrm>
            <a:off x="6462341" y="2484570"/>
            <a:ext cx="2148000" cy="2128800"/>
          </a:xfrm>
          <a:prstGeom prst="diamond">
            <a:avLst/>
          </a:prstGeom>
          <a:noFill/>
          <a:ln w="9525" cap="flat" cmpd="sng">
            <a:solidFill>
              <a:srgbClr val="596B6E"/>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Raleway"/>
              <a:ea typeface="Raleway"/>
              <a:cs typeface="Raleway"/>
              <a:sym typeface="Raleway"/>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slide">
  <p:cSld name="Section title slide">
    <p:spTree>
      <p:nvGrpSpPr>
        <p:cNvPr id="1" name="Shape 61"/>
        <p:cNvGrpSpPr/>
        <p:nvPr/>
      </p:nvGrpSpPr>
      <p:grpSpPr>
        <a:xfrm>
          <a:off x="0" y="0"/>
          <a:ext cx="0" cy="0"/>
          <a:chOff x="0" y="0"/>
          <a:chExt cx="0" cy="0"/>
        </a:xfrm>
      </p:grpSpPr>
      <p:sp>
        <p:nvSpPr>
          <p:cNvPr id="62" name="Google Shape;62;g27159f98687_7_52"/>
          <p:cNvSpPr/>
          <p:nvPr/>
        </p:nvSpPr>
        <p:spPr>
          <a:xfrm>
            <a:off x="125" y="0"/>
            <a:ext cx="9144000" cy="621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63" name="Google Shape;63;g27159f98687_7_52"/>
          <p:cNvGrpSpPr/>
          <p:nvPr/>
        </p:nvGrpSpPr>
        <p:grpSpPr>
          <a:xfrm>
            <a:off x="304788" y="0"/>
            <a:ext cx="8839163" cy="3807633"/>
            <a:chOff x="304788" y="0"/>
            <a:chExt cx="8839163" cy="3807633"/>
          </a:xfrm>
        </p:grpSpPr>
        <p:sp>
          <p:nvSpPr>
            <p:cNvPr id="64" name="Google Shape;64;g27159f98687_7_52"/>
            <p:cNvSpPr/>
            <p:nvPr/>
          </p:nvSpPr>
          <p:spPr>
            <a:xfrm>
              <a:off x="304788" y="3121233"/>
              <a:ext cx="661500" cy="686400"/>
            </a:xfrm>
            <a:prstGeom prst="rect">
              <a:avLst/>
            </a:prstGeom>
            <a:solidFill>
              <a:srgbClr val="596B6E">
                <a:alpha val="21380"/>
              </a:srgbClr>
            </a:soli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None/>
              </a:pPr>
              <a:endParaRPr sz="1100">
                <a:latin typeface="Garamond"/>
                <a:ea typeface="Garamond"/>
                <a:cs typeface="Garamond"/>
                <a:sym typeface="Garamond"/>
              </a:endParaRPr>
            </a:p>
          </p:txBody>
        </p:sp>
        <p:sp>
          <p:nvSpPr>
            <p:cNvPr id="65" name="Google Shape;65;g27159f98687_7_52"/>
            <p:cNvSpPr/>
            <p:nvPr/>
          </p:nvSpPr>
          <p:spPr>
            <a:xfrm>
              <a:off x="817450" y="0"/>
              <a:ext cx="8326500" cy="3269700"/>
            </a:xfrm>
            <a:prstGeom prst="rect">
              <a:avLst/>
            </a:prstGeom>
            <a:solidFill>
              <a:srgbClr val="0061AA">
                <a:alpha val="27039"/>
              </a:srgbClr>
            </a:soli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None/>
              </a:pPr>
              <a:endParaRPr sz="1100">
                <a:latin typeface="Garamond"/>
                <a:ea typeface="Garamond"/>
                <a:cs typeface="Garamond"/>
                <a:sym typeface="Garamond"/>
              </a:endParaRPr>
            </a:p>
          </p:txBody>
        </p:sp>
      </p:grpSp>
      <p:sp>
        <p:nvSpPr>
          <p:cNvPr id="66" name="Google Shape;66;g27159f98687_7_52"/>
          <p:cNvSpPr txBox="1">
            <a:spLocks noGrp="1"/>
          </p:cNvSpPr>
          <p:nvPr>
            <p:ph type="title"/>
          </p:nvPr>
        </p:nvSpPr>
        <p:spPr>
          <a:xfrm>
            <a:off x="1029900" y="2160125"/>
            <a:ext cx="6959700" cy="1038600"/>
          </a:xfrm>
          <a:prstGeom prst="rect">
            <a:avLst/>
          </a:prstGeom>
          <a:noFill/>
          <a:ln>
            <a:noFill/>
          </a:ln>
        </p:spPr>
        <p:txBody>
          <a:bodyPr spcFirstLastPara="1" wrap="square" lIns="68575" tIns="34275" rIns="68575" bIns="34275" anchor="b" anchorCtr="0">
            <a:noAutofit/>
          </a:bodyPr>
          <a:lstStyle>
            <a:lvl1pPr marL="0" marR="0" lvl="0" indent="0" algn="l" rtl="0">
              <a:lnSpc>
                <a:spcPct val="100000"/>
              </a:lnSpc>
              <a:spcBef>
                <a:spcPts val="0"/>
              </a:spcBef>
              <a:spcAft>
                <a:spcPts val="0"/>
              </a:spcAft>
              <a:buNone/>
              <a:defRPr sz="3000">
                <a:solidFill>
                  <a:srgbClr val="000000"/>
                </a:solidFill>
              </a:defRPr>
            </a:lvl1pPr>
            <a:lvl2pPr lvl="1" algn="l" rtl="0">
              <a:lnSpc>
                <a:spcPct val="100000"/>
              </a:lnSpc>
              <a:spcBef>
                <a:spcPts val="0"/>
              </a:spcBef>
              <a:spcAft>
                <a:spcPts val="0"/>
              </a:spcAft>
              <a:buSzPts val="3000"/>
              <a:buNone/>
              <a:defRPr sz="3000" b="1"/>
            </a:lvl2pPr>
            <a:lvl3pPr lvl="2" algn="l" rtl="0">
              <a:lnSpc>
                <a:spcPct val="100000"/>
              </a:lnSpc>
              <a:spcBef>
                <a:spcPts val="0"/>
              </a:spcBef>
              <a:spcAft>
                <a:spcPts val="0"/>
              </a:spcAft>
              <a:buSzPts val="3000"/>
              <a:buNone/>
              <a:defRPr sz="3000" b="1"/>
            </a:lvl3pPr>
            <a:lvl4pPr lvl="3" algn="l" rtl="0">
              <a:lnSpc>
                <a:spcPct val="100000"/>
              </a:lnSpc>
              <a:spcBef>
                <a:spcPts val="0"/>
              </a:spcBef>
              <a:spcAft>
                <a:spcPts val="0"/>
              </a:spcAft>
              <a:buSzPts val="3000"/>
              <a:buNone/>
              <a:defRPr sz="3000" b="1"/>
            </a:lvl4pPr>
            <a:lvl5pPr lvl="4" algn="l" rtl="0">
              <a:lnSpc>
                <a:spcPct val="100000"/>
              </a:lnSpc>
              <a:spcBef>
                <a:spcPts val="0"/>
              </a:spcBef>
              <a:spcAft>
                <a:spcPts val="0"/>
              </a:spcAft>
              <a:buSzPts val="3000"/>
              <a:buNone/>
              <a:defRPr sz="3000" b="1"/>
            </a:lvl5pPr>
            <a:lvl6pPr lvl="5" algn="l" rtl="0">
              <a:lnSpc>
                <a:spcPct val="100000"/>
              </a:lnSpc>
              <a:spcBef>
                <a:spcPts val="0"/>
              </a:spcBef>
              <a:spcAft>
                <a:spcPts val="0"/>
              </a:spcAft>
              <a:buSzPts val="3000"/>
              <a:buNone/>
              <a:defRPr sz="3000" b="1"/>
            </a:lvl6pPr>
            <a:lvl7pPr lvl="6" algn="l" rtl="0">
              <a:lnSpc>
                <a:spcPct val="100000"/>
              </a:lnSpc>
              <a:spcBef>
                <a:spcPts val="0"/>
              </a:spcBef>
              <a:spcAft>
                <a:spcPts val="0"/>
              </a:spcAft>
              <a:buSzPts val="3000"/>
              <a:buNone/>
              <a:defRPr sz="3000" b="1"/>
            </a:lvl7pPr>
            <a:lvl8pPr lvl="7" algn="l" rtl="0">
              <a:lnSpc>
                <a:spcPct val="100000"/>
              </a:lnSpc>
              <a:spcBef>
                <a:spcPts val="0"/>
              </a:spcBef>
              <a:spcAft>
                <a:spcPts val="0"/>
              </a:spcAft>
              <a:buSzPts val="3000"/>
              <a:buNone/>
              <a:defRPr sz="3000" b="1"/>
            </a:lvl8pPr>
            <a:lvl9pPr lvl="8" algn="l" rtl="0">
              <a:lnSpc>
                <a:spcPct val="100000"/>
              </a:lnSpc>
              <a:spcBef>
                <a:spcPts val="0"/>
              </a:spcBef>
              <a:spcAft>
                <a:spcPts val="0"/>
              </a:spcAft>
              <a:buSzPts val="3000"/>
              <a:buNone/>
              <a:defRPr sz="3000" b="1"/>
            </a:lvl9pPr>
          </a:lstStyle>
          <a:p>
            <a:endParaRPr/>
          </a:p>
        </p:txBody>
      </p:sp>
      <p:sp>
        <p:nvSpPr>
          <p:cNvPr id="67" name="Google Shape;67;g27159f98687_7_52"/>
          <p:cNvSpPr txBox="1">
            <a:spLocks noGrp="1"/>
          </p:cNvSpPr>
          <p:nvPr>
            <p:ph type="title" idx="2"/>
          </p:nvPr>
        </p:nvSpPr>
        <p:spPr>
          <a:xfrm>
            <a:off x="1049142" y="3354725"/>
            <a:ext cx="6369300" cy="621300"/>
          </a:xfrm>
          <a:prstGeom prst="rect">
            <a:avLst/>
          </a:prstGeom>
        </p:spPr>
        <p:txBody>
          <a:bodyPr spcFirstLastPara="1" wrap="square" lIns="68575" tIns="34275" rIns="68575" bIns="34275" anchor="t" anchorCtr="0">
            <a:noAutofit/>
          </a:bodyPr>
          <a:lstStyle>
            <a:lvl1pPr marL="0" marR="0" lvl="0" indent="0" algn="l" rtl="0">
              <a:lnSpc>
                <a:spcPct val="100000"/>
              </a:lnSpc>
              <a:spcBef>
                <a:spcPts val="0"/>
              </a:spcBef>
              <a:spcAft>
                <a:spcPts val="0"/>
              </a:spcAft>
              <a:buNone/>
              <a:defRPr sz="1800" b="0">
                <a:solidFill>
                  <a:srgbClr val="000000"/>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extLst>
    <p:ext uri="{DCECCB84-F9BA-43D5-87BE-67443E8EF086}">
      <p15:sldGuideLst xmlns:p15="http://schemas.microsoft.com/office/powerpoint/2012/main">
        <p15:guide id="1" pos="313">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End Slide">
  <p:cSld name="End Slide">
    <p:spTree>
      <p:nvGrpSpPr>
        <p:cNvPr id="1" name="Shape 68"/>
        <p:cNvGrpSpPr/>
        <p:nvPr/>
      </p:nvGrpSpPr>
      <p:grpSpPr>
        <a:xfrm>
          <a:off x="0" y="0"/>
          <a:ext cx="0" cy="0"/>
          <a:chOff x="0" y="0"/>
          <a:chExt cx="0" cy="0"/>
        </a:xfrm>
      </p:grpSpPr>
      <p:grpSp>
        <p:nvGrpSpPr>
          <p:cNvPr id="69" name="Google Shape;69;g27159f98687_7_59"/>
          <p:cNvGrpSpPr/>
          <p:nvPr/>
        </p:nvGrpSpPr>
        <p:grpSpPr>
          <a:xfrm rot="10800000" flipH="1">
            <a:off x="304788" y="2590800"/>
            <a:ext cx="8839163" cy="2563003"/>
            <a:chOff x="304788" y="1244630"/>
            <a:chExt cx="8839163" cy="2563003"/>
          </a:xfrm>
        </p:grpSpPr>
        <p:sp>
          <p:nvSpPr>
            <p:cNvPr id="70" name="Google Shape;70;g27159f98687_7_59"/>
            <p:cNvSpPr/>
            <p:nvPr/>
          </p:nvSpPr>
          <p:spPr>
            <a:xfrm>
              <a:off x="304788" y="3121233"/>
              <a:ext cx="661500" cy="686400"/>
            </a:xfrm>
            <a:prstGeom prst="rect">
              <a:avLst/>
            </a:prstGeom>
            <a:solidFill>
              <a:srgbClr val="596B6E">
                <a:alpha val="21380"/>
              </a:srgbClr>
            </a:soli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None/>
              </a:pPr>
              <a:endParaRPr sz="1100">
                <a:latin typeface="Garamond"/>
                <a:ea typeface="Garamond"/>
                <a:cs typeface="Garamond"/>
                <a:sym typeface="Garamond"/>
              </a:endParaRPr>
            </a:p>
          </p:txBody>
        </p:sp>
        <p:sp>
          <p:nvSpPr>
            <p:cNvPr id="71" name="Google Shape;71;g27159f98687_7_59"/>
            <p:cNvSpPr/>
            <p:nvPr/>
          </p:nvSpPr>
          <p:spPr>
            <a:xfrm>
              <a:off x="817450" y="1244630"/>
              <a:ext cx="8326500" cy="2025000"/>
            </a:xfrm>
            <a:prstGeom prst="rect">
              <a:avLst/>
            </a:prstGeom>
            <a:solidFill>
              <a:srgbClr val="0061AA">
                <a:alpha val="27039"/>
              </a:srgbClr>
            </a:soli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None/>
              </a:pPr>
              <a:endParaRPr sz="1100">
                <a:latin typeface="Garamond"/>
                <a:ea typeface="Garamond"/>
                <a:cs typeface="Garamond"/>
                <a:sym typeface="Garamond"/>
              </a:endParaRPr>
            </a:p>
          </p:txBody>
        </p:sp>
      </p:grpSp>
      <p:sp>
        <p:nvSpPr>
          <p:cNvPr id="72" name="Google Shape;72;g27159f98687_7_59"/>
          <p:cNvSpPr/>
          <p:nvPr/>
        </p:nvSpPr>
        <p:spPr>
          <a:xfrm>
            <a:off x="1050" y="907181"/>
            <a:ext cx="9144000" cy="84900"/>
          </a:xfrm>
          <a:prstGeom prst="rect">
            <a:avLst/>
          </a:prstGeom>
          <a:solidFill>
            <a:schemeClr val="lt1"/>
          </a:solidFill>
          <a:ln>
            <a:noFill/>
          </a:ln>
        </p:spPr>
        <p:txBody>
          <a:bodyPr spcFirstLastPara="1" wrap="square" lIns="68575" tIns="68575" rIns="68575" bIns="68575" anchor="ctr" anchorCtr="0">
            <a:noAutofit/>
          </a:bodyPr>
          <a:lstStyle/>
          <a:p>
            <a:pPr marL="0" lvl="0" indent="0" algn="ctr" rtl="0">
              <a:spcBef>
                <a:spcPts val="0"/>
              </a:spcBef>
              <a:spcAft>
                <a:spcPts val="0"/>
              </a:spcAft>
              <a:buNone/>
            </a:pPr>
            <a:endParaRPr sz="1100">
              <a:latin typeface="Garamond"/>
              <a:ea typeface="Garamond"/>
              <a:cs typeface="Garamond"/>
              <a:sym typeface="Garamond"/>
            </a:endParaRPr>
          </a:p>
        </p:txBody>
      </p:sp>
      <p:sp>
        <p:nvSpPr>
          <p:cNvPr id="73" name="Google Shape;73;g27159f98687_7_59"/>
          <p:cNvSpPr/>
          <p:nvPr/>
        </p:nvSpPr>
        <p:spPr>
          <a:xfrm>
            <a:off x="125" y="0"/>
            <a:ext cx="9144000" cy="621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 name="Google Shape;74;g27159f98687_7_59"/>
          <p:cNvSpPr txBox="1">
            <a:spLocks noGrp="1"/>
          </p:cNvSpPr>
          <p:nvPr>
            <p:ph type="title"/>
          </p:nvPr>
        </p:nvSpPr>
        <p:spPr>
          <a:xfrm>
            <a:off x="1018126" y="2007725"/>
            <a:ext cx="5805600" cy="1038600"/>
          </a:xfrm>
          <a:prstGeom prst="rect">
            <a:avLst/>
          </a:prstGeom>
          <a:noFill/>
          <a:ln>
            <a:noFill/>
          </a:ln>
        </p:spPr>
        <p:txBody>
          <a:bodyPr spcFirstLastPara="1" wrap="square" lIns="68575" tIns="34275" rIns="68575" bIns="34275" anchor="b" anchorCtr="0">
            <a:noAutofit/>
          </a:bodyPr>
          <a:lstStyle>
            <a:lvl1pPr marL="0" marR="0" lvl="0" indent="0" algn="l" rtl="0">
              <a:lnSpc>
                <a:spcPct val="100000"/>
              </a:lnSpc>
              <a:spcBef>
                <a:spcPts val="0"/>
              </a:spcBef>
              <a:spcAft>
                <a:spcPts val="0"/>
              </a:spcAft>
              <a:buNone/>
              <a:defRPr sz="3000">
                <a:solidFill>
                  <a:srgbClr val="000000"/>
                </a:solidFill>
              </a:defRPr>
            </a:lvl1pPr>
            <a:lvl2pPr lvl="1" algn="l" rtl="0">
              <a:lnSpc>
                <a:spcPct val="100000"/>
              </a:lnSpc>
              <a:spcBef>
                <a:spcPts val="0"/>
              </a:spcBef>
              <a:spcAft>
                <a:spcPts val="0"/>
              </a:spcAft>
              <a:buSzPts val="3000"/>
              <a:buNone/>
              <a:defRPr sz="3000" b="1"/>
            </a:lvl2pPr>
            <a:lvl3pPr lvl="2" algn="l" rtl="0">
              <a:lnSpc>
                <a:spcPct val="100000"/>
              </a:lnSpc>
              <a:spcBef>
                <a:spcPts val="0"/>
              </a:spcBef>
              <a:spcAft>
                <a:spcPts val="0"/>
              </a:spcAft>
              <a:buSzPts val="3000"/>
              <a:buNone/>
              <a:defRPr sz="3000" b="1"/>
            </a:lvl3pPr>
            <a:lvl4pPr lvl="3" algn="l" rtl="0">
              <a:lnSpc>
                <a:spcPct val="100000"/>
              </a:lnSpc>
              <a:spcBef>
                <a:spcPts val="0"/>
              </a:spcBef>
              <a:spcAft>
                <a:spcPts val="0"/>
              </a:spcAft>
              <a:buSzPts val="3000"/>
              <a:buNone/>
              <a:defRPr sz="3000" b="1"/>
            </a:lvl4pPr>
            <a:lvl5pPr lvl="4" algn="l" rtl="0">
              <a:lnSpc>
                <a:spcPct val="100000"/>
              </a:lnSpc>
              <a:spcBef>
                <a:spcPts val="0"/>
              </a:spcBef>
              <a:spcAft>
                <a:spcPts val="0"/>
              </a:spcAft>
              <a:buSzPts val="3000"/>
              <a:buNone/>
              <a:defRPr sz="3000" b="1"/>
            </a:lvl5pPr>
            <a:lvl6pPr lvl="5" algn="l" rtl="0">
              <a:lnSpc>
                <a:spcPct val="100000"/>
              </a:lnSpc>
              <a:spcBef>
                <a:spcPts val="0"/>
              </a:spcBef>
              <a:spcAft>
                <a:spcPts val="0"/>
              </a:spcAft>
              <a:buSzPts val="3000"/>
              <a:buNone/>
              <a:defRPr sz="3000" b="1"/>
            </a:lvl6pPr>
            <a:lvl7pPr lvl="6" algn="l" rtl="0">
              <a:lnSpc>
                <a:spcPct val="100000"/>
              </a:lnSpc>
              <a:spcBef>
                <a:spcPts val="0"/>
              </a:spcBef>
              <a:spcAft>
                <a:spcPts val="0"/>
              </a:spcAft>
              <a:buSzPts val="3000"/>
              <a:buNone/>
              <a:defRPr sz="3000" b="1"/>
            </a:lvl7pPr>
            <a:lvl8pPr lvl="7" algn="l" rtl="0">
              <a:lnSpc>
                <a:spcPct val="100000"/>
              </a:lnSpc>
              <a:spcBef>
                <a:spcPts val="0"/>
              </a:spcBef>
              <a:spcAft>
                <a:spcPts val="0"/>
              </a:spcAft>
              <a:buSzPts val="3000"/>
              <a:buNone/>
              <a:defRPr sz="3000" b="1"/>
            </a:lvl8pPr>
            <a:lvl9pPr lvl="8" algn="l" rtl="0">
              <a:lnSpc>
                <a:spcPct val="100000"/>
              </a:lnSpc>
              <a:spcBef>
                <a:spcPts val="0"/>
              </a:spcBef>
              <a:spcAft>
                <a:spcPts val="0"/>
              </a:spcAft>
              <a:buSzPts val="3000"/>
              <a:buNone/>
              <a:defRPr sz="3000" b="1"/>
            </a:lvl9pPr>
          </a:lstStyle>
          <a:p>
            <a:endParaRPr/>
          </a:p>
        </p:txBody>
      </p:sp>
      <p:sp>
        <p:nvSpPr>
          <p:cNvPr id="75" name="Google Shape;75;g27159f98687_7_59"/>
          <p:cNvSpPr txBox="1">
            <a:spLocks noGrp="1"/>
          </p:cNvSpPr>
          <p:nvPr>
            <p:ph type="title" idx="2"/>
          </p:nvPr>
        </p:nvSpPr>
        <p:spPr>
          <a:xfrm>
            <a:off x="1049142" y="3211946"/>
            <a:ext cx="6369300" cy="621300"/>
          </a:xfrm>
          <a:prstGeom prst="rect">
            <a:avLst/>
          </a:prstGeom>
        </p:spPr>
        <p:txBody>
          <a:bodyPr spcFirstLastPara="1" wrap="square" lIns="68575" tIns="34275" rIns="68575" bIns="34275" anchor="t" anchorCtr="0">
            <a:noAutofit/>
          </a:bodyPr>
          <a:lstStyle>
            <a:lvl1pPr marL="0" marR="0" lvl="0" indent="0" algn="l" rtl="0">
              <a:lnSpc>
                <a:spcPct val="100000"/>
              </a:lnSpc>
              <a:spcBef>
                <a:spcPts val="0"/>
              </a:spcBef>
              <a:spcAft>
                <a:spcPts val="0"/>
              </a:spcAft>
              <a:buNone/>
              <a:defRPr sz="1800" b="0">
                <a:solidFill>
                  <a:srgbClr val="000000"/>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_USFW">
  <p:cSld name="Title_USFW">
    <p:bg>
      <p:bgPr>
        <a:blipFill>
          <a:blip r:embed="rId2">
            <a:alphaModFix/>
          </a:blip>
          <a:stretch>
            <a:fillRect/>
          </a:stretch>
        </a:blipFill>
        <a:effectLst/>
      </p:bgPr>
    </p:bg>
    <p:spTree>
      <p:nvGrpSpPr>
        <p:cNvPr id="1" name="Shape 76"/>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ormal Page">
  <p:cSld name="Normal Page">
    <p:spTree>
      <p:nvGrpSpPr>
        <p:cNvPr id="1" name="Shape 77"/>
        <p:cNvGrpSpPr/>
        <p:nvPr/>
      </p:nvGrpSpPr>
      <p:grpSpPr>
        <a:xfrm>
          <a:off x="0" y="0"/>
          <a:ext cx="0" cy="0"/>
          <a:chOff x="0" y="0"/>
          <a:chExt cx="0" cy="0"/>
        </a:xfrm>
      </p:grpSpPr>
      <p:sp>
        <p:nvSpPr>
          <p:cNvPr id="78" name="Google Shape;78;g27159f98687_7_68"/>
          <p:cNvSpPr txBox="1">
            <a:spLocks noGrp="1"/>
          </p:cNvSpPr>
          <p:nvPr>
            <p:ph type="title"/>
          </p:nvPr>
        </p:nvSpPr>
        <p:spPr>
          <a:xfrm>
            <a:off x="323850" y="88701"/>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2700"/>
              <a:buFont typeface="Play"/>
              <a:buNone/>
              <a:defRPr sz="2700">
                <a:latin typeface="Play"/>
                <a:ea typeface="Play"/>
                <a:cs typeface="Play"/>
                <a:sym typeface="Play"/>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79" name="Google Shape;79;g27159f98687_7_68"/>
          <p:cNvSpPr txBox="1">
            <a:spLocks noGrp="1"/>
          </p:cNvSpPr>
          <p:nvPr>
            <p:ph type="body" idx="1"/>
          </p:nvPr>
        </p:nvSpPr>
        <p:spPr>
          <a:xfrm>
            <a:off x="323849" y="1082873"/>
            <a:ext cx="7886700" cy="29991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dk1"/>
              </a:buClr>
              <a:buSzPts val="1800"/>
              <a:buFont typeface="Arial"/>
              <a:buNone/>
              <a:defRPr sz="1800">
                <a:solidFill>
                  <a:schemeClr val="dk1"/>
                </a:solidFill>
                <a:latin typeface="Arial"/>
                <a:ea typeface="Arial"/>
                <a:cs typeface="Arial"/>
                <a:sym typeface="Arial"/>
              </a:defRPr>
            </a:lvl1pPr>
            <a:lvl2pPr marL="914400" lvl="1" indent="-342900" algn="l" rtl="0">
              <a:lnSpc>
                <a:spcPct val="90000"/>
              </a:lnSpc>
              <a:spcBef>
                <a:spcPts val="400"/>
              </a:spcBef>
              <a:spcAft>
                <a:spcPts val="0"/>
              </a:spcAft>
              <a:buClr>
                <a:schemeClr val="dk1"/>
              </a:buClr>
              <a:buSzPts val="1800"/>
              <a:buFont typeface="Arial"/>
              <a:buChar char="•"/>
              <a:defRPr sz="1800">
                <a:solidFill>
                  <a:schemeClr val="dk1"/>
                </a:solidFill>
                <a:latin typeface="Arial"/>
                <a:ea typeface="Arial"/>
                <a:cs typeface="Arial"/>
                <a:sym typeface="Arial"/>
              </a:defRPr>
            </a:lvl2pPr>
            <a:lvl3pPr marL="1371600" lvl="2" indent="-342900" algn="l" rtl="0">
              <a:lnSpc>
                <a:spcPct val="90000"/>
              </a:lnSpc>
              <a:spcBef>
                <a:spcPts val="400"/>
              </a:spcBef>
              <a:spcAft>
                <a:spcPts val="0"/>
              </a:spcAft>
              <a:buClr>
                <a:schemeClr val="dk1"/>
              </a:buClr>
              <a:buSzPts val="1800"/>
              <a:buFont typeface="Arial"/>
              <a:buChar char="•"/>
              <a:defRPr sz="1800">
                <a:solidFill>
                  <a:schemeClr val="dk1"/>
                </a:solidFill>
                <a:latin typeface="Arial"/>
                <a:ea typeface="Arial"/>
                <a:cs typeface="Arial"/>
                <a:sym typeface="Arial"/>
              </a:defRPr>
            </a:lvl3pPr>
            <a:lvl4pPr marL="1828800" lvl="3" indent="-342900" algn="l" rtl="0">
              <a:lnSpc>
                <a:spcPct val="90000"/>
              </a:lnSpc>
              <a:spcBef>
                <a:spcPts val="400"/>
              </a:spcBef>
              <a:spcAft>
                <a:spcPts val="0"/>
              </a:spcAft>
              <a:buClr>
                <a:schemeClr val="dk1"/>
              </a:buClr>
              <a:buSzPts val="1800"/>
              <a:buFont typeface="Arial"/>
              <a:buChar char="•"/>
              <a:defRPr sz="1800">
                <a:solidFill>
                  <a:schemeClr val="dk1"/>
                </a:solidFill>
                <a:latin typeface="Arial"/>
                <a:ea typeface="Arial"/>
                <a:cs typeface="Arial"/>
                <a:sym typeface="Arial"/>
              </a:defRPr>
            </a:lvl4pPr>
            <a:lvl5pPr marL="2286000" lvl="4" indent="-342900" algn="l" rtl="0">
              <a:lnSpc>
                <a:spcPct val="90000"/>
              </a:lnSpc>
              <a:spcBef>
                <a:spcPts val="400"/>
              </a:spcBef>
              <a:spcAft>
                <a:spcPts val="0"/>
              </a:spcAft>
              <a:buClr>
                <a:schemeClr val="dk1"/>
              </a:buClr>
              <a:buSzPts val="1800"/>
              <a:buFont typeface="Arial"/>
              <a:buChar char="•"/>
              <a:defRPr sz="1800">
                <a:solidFill>
                  <a:schemeClr val="dk1"/>
                </a:solidFill>
                <a:latin typeface="Arial"/>
                <a:ea typeface="Arial"/>
                <a:cs typeface="Arial"/>
                <a:sym typeface="Arial"/>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80" name="Google Shape;80;g27159f98687_7_68"/>
          <p:cNvSpPr/>
          <p:nvPr/>
        </p:nvSpPr>
        <p:spPr>
          <a:xfrm>
            <a:off x="0" y="4800600"/>
            <a:ext cx="8801100" cy="342900"/>
          </a:xfrm>
          <a:prstGeom prst="rect">
            <a:avLst/>
          </a:prstGeom>
          <a:solidFill>
            <a:srgbClr val="F2F2F2"/>
          </a:solidFill>
          <a:ln>
            <a:noFill/>
          </a:ln>
        </p:spPr>
        <p:txBody>
          <a:bodyPr spcFirstLastPara="1" wrap="square" lIns="38100" tIns="38100" rIns="38100" bIns="38100" anchor="ctr" anchorCtr="0">
            <a:noAutofit/>
          </a:bodyPr>
          <a:lstStyle/>
          <a:p>
            <a:pPr marL="0" marR="0" lvl="0" indent="0" algn="ctr" rtl="0">
              <a:lnSpc>
                <a:spcPct val="100000"/>
              </a:lnSpc>
              <a:spcBef>
                <a:spcPts val="0"/>
              </a:spcBef>
              <a:spcAft>
                <a:spcPts val="0"/>
              </a:spcAft>
              <a:buClr>
                <a:schemeClr val="dk1"/>
              </a:buClr>
              <a:buSzPts val="2400"/>
              <a:buFont typeface="Play"/>
              <a:buNone/>
            </a:pPr>
            <a:endParaRPr sz="2400" b="0" i="0" u="none" strike="noStrike" cap="none">
              <a:solidFill>
                <a:srgbClr val="FFFFFF"/>
              </a:solidFill>
              <a:latin typeface="Play"/>
              <a:ea typeface="Play"/>
              <a:cs typeface="Play"/>
              <a:sym typeface="Play"/>
            </a:endParaRPr>
          </a:p>
        </p:txBody>
      </p:sp>
      <p:sp>
        <p:nvSpPr>
          <p:cNvPr id="81" name="Google Shape;81;g27159f98687_7_68"/>
          <p:cNvSpPr/>
          <p:nvPr/>
        </p:nvSpPr>
        <p:spPr>
          <a:xfrm>
            <a:off x="8801100" y="0"/>
            <a:ext cx="342900" cy="4800600"/>
          </a:xfrm>
          <a:prstGeom prst="rect">
            <a:avLst/>
          </a:prstGeom>
          <a:solidFill>
            <a:srgbClr val="F2F2F2"/>
          </a:solidFill>
          <a:ln>
            <a:noFill/>
          </a:ln>
        </p:spPr>
        <p:txBody>
          <a:bodyPr spcFirstLastPara="1" wrap="square" lIns="38100" tIns="38100" rIns="38100" bIns="38100" anchor="ctr" anchorCtr="0">
            <a:noAutofit/>
          </a:bodyPr>
          <a:lstStyle/>
          <a:p>
            <a:pPr marL="0" marR="0" lvl="0" indent="0" algn="ctr" rtl="0">
              <a:lnSpc>
                <a:spcPct val="100000"/>
              </a:lnSpc>
              <a:spcBef>
                <a:spcPts val="0"/>
              </a:spcBef>
              <a:spcAft>
                <a:spcPts val="0"/>
              </a:spcAft>
              <a:buClr>
                <a:schemeClr val="dk1"/>
              </a:buClr>
              <a:buSzPts val="2400"/>
              <a:buFont typeface="Play"/>
              <a:buNone/>
            </a:pPr>
            <a:endParaRPr sz="2400" b="0" i="0" u="none" strike="noStrike" cap="none">
              <a:solidFill>
                <a:srgbClr val="FFFFFF"/>
              </a:solidFill>
              <a:latin typeface="Play"/>
              <a:ea typeface="Play"/>
              <a:cs typeface="Play"/>
              <a:sym typeface="Play"/>
            </a:endParaRPr>
          </a:p>
        </p:txBody>
      </p:sp>
      <p:sp>
        <p:nvSpPr>
          <p:cNvPr id="82" name="Google Shape;82;g27159f98687_7_68"/>
          <p:cNvSpPr/>
          <p:nvPr/>
        </p:nvSpPr>
        <p:spPr>
          <a:xfrm>
            <a:off x="8801101" y="4794800"/>
            <a:ext cx="342900" cy="348600"/>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Play"/>
              <a:ea typeface="Play"/>
              <a:cs typeface="Play"/>
              <a:sym typeface="Play"/>
            </a:endParaRPr>
          </a:p>
        </p:txBody>
      </p:sp>
      <p:sp>
        <p:nvSpPr>
          <p:cNvPr id="83" name="Google Shape;83;g27159f98687_7_68"/>
          <p:cNvSpPr txBox="1">
            <a:spLocks noGrp="1"/>
          </p:cNvSpPr>
          <p:nvPr>
            <p:ph type="sldNum" idx="12"/>
          </p:nvPr>
        </p:nvSpPr>
        <p:spPr>
          <a:xfrm>
            <a:off x="8794173" y="4871549"/>
            <a:ext cx="342900" cy="270300"/>
          </a:xfrm>
          <a:prstGeom prst="rect">
            <a:avLst/>
          </a:prstGeom>
          <a:noFill/>
          <a:ln>
            <a:noFill/>
          </a:ln>
        </p:spPr>
        <p:txBody>
          <a:bodyPr spcFirstLastPara="1" wrap="square" lIns="68575" tIns="34275" rIns="68575" bIns="34275" anchor="t" anchorCtr="0">
            <a:noAutofit/>
          </a:bodyPr>
          <a:lstStyle>
            <a:lvl1pPr marL="0" marR="0" lvl="0" indent="0" algn="ct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Play"/>
                <a:ea typeface="Play"/>
                <a:cs typeface="Play"/>
                <a:sym typeface="Play"/>
              </a:defRPr>
            </a:lvl1pPr>
            <a:lvl2pPr marL="0" marR="0" lvl="1" indent="0" algn="ct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Play"/>
                <a:ea typeface="Play"/>
                <a:cs typeface="Play"/>
                <a:sym typeface="Play"/>
              </a:defRPr>
            </a:lvl2pPr>
            <a:lvl3pPr marL="0" marR="0" lvl="2" indent="0" algn="ct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Play"/>
                <a:ea typeface="Play"/>
                <a:cs typeface="Play"/>
                <a:sym typeface="Play"/>
              </a:defRPr>
            </a:lvl3pPr>
            <a:lvl4pPr marL="0" marR="0" lvl="3" indent="0" algn="ct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Play"/>
                <a:ea typeface="Play"/>
                <a:cs typeface="Play"/>
                <a:sym typeface="Play"/>
              </a:defRPr>
            </a:lvl4pPr>
            <a:lvl5pPr marL="0" marR="0" lvl="4" indent="0" algn="ct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Play"/>
                <a:ea typeface="Play"/>
                <a:cs typeface="Play"/>
                <a:sym typeface="Play"/>
              </a:defRPr>
            </a:lvl5pPr>
            <a:lvl6pPr marL="0" marR="0" lvl="5" indent="0" algn="ct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Play"/>
                <a:ea typeface="Play"/>
                <a:cs typeface="Play"/>
                <a:sym typeface="Play"/>
              </a:defRPr>
            </a:lvl6pPr>
            <a:lvl7pPr marL="0" marR="0" lvl="6" indent="0" algn="ct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Play"/>
                <a:ea typeface="Play"/>
                <a:cs typeface="Play"/>
                <a:sym typeface="Play"/>
              </a:defRPr>
            </a:lvl7pPr>
            <a:lvl8pPr marL="0" marR="0" lvl="7" indent="0" algn="ct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Play"/>
                <a:ea typeface="Play"/>
                <a:cs typeface="Play"/>
                <a:sym typeface="Play"/>
              </a:defRPr>
            </a:lvl8pPr>
            <a:lvl9pPr marL="0" marR="0" lvl="8" indent="0" algn="ct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Play"/>
                <a:ea typeface="Play"/>
                <a:cs typeface="Play"/>
                <a:sym typeface="Play"/>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Breaker">
  <p:cSld name="Section Breaker">
    <p:spTree>
      <p:nvGrpSpPr>
        <p:cNvPr id="1" name="Shape 84"/>
        <p:cNvGrpSpPr/>
        <p:nvPr/>
      </p:nvGrpSpPr>
      <p:grpSpPr>
        <a:xfrm>
          <a:off x="0" y="0"/>
          <a:ext cx="0" cy="0"/>
          <a:chOff x="0" y="0"/>
          <a:chExt cx="0" cy="0"/>
        </a:xfrm>
      </p:grpSpPr>
      <p:pic>
        <p:nvPicPr>
          <p:cNvPr id="85" name="Google Shape;85;g27159f98687_7_76"/>
          <p:cNvPicPr preferRelativeResize="0"/>
          <p:nvPr/>
        </p:nvPicPr>
        <p:blipFill rotWithShape="1">
          <a:blip r:embed="rId2">
            <a:alphaModFix/>
          </a:blip>
          <a:srcRect/>
          <a:stretch/>
        </p:blipFill>
        <p:spPr>
          <a:xfrm>
            <a:off x="0" y="-2381"/>
            <a:ext cx="9151837" cy="5145881"/>
          </a:xfrm>
          <a:prstGeom prst="rect">
            <a:avLst/>
          </a:prstGeom>
          <a:noFill/>
          <a:ln>
            <a:noFill/>
          </a:ln>
        </p:spPr>
      </p:pic>
      <p:sp>
        <p:nvSpPr>
          <p:cNvPr id="86" name="Google Shape;86;g27159f98687_7_76"/>
          <p:cNvSpPr txBox="1">
            <a:spLocks noGrp="1"/>
          </p:cNvSpPr>
          <p:nvPr>
            <p:ph type="title"/>
          </p:nvPr>
        </p:nvSpPr>
        <p:spPr>
          <a:xfrm>
            <a:off x="1375339" y="1307500"/>
            <a:ext cx="6586200" cy="14061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4500"/>
              <a:buFont typeface="Play"/>
              <a:buNone/>
              <a:defRPr sz="4500">
                <a:latin typeface="Play"/>
                <a:ea typeface="Play"/>
                <a:cs typeface="Play"/>
                <a:sym typeface="Play"/>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87" name="Google Shape;87;g27159f98687_7_76"/>
          <p:cNvSpPr txBox="1">
            <a:spLocks noGrp="1"/>
          </p:cNvSpPr>
          <p:nvPr>
            <p:ph type="body" idx="1"/>
          </p:nvPr>
        </p:nvSpPr>
        <p:spPr>
          <a:xfrm>
            <a:off x="1375172" y="2782705"/>
            <a:ext cx="3882600" cy="4869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dk1"/>
              </a:buClr>
              <a:buSzPts val="1800"/>
              <a:buNone/>
              <a:defRPr sz="1800">
                <a:latin typeface="Play"/>
                <a:ea typeface="Play"/>
                <a:cs typeface="Play"/>
                <a:sym typeface="Play"/>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ub Two Content">
  <p:cSld name="Title, Sub Two Content">
    <p:spTree>
      <p:nvGrpSpPr>
        <p:cNvPr id="1" name="Shape 88"/>
        <p:cNvGrpSpPr/>
        <p:nvPr/>
      </p:nvGrpSpPr>
      <p:grpSpPr>
        <a:xfrm>
          <a:off x="0" y="0"/>
          <a:ext cx="0" cy="0"/>
          <a:chOff x="0" y="0"/>
          <a:chExt cx="0" cy="0"/>
        </a:xfrm>
      </p:grpSpPr>
      <p:sp>
        <p:nvSpPr>
          <p:cNvPr id="89" name="Google Shape;89;g27159f98687_7_80"/>
          <p:cNvSpPr txBox="1">
            <a:spLocks noGrp="1"/>
          </p:cNvSpPr>
          <p:nvPr>
            <p:ph type="title"/>
          </p:nvPr>
        </p:nvSpPr>
        <p:spPr>
          <a:xfrm>
            <a:off x="285750" y="166271"/>
            <a:ext cx="8229600" cy="9000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90" name="Google Shape;90;g27159f98687_7_80"/>
          <p:cNvSpPr txBox="1">
            <a:spLocks noGrp="1"/>
          </p:cNvSpPr>
          <p:nvPr>
            <p:ph type="body" idx="1"/>
          </p:nvPr>
        </p:nvSpPr>
        <p:spPr>
          <a:xfrm>
            <a:off x="285750" y="1121521"/>
            <a:ext cx="8229600" cy="3978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accent1"/>
              </a:buClr>
              <a:buSzPts val="2400"/>
              <a:buNone/>
              <a:defRPr sz="2400" b="0" i="0">
                <a:solidFill>
                  <a:schemeClr val="accent1"/>
                </a:solidFill>
                <a:latin typeface="Arial"/>
                <a:ea typeface="Arial"/>
                <a:cs typeface="Arial"/>
                <a:sym typeface="Arial"/>
              </a:defRPr>
            </a:lvl1pPr>
            <a:lvl2pPr marL="914400" lvl="1" indent="-228600" algn="l" rtl="0">
              <a:lnSpc>
                <a:spcPct val="90000"/>
              </a:lnSpc>
              <a:spcBef>
                <a:spcPts val="400"/>
              </a:spcBef>
              <a:spcAft>
                <a:spcPts val="0"/>
              </a:spcAft>
              <a:buClr>
                <a:schemeClr val="dk1"/>
              </a:buClr>
              <a:buSzPts val="1400"/>
              <a:buNone/>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91" name="Google Shape;91;g27159f98687_7_80"/>
          <p:cNvSpPr txBox="1">
            <a:spLocks noGrp="1"/>
          </p:cNvSpPr>
          <p:nvPr>
            <p:ph type="body" idx="2"/>
          </p:nvPr>
        </p:nvSpPr>
        <p:spPr>
          <a:xfrm>
            <a:off x="285749" y="1579260"/>
            <a:ext cx="4072500" cy="30717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92" name="Google Shape;92;g27159f98687_7_80"/>
          <p:cNvSpPr txBox="1">
            <a:spLocks noGrp="1"/>
          </p:cNvSpPr>
          <p:nvPr>
            <p:ph type="body" idx="3"/>
          </p:nvPr>
        </p:nvSpPr>
        <p:spPr>
          <a:xfrm>
            <a:off x="4442951" y="1579260"/>
            <a:ext cx="4072500" cy="30717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Quote white">
  <p:cSld name="Quote white">
    <p:spTree>
      <p:nvGrpSpPr>
        <p:cNvPr id="1" name="Shape 93"/>
        <p:cNvGrpSpPr/>
        <p:nvPr/>
      </p:nvGrpSpPr>
      <p:grpSpPr>
        <a:xfrm>
          <a:off x="0" y="0"/>
          <a:ext cx="0" cy="0"/>
          <a:chOff x="0" y="0"/>
          <a:chExt cx="0" cy="0"/>
        </a:xfrm>
      </p:grpSpPr>
      <p:sp>
        <p:nvSpPr>
          <p:cNvPr id="94" name="Google Shape;94;g27159f98687_7_85"/>
          <p:cNvSpPr txBox="1">
            <a:spLocks noGrp="1"/>
          </p:cNvSpPr>
          <p:nvPr>
            <p:ph type="title"/>
          </p:nvPr>
        </p:nvSpPr>
        <p:spPr>
          <a:xfrm>
            <a:off x="285750" y="166271"/>
            <a:ext cx="8229600" cy="9000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95" name="Google Shape;95;g27159f98687_7_85"/>
          <p:cNvSpPr txBox="1">
            <a:spLocks noGrp="1"/>
          </p:cNvSpPr>
          <p:nvPr>
            <p:ph type="body" idx="1"/>
          </p:nvPr>
        </p:nvSpPr>
        <p:spPr>
          <a:xfrm>
            <a:off x="285750" y="1081375"/>
            <a:ext cx="8229600" cy="31812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accent1"/>
              </a:buClr>
              <a:buSzPts val="4500"/>
              <a:buNone/>
              <a:defRPr sz="4500" b="0" i="0">
                <a:solidFill>
                  <a:schemeClr val="accent1"/>
                </a:solidFill>
                <a:latin typeface="Play"/>
                <a:ea typeface="Play"/>
                <a:cs typeface="Play"/>
                <a:sym typeface="Play"/>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96" name="Google Shape;96;g27159f98687_7_85"/>
          <p:cNvSpPr txBox="1">
            <a:spLocks noGrp="1"/>
          </p:cNvSpPr>
          <p:nvPr>
            <p:ph type="body" idx="2"/>
          </p:nvPr>
        </p:nvSpPr>
        <p:spPr>
          <a:xfrm>
            <a:off x="285750" y="4317902"/>
            <a:ext cx="8229600" cy="3762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dk2"/>
              </a:buClr>
              <a:buSzPts val="2100"/>
              <a:buNone/>
              <a:defRPr>
                <a:solidFill>
                  <a:schemeClr val="dk2"/>
                </a:solidFill>
                <a:latin typeface="Arial"/>
                <a:ea typeface="Arial"/>
                <a:cs typeface="Arial"/>
                <a:sym typeface="Arial"/>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Full page photo">
  <p:cSld name="Full page photo">
    <p:spTree>
      <p:nvGrpSpPr>
        <p:cNvPr id="1" name="Shape 97"/>
        <p:cNvGrpSpPr/>
        <p:nvPr/>
      </p:nvGrpSpPr>
      <p:grpSpPr>
        <a:xfrm>
          <a:off x="0" y="0"/>
          <a:ext cx="0" cy="0"/>
          <a:chOff x="0" y="0"/>
          <a:chExt cx="0" cy="0"/>
        </a:xfrm>
      </p:grpSpPr>
      <p:sp>
        <p:nvSpPr>
          <p:cNvPr id="98" name="Google Shape;98;g27159f98687_7_89"/>
          <p:cNvSpPr>
            <a:spLocks noGrp="1"/>
          </p:cNvSpPr>
          <p:nvPr>
            <p:ph type="pic" idx="2"/>
          </p:nvPr>
        </p:nvSpPr>
        <p:spPr>
          <a:xfrm>
            <a:off x="0" y="0"/>
            <a:ext cx="8801100" cy="4800600"/>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Normal Page 1">
  <p:cSld name="1_Normal Page">
    <p:spTree>
      <p:nvGrpSpPr>
        <p:cNvPr id="1" name="Shape 99"/>
        <p:cNvGrpSpPr/>
        <p:nvPr/>
      </p:nvGrpSpPr>
      <p:grpSpPr>
        <a:xfrm>
          <a:off x="0" y="0"/>
          <a:ext cx="0" cy="0"/>
          <a:chOff x="0" y="0"/>
          <a:chExt cx="0" cy="0"/>
        </a:xfrm>
      </p:grpSpPr>
      <p:sp>
        <p:nvSpPr>
          <p:cNvPr id="100" name="Google Shape;100;g27159f98687_7_91"/>
          <p:cNvSpPr txBox="1">
            <a:spLocks noGrp="1"/>
          </p:cNvSpPr>
          <p:nvPr>
            <p:ph type="title"/>
          </p:nvPr>
        </p:nvSpPr>
        <p:spPr>
          <a:xfrm>
            <a:off x="365413" y="41522"/>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2700"/>
              <a:buFont typeface="Play"/>
              <a:buNone/>
              <a:defRPr sz="2700">
                <a:latin typeface="Play"/>
                <a:ea typeface="Play"/>
                <a:cs typeface="Play"/>
                <a:sym typeface="Play"/>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101" name="Google Shape;101;g27159f98687_7_91"/>
          <p:cNvSpPr txBox="1">
            <a:spLocks noGrp="1"/>
          </p:cNvSpPr>
          <p:nvPr>
            <p:ph type="body" idx="1"/>
          </p:nvPr>
        </p:nvSpPr>
        <p:spPr>
          <a:xfrm>
            <a:off x="365413" y="1035694"/>
            <a:ext cx="7886700" cy="29991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dk1"/>
              </a:buClr>
              <a:buSzPts val="2100"/>
              <a:buFont typeface="Arial"/>
              <a:buNone/>
              <a:defRPr sz="2100">
                <a:solidFill>
                  <a:schemeClr val="dk1"/>
                </a:solidFill>
                <a:latin typeface="Arial"/>
                <a:ea typeface="Arial"/>
                <a:cs typeface="Arial"/>
                <a:sym typeface="Arial"/>
              </a:defRPr>
            </a:lvl1pPr>
            <a:lvl2pPr marL="914400" lvl="1" indent="-361950" algn="l" rtl="0">
              <a:lnSpc>
                <a:spcPct val="90000"/>
              </a:lnSpc>
              <a:spcBef>
                <a:spcPts val="400"/>
              </a:spcBef>
              <a:spcAft>
                <a:spcPts val="0"/>
              </a:spcAft>
              <a:buClr>
                <a:schemeClr val="dk1"/>
              </a:buClr>
              <a:buSzPts val="2100"/>
              <a:buFont typeface="Arial"/>
              <a:buChar char="•"/>
              <a:defRPr sz="2100">
                <a:solidFill>
                  <a:schemeClr val="dk1"/>
                </a:solidFill>
                <a:latin typeface="Arial"/>
                <a:ea typeface="Arial"/>
                <a:cs typeface="Arial"/>
                <a:sym typeface="Arial"/>
              </a:defRPr>
            </a:lvl2pPr>
            <a:lvl3pPr marL="1371600" lvl="2" indent="-361950" algn="l" rtl="0">
              <a:lnSpc>
                <a:spcPct val="90000"/>
              </a:lnSpc>
              <a:spcBef>
                <a:spcPts val="400"/>
              </a:spcBef>
              <a:spcAft>
                <a:spcPts val="0"/>
              </a:spcAft>
              <a:buClr>
                <a:schemeClr val="dk1"/>
              </a:buClr>
              <a:buSzPts val="2100"/>
              <a:buFont typeface="Arial"/>
              <a:buChar char="•"/>
              <a:defRPr sz="2100">
                <a:solidFill>
                  <a:schemeClr val="dk1"/>
                </a:solidFill>
                <a:latin typeface="Arial"/>
                <a:ea typeface="Arial"/>
                <a:cs typeface="Arial"/>
                <a:sym typeface="Arial"/>
              </a:defRPr>
            </a:lvl3pPr>
            <a:lvl4pPr marL="1828800" lvl="3" indent="-361950" algn="l" rtl="0">
              <a:lnSpc>
                <a:spcPct val="90000"/>
              </a:lnSpc>
              <a:spcBef>
                <a:spcPts val="400"/>
              </a:spcBef>
              <a:spcAft>
                <a:spcPts val="0"/>
              </a:spcAft>
              <a:buClr>
                <a:schemeClr val="dk1"/>
              </a:buClr>
              <a:buSzPts val="2100"/>
              <a:buFont typeface="Arial"/>
              <a:buChar char="•"/>
              <a:defRPr sz="2100">
                <a:solidFill>
                  <a:schemeClr val="dk1"/>
                </a:solidFill>
                <a:latin typeface="Arial"/>
                <a:ea typeface="Arial"/>
                <a:cs typeface="Arial"/>
                <a:sym typeface="Arial"/>
              </a:defRPr>
            </a:lvl4pPr>
            <a:lvl5pPr marL="2286000" lvl="4" indent="-361950" algn="l" rtl="0">
              <a:lnSpc>
                <a:spcPct val="90000"/>
              </a:lnSpc>
              <a:spcBef>
                <a:spcPts val="400"/>
              </a:spcBef>
              <a:spcAft>
                <a:spcPts val="0"/>
              </a:spcAft>
              <a:buClr>
                <a:schemeClr val="dk1"/>
              </a:buClr>
              <a:buSzPts val="2100"/>
              <a:buFont typeface="Arial"/>
              <a:buChar char="•"/>
              <a:defRPr sz="2100">
                <a:solidFill>
                  <a:schemeClr val="dk1"/>
                </a:solidFill>
                <a:latin typeface="Arial"/>
                <a:ea typeface="Arial"/>
                <a:cs typeface="Arial"/>
                <a:sym typeface="Arial"/>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102" name="Google Shape;102;g27159f98687_7_91"/>
          <p:cNvSpPr/>
          <p:nvPr/>
        </p:nvSpPr>
        <p:spPr>
          <a:xfrm>
            <a:off x="0" y="4800600"/>
            <a:ext cx="8801100" cy="342900"/>
          </a:xfrm>
          <a:prstGeom prst="rect">
            <a:avLst/>
          </a:prstGeom>
          <a:solidFill>
            <a:srgbClr val="F2F2F2"/>
          </a:solidFill>
          <a:ln>
            <a:noFill/>
          </a:ln>
        </p:spPr>
        <p:txBody>
          <a:bodyPr spcFirstLastPara="1" wrap="square" lIns="38100" tIns="38100" rIns="38100" bIns="38100" anchor="ctr" anchorCtr="0">
            <a:noAutofit/>
          </a:bodyPr>
          <a:lstStyle/>
          <a:p>
            <a:pPr marL="0" marR="0" lvl="0" indent="0" algn="ctr" rtl="0">
              <a:lnSpc>
                <a:spcPct val="100000"/>
              </a:lnSpc>
              <a:spcBef>
                <a:spcPts val="0"/>
              </a:spcBef>
              <a:spcAft>
                <a:spcPts val="0"/>
              </a:spcAft>
              <a:buClr>
                <a:schemeClr val="dk1"/>
              </a:buClr>
              <a:buSzPts val="2400"/>
              <a:buFont typeface="Calibri"/>
              <a:buNone/>
            </a:pPr>
            <a:endParaRPr sz="2400" b="0" i="0" u="none" strike="noStrike" cap="none">
              <a:solidFill>
                <a:srgbClr val="FFFFFF"/>
              </a:solidFill>
              <a:latin typeface="Calibri"/>
              <a:ea typeface="Calibri"/>
              <a:cs typeface="Calibri"/>
              <a:sym typeface="Calibri"/>
            </a:endParaRPr>
          </a:p>
        </p:txBody>
      </p:sp>
      <p:sp>
        <p:nvSpPr>
          <p:cNvPr id="103" name="Google Shape;103;g27159f98687_7_91"/>
          <p:cNvSpPr/>
          <p:nvPr/>
        </p:nvSpPr>
        <p:spPr>
          <a:xfrm>
            <a:off x="8801100" y="0"/>
            <a:ext cx="342900" cy="4800600"/>
          </a:xfrm>
          <a:prstGeom prst="rect">
            <a:avLst/>
          </a:prstGeom>
          <a:solidFill>
            <a:srgbClr val="F2F2F2"/>
          </a:solidFill>
          <a:ln>
            <a:noFill/>
          </a:ln>
        </p:spPr>
        <p:txBody>
          <a:bodyPr spcFirstLastPara="1" wrap="square" lIns="38100" tIns="38100" rIns="38100" bIns="38100" anchor="ctr" anchorCtr="0">
            <a:noAutofit/>
          </a:bodyPr>
          <a:lstStyle/>
          <a:p>
            <a:pPr marL="0" marR="0" lvl="0" indent="0" algn="ctr" rtl="0">
              <a:lnSpc>
                <a:spcPct val="100000"/>
              </a:lnSpc>
              <a:spcBef>
                <a:spcPts val="0"/>
              </a:spcBef>
              <a:spcAft>
                <a:spcPts val="0"/>
              </a:spcAft>
              <a:buClr>
                <a:schemeClr val="dk1"/>
              </a:buClr>
              <a:buSzPts val="2400"/>
              <a:buFont typeface="Calibri"/>
              <a:buNone/>
            </a:pPr>
            <a:endParaRPr sz="2400" b="0" i="0" u="none" strike="noStrike" cap="none">
              <a:solidFill>
                <a:srgbClr val="FFFFFF"/>
              </a:solidFill>
              <a:latin typeface="Calibri"/>
              <a:ea typeface="Calibri"/>
              <a:cs typeface="Calibri"/>
              <a:sym typeface="Calibri"/>
            </a:endParaRPr>
          </a:p>
        </p:txBody>
      </p:sp>
      <p:sp>
        <p:nvSpPr>
          <p:cNvPr id="104" name="Google Shape;104;g27159f98687_7_91"/>
          <p:cNvSpPr/>
          <p:nvPr/>
        </p:nvSpPr>
        <p:spPr>
          <a:xfrm>
            <a:off x="8801101" y="4794800"/>
            <a:ext cx="342900" cy="348600"/>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Play"/>
              <a:buNone/>
            </a:pPr>
            <a:endParaRPr sz="1400" b="0" i="0" u="none" strike="noStrike" cap="none">
              <a:solidFill>
                <a:schemeClr val="lt1"/>
              </a:solidFill>
              <a:latin typeface="Calibri"/>
              <a:ea typeface="Calibri"/>
              <a:cs typeface="Calibri"/>
              <a:sym typeface="Calibri"/>
            </a:endParaRPr>
          </a:p>
        </p:txBody>
      </p:sp>
      <p:sp>
        <p:nvSpPr>
          <p:cNvPr id="105" name="Google Shape;105;g27159f98687_7_91"/>
          <p:cNvSpPr txBox="1">
            <a:spLocks noGrp="1"/>
          </p:cNvSpPr>
          <p:nvPr>
            <p:ph type="sldNum" idx="12"/>
          </p:nvPr>
        </p:nvSpPr>
        <p:spPr>
          <a:xfrm>
            <a:off x="8794173" y="4871549"/>
            <a:ext cx="342900" cy="270300"/>
          </a:xfrm>
          <a:prstGeom prst="rect">
            <a:avLst/>
          </a:prstGeom>
          <a:noFill/>
          <a:ln>
            <a:noFill/>
          </a:ln>
        </p:spPr>
        <p:txBody>
          <a:bodyPr spcFirstLastPara="1" wrap="square" lIns="68575" tIns="34275" rIns="68575" bIns="34275" anchor="t" anchorCtr="0">
            <a:noAutofit/>
          </a:bodyPr>
          <a:lstStyle>
            <a:lvl1pPr marL="0" marR="0" lvl="0" indent="0" algn="ctr" rtl="0">
              <a:lnSpc>
                <a:spcPct val="100000"/>
              </a:lnSpc>
              <a:spcBef>
                <a:spcPts val="0"/>
              </a:spcBef>
              <a:spcAft>
                <a:spcPts val="0"/>
              </a:spcAft>
              <a:buClr>
                <a:schemeClr val="dk1"/>
              </a:buClr>
              <a:buSzPts val="800"/>
              <a:buFont typeface="Play"/>
              <a:buNone/>
              <a:defRPr sz="800" b="0" i="0" u="none" strike="noStrike" cap="none">
                <a:solidFill>
                  <a:schemeClr val="dk1"/>
                </a:solidFill>
                <a:latin typeface="Play"/>
                <a:ea typeface="Play"/>
                <a:cs typeface="Play"/>
                <a:sym typeface="Play"/>
              </a:defRPr>
            </a:lvl1pPr>
            <a:lvl2pPr marL="0" marR="0" lvl="1" indent="0" algn="ctr" rtl="0">
              <a:lnSpc>
                <a:spcPct val="100000"/>
              </a:lnSpc>
              <a:spcBef>
                <a:spcPts val="0"/>
              </a:spcBef>
              <a:spcAft>
                <a:spcPts val="0"/>
              </a:spcAft>
              <a:buClr>
                <a:schemeClr val="dk1"/>
              </a:buClr>
              <a:buSzPts val="800"/>
              <a:buFont typeface="Play"/>
              <a:buNone/>
              <a:defRPr sz="800" b="0" i="0" u="none" strike="noStrike" cap="none">
                <a:solidFill>
                  <a:schemeClr val="dk1"/>
                </a:solidFill>
                <a:latin typeface="Play"/>
                <a:ea typeface="Play"/>
                <a:cs typeface="Play"/>
                <a:sym typeface="Play"/>
              </a:defRPr>
            </a:lvl2pPr>
            <a:lvl3pPr marL="0" marR="0" lvl="2" indent="0" algn="ctr" rtl="0">
              <a:lnSpc>
                <a:spcPct val="100000"/>
              </a:lnSpc>
              <a:spcBef>
                <a:spcPts val="0"/>
              </a:spcBef>
              <a:spcAft>
                <a:spcPts val="0"/>
              </a:spcAft>
              <a:buClr>
                <a:schemeClr val="dk1"/>
              </a:buClr>
              <a:buSzPts val="800"/>
              <a:buFont typeface="Play"/>
              <a:buNone/>
              <a:defRPr sz="800" b="0" i="0" u="none" strike="noStrike" cap="none">
                <a:solidFill>
                  <a:schemeClr val="dk1"/>
                </a:solidFill>
                <a:latin typeface="Play"/>
                <a:ea typeface="Play"/>
                <a:cs typeface="Play"/>
                <a:sym typeface="Play"/>
              </a:defRPr>
            </a:lvl3pPr>
            <a:lvl4pPr marL="0" marR="0" lvl="3" indent="0" algn="ctr" rtl="0">
              <a:lnSpc>
                <a:spcPct val="100000"/>
              </a:lnSpc>
              <a:spcBef>
                <a:spcPts val="0"/>
              </a:spcBef>
              <a:spcAft>
                <a:spcPts val="0"/>
              </a:spcAft>
              <a:buClr>
                <a:schemeClr val="dk1"/>
              </a:buClr>
              <a:buSzPts val="800"/>
              <a:buFont typeface="Play"/>
              <a:buNone/>
              <a:defRPr sz="800" b="0" i="0" u="none" strike="noStrike" cap="none">
                <a:solidFill>
                  <a:schemeClr val="dk1"/>
                </a:solidFill>
                <a:latin typeface="Play"/>
                <a:ea typeface="Play"/>
                <a:cs typeface="Play"/>
                <a:sym typeface="Play"/>
              </a:defRPr>
            </a:lvl4pPr>
            <a:lvl5pPr marL="0" marR="0" lvl="4" indent="0" algn="ctr" rtl="0">
              <a:lnSpc>
                <a:spcPct val="100000"/>
              </a:lnSpc>
              <a:spcBef>
                <a:spcPts val="0"/>
              </a:spcBef>
              <a:spcAft>
                <a:spcPts val="0"/>
              </a:spcAft>
              <a:buClr>
                <a:schemeClr val="dk1"/>
              </a:buClr>
              <a:buSzPts val="800"/>
              <a:buFont typeface="Play"/>
              <a:buNone/>
              <a:defRPr sz="800" b="0" i="0" u="none" strike="noStrike" cap="none">
                <a:solidFill>
                  <a:schemeClr val="dk1"/>
                </a:solidFill>
                <a:latin typeface="Play"/>
                <a:ea typeface="Play"/>
                <a:cs typeface="Play"/>
                <a:sym typeface="Play"/>
              </a:defRPr>
            </a:lvl5pPr>
            <a:lvl6pPr marL="0" marR="0" lvl="5" indent="0" algn="ctr" rtl="0">
              <a:lnSpc>
                <a:spcPct val="100000"/>
              </a:lnSpc>
              <a:spcBef>
                <a:spcPts val="0"/>
              </a:spcBef>
              <a:spcAft>
                <a:spcPts val="0"/>
              </a:spcAft>
              <a:buClr>
                <a:schemeClr val="dk1"/>
              </a:buClr>
              <a:buSzPts val="800"/>
              <a:buFont typeface="Play"/>
              <a:buNone/>
              <a:defRPr sz="800" b="0" i="0" u="none" strike="noStrike" cap="none">
                <a:solidFill>
                  <a:schemeClr val="dk1"/>
                </a:solidFill>
                <a:latin typeface="Play"/>
                <a:ea typeface="Play"/>
                <a:cs typeface="Play"/>
                <a:sym typeface="Play"/>
              </a:defRPr>
            </a:lvl6pPr>
            <a:lvl7pPr marL="0" marR="0" lvl="6" indent="0" algn="ctr" rtl="0">
              <a:lnSpc>
                <a:spcPct val="100000"/>
              </a:lnSpc>
              <a:spcBef>
                <a:spcPts val="0"/>
              </a:spcBef>
              <a:spcAft>
                <a:spcPts val="0"/>
              </a:spcAft>
              <a:buClr>
                <a:schemeClr val="dk1"/>
              </a:buClr>
              <a:buSzPts val="800"/>
              <a:buFont typeface="Play"/>
              <a:buNone/>
              <a:defRPr sz="800" b="0" i="0" u="none" strike="noStrike" cap="none">
                <a:solidFill>
                  <a:schemeClr val="dk1"/>
                </a:solidFill>
                <a:latin typeface="Play"/>
                <a:ea typeface="Play"/>
                <a:cs typeface="Play"/>
                <a:sym typeface="Play"/>
              </a:defRPr>
            </a:lvl7pPr>
            <a:lvl8pPr marL="0" marR="0" lvl="7" indent="0" algn="ctr" rtl="0">
              <a:lnSpc>
                <a:spcPct val="100000"/>
              </a:lnSpc>
              <a:spcBef>
                <a:spcPts val="0"/>
              </a:spcBef>
              <a:spcAft>
                <a:spcPts val="0"/>
              </a:spcAft>
              <a:buClr>
                <a:schemeClr val="dk1"/>
              </a:buClr>
              <a:buSzPts val="800"/>
              <a:buFont typeface="Play"/>
              <a:buNone/>
              <a:defRPr sz="800" b="0" i="0" u="none" strike="noStrike" cap="none">
                <a:solidFill>
                  <a:schemeClr val="dk1"/>
                </a:solidFill>
                <a:latin typeface="Play"/>
                <a:ea typeface="Play"/>
                <a:cs typeface="Play"/>
                <a:sym typeface="Play"/>
              </a:defRPr>
            </a:lvl8pPr>
            <a:lvl9pPr marL="0" marR="0" lvl="8" indent="0" algn="ctr" rtl="0">
              <a:lnSpc>
                <a:spcPct val="100000"/>
              </a:lnSpc>
              <a:spcBef>
                <a:spcPts val="0"/>
              </a:spcBef>
              <a:spcAft>
                <a:spcPts val="0"/>
              </a:spcAft>
              <a:buClr>
                <a:schemeClr val="dk1"/>
              </a:buClr>
              <a:buSzPts val="800"/>
              <a:buFont typeface="Play"/>
              <a:buNone/>
              <a:defRPr sz="800" b="0" i="0" u="none" strike="noStrike" cap="none">
                <a:solidFill>
                  <a:schemeClr val="dk1"/>
                </a:solidFill>
                <a:latin typeface="Play"/>
                <a:ea typeface="Play"/>
                <a:cs typeface="Play"/>
                <a:sym typeface="Play"/>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6"/>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_Title, Sub Two Content">
  <p:cSld name="1_Title, Sub Two Content">
    <p:spTree>
      <p:nvGrpSpPr>
        <p:cNvPr id="1" name="Shape 107"/>
        <p:cNvGrpSpPr/>
        <p:nvPr/>
      </p:nvGrpSpPr>
      <p:grpSpPr>
        <a:xfrm>
          <a:off x="0" y="0"/>
          <a:ext cx="0" cy="0"/>
          <a:chOff x="0" y="0"/>
          <a:chExt cx="0" cy="0"/>
        </a:xfrm>
      </p:grpSpPr>
      <p:sp>
        <p:nvSpPr>
          <p:cNvPr id="108" name="Google Shape;108;g27159f98687_7_100"/>
          <p:cNvSpPr txBox="1">
            <a:spLocks noGrp="1"/>
          </p:cNvSpPr>
          <p:nvPr>
            <p:ph type="title"/>
          </p:nvPr>
        </p:nvSpPr>
        <p:spPr>
          <a:xfrm>
            <a:off x="285750" y="166271"/>
            <a:ext cx="8229600" cy="9000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SzPts val="27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109" name="Google Shape;109;g27159f98687_7_100"/>
          <p:cNvSpPr txBox="1">
            <a:spLocks noGrp="1"/>
          </p:cNvSpPr>
          <p:nvPr>
            <p:ph type="body" idx="1"/>
          </p:nvPr>
        </p:nvSpPr>
        <p:spPr>
          <a:xfrm>
            <a:off x="285750" y="1121521"/>
            <a:ext cx="8229600" cy="3978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SzPts val="2100"/>
              <a:buNone/>
              <a:defRPr sz="2400" b="0" i="0">
                <a:solidFill>
                  <a:schemeClr val="accent1"/>
                </a:solidFill>
                <a:latin typeface="Arial"/>
                <a:ea typeface="Arial"/>
                <a:cs typeface="Arial"/>
                <a:sym typeface="Arial"/>
              </a:defRPr>
            </a:lvl1pPr>
            <a:lvl2pPr marL="914400" lvl="1" indent="-228600" algn="l" rtl="0">
              <a:lnSpc>
                <a:spcPct val="90000"/>
              </a:lnSpc>
              <a:spcBef>
                <a:spcPts val="400"/>
              </a:spcBef>
              <a:spcAft>
                <a:spcPts val="0"/>
              </a:spcAft>
              <a:buSzPts val="1800"/>
              <a:buNone/>
              <a:defRPr/>
            </a:lvl2pPr>
            <a:lvl3pPr marL="1371600" lvl="2" indent="-323850" algn="l" rtl="0">
              <a:lnSpc>
                <a:spcPct val="90000"/>
              </a:lnSpc>
              <a:spcBef>
                <a:spcPts val="400"/>
              </a:spcBef>
              <a:spcAft>
                <a:spcPts val="0"/>
              </a:spcAft>
              <a:buSzPts val="1500"/>
              <a:buChar char="•"/>
              <a:defRPr/>
            </a:lvl3pPr>
            <a:lvl4pPr marL="1828800" lvl="3" indent="-317500" algn="l" rtl="0">
              <a:lnSpc>
                <a:spcPct val="90000"/>
              </a:lnSpc>
              <a:spcBef>
                <a:spcPts val="400"/>
              </a:spcBef>
              <a:spcAft>
                <a:spcPts val="0"/>
              </a:spcAft>
              <a:buSzPts val="1400"/>
              <a:buChar char="•"/>
              <a:defRPr/>
            </a:lvl4pPr>
            <a:lvl5pPr marL="2286000" lvl="4" indent="-304800" algn="l" rtl="0">
              <a:lnSpc>
                <a:spcPct val="90000"/>
              </a:lnSpc>
              <a:spcBef>
                <a:spcPts val="400"/>
              </a:spcBef>
              <a:spcAft>
                <a:spcPts val="0"/>
              </a:spcAft>
              <a:buSzPts val="1200"/>
              <a:buChar char="•"/>
              <a:defRPr/>
            </a:lvl5pPr>
            <a:lvl6pPr marL="2743200" lvl="5" indent="-317500" algn="l" rtl="0">
              <a:lnSpc>
                <a:spcPct val="90000"/>
              </a:lnSpc>
              <a:spcBef>
                <a:spcPts val="400"/>
              </a:spcBef>
              <a:spcAft>
                <a:spcPts val="0"/>
              </a:spcAft>
              <a:buSzPts val="1400"/>
              <a:buChar char="•"/>
              <a:defRPr/>
            </a:lvl6pPr>
            <a:lvl7pPr marL="3200400" lvl="6" indent="-317500" algn="l" rtl="0">
              <a:lnSpc>
                <a:spcPct val="90000"/>
              </a:lnSpc>
              <a:spcBef>
                <a:spcPts val="400"/>
              </a:spcBef>
              <a:spcAft>
                <a:spcPts val="0"/>
              </a:spcAft>
              <a:buSzPts val="1400"/>
              <a:buChar char="•"/>
              <a:defRPr/>
            </a:lvl7pPr>
            <a:lvl8pPr marL="3657600" lvl="7" indent="-317500" algn="l" rtl="0">
              <a:lnSpc>
                <a:spcPct val="90000"/>
              </a:lnSpc>
              <a:spcBef>
                <a:spcPts val="400"/>
              </a:spcBef>
              <a:spcAft>
                <a:spcPts val="0"/>
              </a:spcAft>
              <a:buSzPts val="1400"/>
              <a:buChar char="•"/>
              <a:defRPr/>
            </a:lvl8pPr>
            <a:lvl9pPr marL="4114800" lvl="8" indent="-317500" algn="l" rtl="0">
              <a:lnSpc>
                <a:spcPct val="90000"/>
              </a:lnSpc>
              <a:spcBef>
                <a:spcPts val="400"/>
              </a:spcBef>
              <a:spcAft>
                <a:spcPts val="0"/>
              </a:spcAft>
              <a:buSzPts val="1400"/>
              <a:buChar char="•"/>
              <a:defRPr/>
            </a:lvl9pPr>
          </a:lstStyle>
          <a:p>
            <a:endParaRPr/>
          </a:p>
        </p:txBody>
      </p:sp>
      <p:sp>
        <p:nvSpPr>
          <p:cNvPr id="110" name="Google Shape;110;g27159f98687_7_100"/>
          <p:cNvSpPr txBox="1">
            <a:spLocks noGrp="1"/>
          </p:cNvSpPr>
          <p:nvPr>
            <p:ph type="body" idx="2"/>
          </p:nvPr>
        </p:nvSpPr>
        <p:spPr>
          <a:xfrm>
            <a:off x="285749" y="1579260"/>
            <a:ext cx="4072500" cy="3071700"/>
          </a:xfrm>
          <a:prstGeom prst="rect">
            <a:avLst/>
          </a:prstGeom>
          <a:noFill/>
          <a:ln>
            <a:noFill/>
          </a:ln>
        </p:spPr>
        <p:txBody>
          <a:bodyPr spcFirstLastPara="1" wrap="square" lIns="68575" tIns="34275" rIns="68575" bIns="34275" anchor="t" anchorCtr="0">
            <a:normAutofit/>
          </a:bodyPr>
          <a:lstStyle>
            <a:lvl1pPr marL="457200" lvl="0" indent="-361950" algn="l" rtl="0">
              <a:lnSpc>
                <a:spcPct val="90000"/>
              </a:lnSpc>
              <a:spcBef>
                <a:spcPts val="800"/>
              </a:spcBef>
              <a:spcAft>
                <a:spcPts val="0"/>
              </a:spcAft>
              <a:buSzPts val="2100"/>
              <a:buChar char="•"/>
              <a:defRPr/>
            </a:lvl1pPr>
            <a:lvl2pPr marL="914400" lvl="1" indent="-342900" algn="l" rtl="0">
              <a:lnSpc>
                <a:spcPct val="90000"/>
              </a:lnSpc>
              <a:spcBef>
                <a:spcPts val="400"/>
              </a:spcBef>
              <a:spcAft>
                <a:spcPts val="0"/>
              </a:spcAft>
              <a:buSzPts val="1800"/>
              <a:buChar char="•"/>
              <a:defRPr/>
            </a:lvl2pPr>
            <a:lvl3pPr marL="1371600" lvl="2" indent="-323850" algn="l" rtl="0">
              <a:lnSpc>
                <a:spcPct val="90000"/>
              </a:lnSpc>
              <a:spcBef>
                <a:spcPts val="400"/>
              </a:spcBef>
              <a:spcAft>
                <a:spcPts val="0"/>
              </a:spcAft>
              <a:buSzPts val="1500"/>
              <a:buChar char="•"/>
              <a:defRPr/>
            </a:lvl3pPr>
            <a:lvl4pPr marL="1828800" lvl="3" indent="-317500" algn="l" rtl="0">
              <a:lnSpc>
                <a:spcPct val="90000"/>
              </a:lnSpc>
              <a:spcBef>
                <a:spcPts val="400"/>
              </a:spcBef>
              <a:spcAft>
                <a:spcPts val="0"/>
              </a:spcAft>
              <a:buSzPts val="1400"/>
              <a:buChar char="•"/>
              <a:defRPr/>
            </a:lvl4pPr>
            <a:lvl5pPr marL="2286000" lvl="4" indent="-304800" algn="l" rtl="0">
              <a:lnSpc>
                <a:spcPct val="90000"/>
              </a:lnSpc>
              <a:spcBef>
                <a:spcPts val="400"/>
              </a:spcBef>
              <a:spcAft>
                <a:spcPts val="0"/>
              </a:spcAft>
              <a:buSzPts val="1200"/>
              <a:buChar char="•"/>
              <a:defRPr/>
            </a:lvl5pPr>
            <a:lvl6pPr marL="2743200" lvl="5" indent="-317500" algn="l" rtl="0">
              <a:lnSpc>
                <a:spcPct val="90000"/>
              </a:lnSpc>
              <a:spcBef>
                <a:spcPts val="400"/>
              </a:spcBef>
              <a:spcAft>
                <a:spcPts val="0"/>
              </a:spcAft>
              <a:buSzPts val="1400"/>
              <a:buChar char="•"/>
              <a:defRPr/>
            </a:lvl6pPr>
            <a:lvl7pPr marL="3200400" lvl="6" indent="-317500" algn="l" rtl="0">
              <a:lnSpc>
                <a:spcPct val="90000"/>
              </a:lnSpc>
              <a:spcBef>
                <a:spcPts val="400"/>
              </a:spcBef>
              <a:spcAft>
                <a:spcPts val="0"/>
              </a:spcAft>
              <a:buSzPts val="1400"/>
              <a:buChar char="•"/>
              <a:defRPr/>
            </a:lvl7pPr>
            <a:lvl8pPr marL="3657600" lvl="7" indent="-317500" algn="l" rtl="0">
              <a:lnSpc>
                <a:spcPct val="90000"/>
              </a:lnSpc>
              <a:spcBef>
                <a:spcPts val="400"/>
              </a:spcBef>
              <a:spcAft>
                <a:spcPts val="0"/>
              </a:spcAft>
              <a:buSzPts val="1400"/>
              <a:buChar char="•"/>
              <a:defRPr/>
            </a:lvl8pPr>
            <a:lvl9pPr marL="4114800" lvl="8" indent="-317500" algn="l" rtl="0">
              <a:lnSpc>
                <a:spcPct val="90000"/>
              </a:lnSpc>
              <a:spcBef>
                <a:spcPts val="400"/>
              </a:spcBef>
              <a:spcAft>
                <a:spcPts val="0"/>
              </a:spcAft>
              <a:buSzPts val="1400"/>
              <a:buChar char="•"/>
              <a:defRPr/>
            </a:lvl9pPr>
          </a:lstStyle>
          <a:p>
            <a:endParaRPr/>
          </a:p>
        </p:txBody>
      </p:sp>
      <p:sp>
        <p:nvSpPr>
          <p:cNvPr id="111" name="Google Shape;111;g27159f98687_7_100"/>
          <p:cNvSpPr txBox="1">
            <a:spLocks noGrp="1"/>
          </p:cNvSpPr>
          <p:nvPr>
            <p:ph type="body" idx="3"/>
          </p:nvPr>
        </p:nvSpPr>
        <p:spPr>
          <a:xfrm>
            <a:off x="4442951" y="1579260"/>
            <a:ext cx="4072500" cy="3071700"/>
          </a:xfrm>
          <a:prstGeom prst="rect">
            <a:avLst/>
          </a:prstGeom>
          <a:noFill/>
          <a:ln>
            <a:noFill/>
          </a:ln>
        </p:spPr>
        <p:txBody>
          <a:bodyPr spcFirstLastPara="1" wrap="square" lIns="68575" tIns="34275" rIns="68575" bIns="34275" anchor="t" anchorCtr="0">
            <a:normAutofit/>
          </a:bodyPr>
          <a:lstStyle>
            <a:lvl1pPr marL="457200" lvl="0" indent="-361950" algn="l" rtl="0">
              <a:lnSpc>
                <a:spcPct val="90000"/>
              </a:lnSpc>
              <a:spcBef>
                <a:spcPts val="800"/>
              </a:spcBef>
              <a:spcAft>
                <a:spcPts val="0"/>
              </a:spcAft>
              <a:buSzPts val="2100"/>
              <a:buChar char="•"/>
              <a:defRPr/>
            </a:lvl1pPr>
            <a:lvl2pPr marL="914400" lvl="1" indent="-342900" algn="l" rtl="0">
              <a:lnSpc>
                <a:spcPct val="90000"/>
              </a:lnSpc>
              <a:spcBef>
                <a:spcPts val="400"/>
              </a:spcBef>
              <a:spcAft>
                <a:spcPts val="0"/>
              </a:spcAft>
              <a:buSzPts val="1800"/>
              <a:buChar char="•"/>
              <a:defRPr/>
            </a:lvl2pPr>
            <a:lvl3pPr marL="1371600" lvl="2" indent="-323850" algn="l" rtl="0">
              <a:lnSpc>
                <a:spcPct val="90000"/>
              </a:lnSpc>
              <a:spcBef>
                <a:spcPts val="400"/>
              </a:spcBef>
              <a:spcAft>
                <a:spcPts val="0"/>
              </a:spcAft>
              <a:buSzPts val="1500"/>
              <a:buChar char="•"/>
              <a:defRPr/>
            </a:lvl3pPr>
            <a:lvl4pPr marL="1828800" lvl="3" indent="-317500" algn="l" rtl="0">
              <a:lnSpc>
                <a:spcPct val="90000"/>
              </a:lnSpc>
              <a:spcBef>
                <a:spcPts val="400"/>
              </a:spcBef>
              <a:spcAft>
                <a:spcPts val="0"/>
              </a:spcAft>
              <a:buSzPts val="1400"/>
              <a:buChar char="•"/>
              <a:defRPr/>
            </a:lvl4pPr>
            <a:lvl5pPr marL="2286000" lvl="4" indent="-304800" algn="l" rtl="0">
              <a:lnSpc>
                <a:spcPct val="90000"/>
              </a:lnSpc>
              <a:spcBef>
                <a:spcPts val="400"/>
              </a:spcBef>
              <a:spcAft>
                <a:spcPts val="0"/>
              </a:spcAft>
              <a:buSzPts val="1200"/>
              <a:buChar char="•"/>
              <a:defRPr/>
            </a:lvl5pPr>
            <a:lvl6pPr marL="2743200" lvl="5" indent="-317500" algn="l" rtl="0">
              <a:lnSpc>
                <a:spcPct val="90000"/>
              </a:lnSpc>
              <a:spcBef>
                <a:spcPts val="400"/>
              </a:spcBef>
              <a:spcAft>
                <a:spcPts val="0"/>
              </a:spcAft>
              <a:buSzPts val="1400"/>
              <a:buChar char="•"/>
              <a:defRPr/>
            </a:lvl6pPr>
            <a:lvl7pPr marL="3200400" lvl="6" indent="-317500" algn="l" rtl="0">
              <a:lnSpc>
                <a:spcPct val="90000"/>
              </a:lnSpc>
              <a:spcBef>
                <a:spcPts val="400"/>
              </a:spcBef>
              <a:spcAft>
                <a:spcPts val="0"/>
              </a:spcAft>
              <a:buSzPts val="1400"/>
              <a:buChar char="•"/>
              <a:defRPr/>
            </a:lvl7pPr>
            <a:lvl8pPr marL="3657600" lvl="7" indent="-317500" algn="l" rtl="0">
              <a:lnSpc>
                <a:spcPct val="90000"/>
              </a:lnSpc>
              <a:spcBef>
                <a:spcPts val="400"/>
              </a:spcBef>
              <a:spcAft>
                <a:spcPts val="0"/>
              </a:spcAft>
              <a:buSzPts val="1400"/>
              <a:buChar char="•"/>
              <a:defRPr/>
            </a:lvl8pPr>
            <a:lvl9pPr marL="4114800" lvl="8" indent="-317500" algn="l" rtl="0">
              <a:lnSpc>
                <a:spcPct val="90000"/>
              </a:lnSpc>
              <a:spcBef>
                <a:spcPts val="400"/>
              </a:spcBef>
              <a:spcAft>
                <a:spcPts val="0"/>
              </a:spcAft>
              <a:buSzPts val="14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g27159f98687_7_0"/>
          <p:cNvSpPr txBox="1">
            <a:spLocks noGrp="1"/>
          </p:cNvSpPr>
          <p:nvPr>
            <p:ph type="title"/>
          </p:nvPr>
        </p:nvSpPr>
        <p:spPr>
          <a:xfrm>
            <a:off x="388475" y="143706"/>
            <a:ext cx="8394300" cy="7248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2400"/>
              <a:buNone/>
              <a:defRPr sz="2400" b="1" i="0" u="none" strike="noStrike" cap="none">
                <a:solidFill>
                  <a:schemeClr val="dk1"/>
                </a:solidFill>
              </a:defRPr>
            </a:lvl1pPr>
            <a:lvl2pPr marR="0" lvl="1" algn="l" rtl="0">
              <a:lnSpc>
                <a:spcPct val="100000"/>
              </a:lnSpc>
              <a:spcBef>
                <a:spcPts val="0"/>
              </a:spcBef>
              <a:spcAft>
                <a:spcPts val="0"/>
              </a:spcAft>
              <a:buClr>
                <a:schemeClr val="dk1"/>
              </a:buClr>
              <a:buSzPts val="1100"/>
              <a:buNone/>
              <a:defRPr sz="1400" i="0" u="none" strike="noStrike" cap="none">
                <a:solidFill>
                  <a:schemeClr val="dk1"/>
                </a:solidFill>
              </a:defRPr>
            </a:lvl2pPr>
            <a:lvl3pPr marR="0" lvl="2" algn="l" rtl="0">
              <a:lnSpc>
                <a:spcPct val="100000"/>
              </a:lnSpc>
              <a:spcBef>
                <a:spcPts val="0"/>
              </a:spcBef>
              <a:spcAft>
                <a:spcPts val="0"/>
              </a:spcAft>
              <a:buClr>
                <a:schemeClr val="dk1"/>
              </a:buClr>
              <a:buSzPts val="1100"/>
              <a:buNone/>
              <a:defRPr sz="1400" i="0" u="none" strike="noStrike" cap="none">
                <a:solidFill>
                  <a:schemeClr val="dk1"/>
                </a:solidFill>
              </a:defRPr>
            </a:lvl3pPr>
            <a:lvl4pPr marR="0" lvl="3" algn="l" rtl="0">
              <a:lnSpc>
                <a:spcPct val="100000"/>
              </a:lnSpc>
              <a:spcBef>
                <a:spcPts val="0"/>
              </a:spcBef>
              <a:spcAft>
                <a:spcPts val="0"/>
              </a:spcAft>
              <a:buClr>
                <a:schemeClr val="dk1"/>
              </a:buClr>
              <a:buSzPts val="1100"/>
              <a:buNone/>
              <a:defRPr sz="1400" i="0" u="none" strike="noStrike" cap="none">
                <a:solidFill>
                  <a:schemeClr val="dk1"/>
                </a:solidFill>
              </a:defRPr>
            </a:lvl4pPr>
            <a:lvl5pPr marR="0" lvl="4" algn="l" rtl="0">
              <a:lnSpc>
                <a:spcPct val="100000"/>
              </a:lnSpc>
              <a:spcBef>
                <a:spcPts val="0"/>
              </a:spcBef>
              <a:spcAft>
                <a:spcPts val="0"/>
              </a:spcAft>
              <a:buClr>
                <a:schemeClr val="dk1"/>
              </a:buClr>
              <a:buSzPts val="1100"/>
              <a:buNone/>
              <a:defRPr sz="1400" i="0" u="none" strike="noStrike" cap="none">
                <a:solidFill>
                  <a:schemeClr val="dk1"/>
                </a:solidFill>
              </a:defRPr>
            </a:lvl5pPr>
            <a:lvl6pPr marR="0" lvl="5" algn="l" rtl="0">
              <a:lnSpc>
                <a:spcPct val="100000"/>
              </a:lnSpc>
              <a:spcBef>
                <a:spcPts val="0"/>
              </a:spcBef>
              <a:spcAft>
                <a:spcPts val="0"/>
              </a:spcAft>
              <a:buClr>
                <a:schemeClr val="dk1"/>
              </a:buClr>
              <a:buSzPts val="1100"/>
              <a:buNone/>
              <a:defRPr sz="1400" i="0" u="none" strike="noStrike" cap="none">
                <a:solidFill>
                  <a:schemeClr val="dk1"/>
                </a:solidFill>
              </a:defRPr>
            </a:lvl6pPr>
            <a:lvl7pPr marR="0" lvl="6" algn="l" rtl="0">
              <a:lnSpc>
                <a:spcPct val="100000"/>
              </a:lnSpc>
              <a:spcBef>
                <a:spcPts val="0"/>
              </a:spcBef>
              <a:spcAft>
                <a:spcPts val="0"/>
              </a:spcAft>
              <a:buClr>
                <a:schemeClr val="dk1"/>
              </a:buClr>
              <a:buSzPts val="1100"/>
              <a:buNone/>
              <a:defRPr sz="1400" i="0" u="none" strike="noStrike" cap="none">
                <a:solidFill>
                  <a:schemeClr val="dk1"/>
                </a:solidFill>
              </a:defRPr>
            </a:lvl7pPr>
            <a:lvl8pPr marR="0" lvl="7" algn="l" rtl="0">
              <a:lnSpc>
                <a:spcPct val="100000"/>
              </a:lnSpc>
              <a:spcBef>
                <a:spcPts val="0"/>
              </a:spcBef>
              <a:spcAft>
                <a:spcPts val="0"/>
              </a:spcAft>
              <a:buClr>
                <a:schemeClr val="dk1"/>
              </a:buClr>
              <a:buSzPts val="1100"/>
              <a:buNone/>
              <a:defRPr sz="1400" i="0" u="none" strike="noStrike" cap="none">
                <a:solidFill>
                  <a:schemeClr val="dk1"/>
                </a:solidFill>
              </a:defRPr>
            </a:lvl8pPr>
            <a:lvl9pPr marR="0" lvl="8" algn="l" rtl="0">
              <a:lnSpc>
                <a:spcPct val="100000"/>
              </a:lnSpc>
              <a:spcBef>
                <a:spcPts val="0"/>
              </a:spcBef>
              <a:spcAft>
                <a:spcPts val="0"/>
              </a:spcAft>
              <a:buClr>
                <a:schemeClr val="dk1"/>
              </a:buClr>
              <a:buSzPts val="1100"/>
              <a:buNone/>
              <a:defRPr sz="1400" i="0" u="none" strike="noStrike" cap="none">
                <a:solidFill>
                  <a:schemeClr val="dk1"/>
                </a:solidFill>
              </a:defRPr>
            </a:lvl9pPr>
          </a:lstStyle>
          <a:p>
            <a:endParaRPr/>
          </a:p>
        </p:txBody>
      </p:sp>
      <p:sp>
        <p:nvSpPr>
          <p:cNvPr id="11" name="Google Shape;11;g27159f98687_7_0"/>
          <p:cNvSpPr txBox="1">
            <a:spLocks noGrp="1"/>
          </p:cNvSpPr>
          <p:nvPr>
            <p:ph type="body" idx="1"/>
          </p:nvPr>
        </p:nvSpPr>
        <p:spPr>
          <a:xfrm>
            <a:off x="388463" y="1426066"/>
            <a:ext cx="8394300" cy="3112800"/>
          </a:xfrm>
          <a:prstGeom prst="rect">
            <a:avLst/>
          </a:prstGeom>
          <a:noFill/>
          <a:ln>
            <a:noFill/>
          </a:ln>
        </p:spPr>
        <p:txBody>
          <a:bodyPr spcFirstLastPara="1" wrap="square" lIns="68575" tIns="34275" rIns="68575" bIns="34275" anchor="t" anchorCtr="0">
            <a:noAutofit/>
          </a:bodyPr>
          <a:lstStyle>
            <a:lvl1pPr marL="457200" marR="0" lvl="0" indent="-330200" algn="l" rtl="0">
              <a:lnSpc>
                <a:spcPct val="100000"/>
              </a:lnSpc>
              <a:spcBef>
                <a:spcPts val="800"/>
              </a:spcBef>
              <a:spcAft>
                <a:spcPts val="0"/>
              </a:spcAft>
              <a:buClr>
                <a:schemeClr val="dk1"/>
              </a:buClr>
              <a:buSzPts val="1600"/>
              <a:buChar char="•"/>
              <a:defRPr sz="1600" i="0" u="none" strike="noStrike" cap="none">
                <a:solidFill>
                  <a:schemeClr val="dk1"/>
                </a:solidFill>
              </a:defRPr>
            </a:lvl1pPr>
            <a:lvl2pPr marL="914400" marR="0" lvl="1" indent="-317500" algn="l" rtl="0">
              <a:lnSpc>
                <a:spcPct val="100000"/>
              </a:lnSpc>
              <a:spcBef>
                <a:spcPts val="400"/>
              </a:spcBef>
              <a:spcAft>
                <a:spcPts val="0"/>
              </a:spcAft>
              <a:buClr>
                <a:schemeClr val="dk1"/>
              </a:buClr>
              <a:buSzPts val="1400"/>
              <a:buChar char="•"/>
              <a:defRPr sz="1400" i="0" u="none" strike="noStrike" cap="none">
                <a:solidFill>
                  <a:schemeClr val="dk1"/>
                </a:solidFill>
              </a:defRPr>
            </a:lvl2pPr>
            <a:lvl3pPr marL="1371600" marR="0" lvl="2" indent="-304800" algn="l" rtl="0">
              <a:lnSpc>
                <a:spcPct val="100000"/>
              </a:lnSpc>
              <a:spcBef>
                <a:spcPts val="400"/>
              </a:spcBef>
              <a:spcAft>
                <a:spcPts val="0"/>
              </a:spcAft>
              <a:buClr>
                <a:schemeClr val="dk1"/>
              </a:buClr>
              <a:buSzPts val="1200"/>
              <a:buChar char="•"/>
              <a:defRPr sz="1200" i="0" u="none" strike="noStrike" cap="none">
                <a:solidFill>
                  <a:schemeClr val="dk1"/>
                </a:solidFill>
              </a:defRPr>
            </a:lvl3pPr>
            <a:lvl4pPr marL="1828800" marR="0" lvl="3" indent="-304800" algn="l" rtl="0">
              <a:lnSpc>
                <a:spcPct val="100000"/>
              </a:lnSpc>
              <a:spcBef>
                <a:spcPts val="400"/>
              </a:spcBef>
              <a:spcAft>
                <a:spcPts val="0"/>
              </a:spcAft>
              <a:buClr>
                <a:schemeClr val="dk1"/>
              </a:buClr>
              <a:buSzPts val="1200"/>
              <a:buChar char="•"/>
              <a:defRPr sz="1200" i="0" u="none" strike="noStrike" cap="none">
                <a:solidFill>
                  <a:schemeClr val="dk1"/>
                </a:solidFill>
              </a:defRPr>
            </a:lvl4pPr>
            <a:lvl5pPr marL="2286000" marR="0" lvl="4" indent="-304800" algn="l" rtl="0">
              <a:lnSpc>
                <a:spcPct val="100000"/>
              </a:lnSpc>
              <a:spcBef>
                <a:spcPts val="400"/>
              </a:spcBef>
              <a:spcAft>
                <a:spcPts val="0"/>
              </a:spcAft>
              <a:buClr>
                <a:schemeClr val="dk1"/>
              </a:buClr>
              <a:buSzPts val="1200"/>
              <a:buChar char="•"/>
              <a:defRPr sz="1200" i="0" u="none" strike="noStrike" cap="none">
                <a:solidFill>
                  <a:schemeClr val="dk1"/>
                </a:solidFill>
              </a:defRPr>
            </a:lvl5pPr>
            <a:lvl6pPr marL="2743200" marR="0" lvl="5" indent="-304800" algn="l" rtl="0">
              <a:lnSpc>
                <a:spcPct val="100000"/>
              </a:lnSpc>
              <a:spcBef>
                <a:spcPts val="400"/>
              </a:spcBef>
              <a:spcAft>
                <a:spcPts val="0"/>
              </a:spcAft>
              <a:buClr>
                <a:schemeClr val="dk1"/>
              </a:buClr>
              <a:buSzPts val="1200"/>
              <a:buChar char="•"/>
              <a:defRPr sz="1200" i="0" u="none" strike="noStrike" cap="none">
                <a:solidFill>
                  <a:schemeClr val="dk1"/>
                </a:solidFill>
              </a:defRPr>
            </a:lvl6pPr>
            <a:lvl7pPr marL="3200400" marR="0" lvl="6" indent="-304800" algn="l" rtl="0">
              <a:lnSpc>
                <a:spcPct val="100000"/>
              </a:lnSpc>
              <a:spcBef>
                <a:spcPts val="400"/>
              </a:spcBef>
              <a:spcAft>
                <a:spcPts val="0"/>
              </a:spcAft>
              <a:buClr>
                <a:schemeClr val="dk1"/>
              </a:buClr>
              <a:buSzPts val="1200"/>
              <a:buChar char="•"/>
              <a:defRPr sz="1200" i="0" u="none" strike="noStrike" cap="none">
                <a:solidFill>
                  <a:schemeClr val="dk1"/>
                </a:solidFill>
              </a:defRPr>
            </a:lvl7pPr>
            <a:lvl8pPr marL="3657600" marR="0" lvl="7" indent="-304800" algn="l" rtl="0">
              <a:lnSpc>
                <a:spcPct val="100000"/>
              </a:lnSpc>
              <a:spcBef>
                <a:spcPts val="400"/>
              </a:spcBef>
              <a:spcAft>
                <a:spcPts val="0"/>
              </a:spcAft>
              <a:buClr>
                <a:schemeClr val="dk1"/>
              </a:buClr>
              <a:buSzPts val="1200"/>
              <a:buChar char="•"/>
              <a:defRPr sz="1200" i="0" u="none" strike="noStrike" cap="none">
                <a:solidFill>
                  <a:schemeClr val="dk1"/>
                </a:solidFill>
              </a:defRPr>
            </a:lvl8pPr>
            <a:lvl9pPr marL="4114800" marR="0" lvl="8" indent="-304800" algn="l" rtl="0">
              <a:lnSpc>
                <a:spcPct val="100000"/>
              </a:lnSpc>
              <a:spcBef>
                <a:spcPts val="400"/>
              </a:spcBef>
              <a:spcAft>
                <a:spcPts val="0"/>
              </a:spcAft>
              <a:buClr>
                <a:schemeClr val="dk1"/>
              </a:buClr>
              <a:buSzPts val="1200"/>
              <a:buChar char="•"/>
              <a:defRPr sz="1200" i="0" u="none" strike="noStrike" cap="none">
                <a:solidFill>
                  <a:schemeClr val="dk1"/>
                </a:solidFill>
              </a:defRPr>
            </a:lvl9pPr>
          </a:lstStyle>
          <a:p>
            <a:endParaRPr/>
          </a:p>
        </p:txBody>
      </p:sp>
      <p:sp>
        <p:nvSpPr>
          <p:cNvPr id="12" name="Google Shape;12;g27159f98687_7_0"/>
          <p:cNvSpPr txBox="1"/>
          <p:nvPr/>
        </p:nvSpPr>
        <p:spPr>
          <a:xfrm>
            <a:off x="388463" y="1043445"/>
            <a:ext cx="8394300" cy="32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2700"/>
              <a:buFont typeface="Arial"/>
              <a:buNone/>
            </a:pPr>
            <a:endParaRPr sz="2700" b="1" i="0" u="none" strike="noStrike" cap="none">
              <a:solidFill>
                <a:schemeClr val="dk1"/>
              </a:solidFill>
              <a:latin typeface="Garamond"/>
              <a:ea typeface="Garamond"/>
              <a:cs typeface="Garamond"/>
              <a:sym typeface="Garamond"/>
            </a:endParaRPr>
          </a:p>
        </p:txBody>
      </p:sp>
      <p:sp>
        <p:nvSpPr>
          <p:cNvPr id="13" name="Google Shape;13;g27159f98687_7_0"/>
          <p:cNvSpPr txBox="1">
            <a:spLocks noGrp="1"/>
          </p:cNvSpPr>
          <p:nvPr>
            <p:ph type="title" idx="2"/>
          </p:nvPr>
        </p:nvSpPr>
        <p:spPr>
          <a:xfrm>
            <a:off x="388463" y="960900"/>
            <a:ext cx="8394300" cy="3060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1600"/>
              <a:buNone/>
              <a:defRPr sz="1600" b="1" i="0" u="none" strike="noStrike" cap="none">
                <a:solidFill>
                  <a:schemeClr val="dk1"/>
                </a:solidFill>
              </a:defRPr>
            </a:lvl1pPr>
            <a:lvl2pPr marR="0" lvl="1" algn="l" rtl="0">
              <a:lnSpc>
                <a:spcPct val="100000"/>
              </a:lnSpc>
              <a:spcBef>
                <a:spcPts val="0"/>
              </a:spcBef>
              <a:spcAft>
                <a:spcPts val="0"/>
              </a:spcAft>
              <a:buClr>
                <a:schemeClr val="dk1"/>
              </a:buClr>
              <a:buSzPts val="1500"/>
              <a:buNone/>
              <a:defRPr sz="1500" i="0" u="none" strike="noStrike" cap="none">
                <a:solidFill>
                  <a:schemeClr val="dk1"/>
                </a:solidFill>
              </a:defRPr>
            </a:lvl2pPr>
            <a:lvl3pPr marR="0" lvl="2" algn="l" rtl="0">
              <a:lnSpc>
                <a:spcPct val="100000"/>
              </a:lnSpc>
              <a:spcBef>
                <a:spcPts val="0"/>
              </a:spcBef>
              <a:spcAft>
                <a:spcPts val="0"/>
              </a:spcAft>
              <a:buClr>
                <a:schemeClr val="dk1"/>
              </a:buClr>
              <a:buSzPts val="1500"/>
              <a:buNone/>
              <a:defRPr sz="1500" i="0" u="none" strike="noStrike" cap="none">
                <a:solidFill>
                  <a:schemeClr val="dk1"/>
                </a:solidFill>
              </a:defRPr>
            </a:lvl3pPr>
            <a:lvl4pPr marR="0" lvl="3" algn="l" rtl="0">
              <a:lnSpc>
                <a:spcPct val="100000"/>
              </a:lnSpc>
              <a:spcBef>
                <a:spcPts val="0"/>
              </a:spcBef>
              <a:spcAft>
                <a:spcPts val="0"/>
              </a:spcAft>
              <a:buClr>
                <a:schemeClr val="dk1"/>
              </a:buClr>
              <a:buSzPts val="1500"/>
              <a:buNone/>
              <a:defRPr sz="1500" i="0" u="none" strike="noStrike" cap="none">
                <a:solidFill>
                  <a:schemeClr val="dk1"/>
                </a:solidFill>
              </a:defRPr>
            </a:lvl4pPr>
            <a:lvl5pPr marR="0" lvl="4" algn="l" rtl="0">
              <a:lnSpc>
                <a:spcPct val="100000"/>
              </a:lnSpc>
              <a:spcBef>
                <a:spcPts val="0"/>
              </a:spcBef>
              <a:spcAft>
                <a:spcPts val="0"/>
              </a:spcAft>
              <a:buClr>
                <a:schemeClr val="dk1"/>
              </a:buClr>
              <a:buSzPts val="1500"/>
              <a:buNone/>
              <a:defRPr sz="1500" i="0" u="none" strike="noStrike" cap="none">
                <a:solidFill>
                  <a:schemeClr val="dk1"/>
                </a:solidFill>
              </a:defRPr>
            </a:lvl5pPr>
            <a:lvl6pPr marR="0" lvl="5" algn="l" rtl="0">
              <a:lnSpc>
                <a:spcPct val="100000"/>
              </a:lnSpc>
              <a:spcBef>
                <a:spcPts val="0"/>
              </a:spcBef>
              <a:spcAft>
                <a:spcPts val="0"/>
              </a:spcAft>
              <a:buClr>
                <a:schemeClr val="dk1"/>
              </a:buClr>
              <a:buSzPts val="1500"/>
              <a:buNone/>
              <a:defRPr sz="1500" i="0" u="none" strike="noStrike" cap="none">
                <a:solidFill>
                  <a:schemeClr val="dk1"/>
                </a:solidFill>
              </a:defRPr>
            </a:lvl6pPr>
            <a:lvl7pPr marR="0" lvl="6" algn="l" rtl="0">
              <a:lnSpc>
                <a:spcPct val="100000"/>
              </a:lnSpc>
              <a:spcBef>
                <a:spcPts val="0"/>
              </a:spcBef>
              <a:spcAft>
                <a:spcPts val="0"/>
              </a:spcAft>
              <a:buClr>
                <a:schemeClr val="dk1"/>
              </a:buClr>
              <a:buSzPts val="1500"/>
              <a:buNone/>
              <a:defRPr sz="1500" i="0" u="none" strike="noStrike" cap="none">
                <a:solidFill>
                  <a:schemeClr val="dk1"/>
                </a:solidFill>
              </a:defRPr>
            </a:lvl7pPr>
            <a:lvl8pPr marR="0" lvl="7" algn="l" rtl="0">
              <a:lnSpc>
                <a:spcPct val="100000"/>
              </a:lnSpc>
              <a:spcBef>
                <a:spcPts val="0"/>
              </a:spcBef>
              <a:spcAft>
                <a:spcPts val="0"/>
              </a:spcAft>
              <a:buClr>
                <a:schemeClr val="dk1"/>
              </a:buClr>
              <a:buSzPts val="1500"/>
              <a:buNone/>
              <a:defRPr sz="1500" i="0" u="none" strike="noStrike" cap="none">
                <a:solidFill>
                  <a:schemeClr val="dk1"/>
                </a:solidFill>
              </a:defRPr>
            </a:lvl8pPr>
            <a:lvl9pPr marR="0" lvl="8" algn="l" rtl="0">
              <a:lnSpc>
                <a:spcPct val="100000"/>
              </a:lnSpc>
              <a:spcBef>
                <a:spcPts val="0"/>
              </a:spcBef>
              <a:spcAft>
                <a:spcPts val="0"/>
              </a:spcAft>
              <a:buClr>
                <a:schemeClr val="dk1"/>
              </a:buClr>
              <a:buSzPts val="1500"/>
              <a:buNone/>
              <a:defRPr sz="1500" i="0" u="none" strike="noStrike" cap="none">
                <a:solidFill>
                  <a:schemeClr val="dk1"/>
                </a:solidFill>
              </a:defRPr>
            </a:lvl9pPr>
          </a:lstStyle>
          <a:p>
            <a:endParaRPr/>
          </a:p>
        </p:txBody>
      </p:sp>
      <p:sp>
        <p:nvSpPr>
          <p:cNvPr id="14" name="Google Shape;14;g27159f98687_7_0"/>
          <p:cNvSpPr/>
          <p:nvPr/>
        </p:nvSpPr>
        <p:spPr>
          <a:xfrm>
            <a:off x="223481" y="0"/>
            <a:ext cx="8920500" cy="143700"/>
          </a:xfrm>
          <a:prstGeom prst="rect">
            <a:avLst/>
          </a:prstGeom>
          <a:solidFill>
            <a:srgbClr val="0061AA">
              <a:alpha val="27039"/>
            </a:srgbClr>
          </a:solidFill>
          <a:ln>
            <a:noFill/>
          </a:ln>
        </p:spPr>
        <p:txBody>
          <a:bodyPr spcFirstLastPara="1" wrap="square" lIns="68575" tIns="68575" rIns="68575" bIns="68575" anchor="ctr" anchorCtr="0">
            <a:noAutofit/>
          </a:bodyPr>
          <a:lstStyle/>
          <a:p>
            <a:pPr marL="0" lvl="0" indent="0" algn="ctr" rtl="0">
              <a:spcBef>
                <a:spcPts val="0"/>
              </a:spcBef>
              <a:spcAft>
                <a:spcPts val="0"/>
              </a:spcAft>
              <a:buNone/>
            </a:pPr>
            <a:r>
              <a:rPr lang="en-US" sz="1100">
                <a:latin typeface="Garamond"/>
                <a:ea typeface="Garamond"/>
                <a:cs typeface="Garamond"/>
                <a:sym typeface="Garamond"/>
              </a:rPr>
              <a:t> </a:t>
            </a:r>
            <a:endParaRPr sz="1100">
              <a:latin typeface="Garamond"/>
              <a:ea typeface="Garamond"/>
              <a:cs typeface="Garamond"/>
              <a:sym typeface="Garamond"/>
            </a:endParaRPr>
          </a:p>
        </p:txBody>
      </p:sp>
      <p:sp>
        <p:nvSpPr>
          <p:cNvPr id="15" name="Google Shape;15;g27159f98687_7_0"/>
          <p:cNvSpPr/>
          <p:nvPr/>
        </p:nvSpPr>
        <p:spPr>
          <a:xfrm>
            <a:off x="0" y="0"/>
            <a:ext cx="361200" cy="323400"/>
          </a:xfrm>
          <a:prstGeom prst="rect">
            <a:avLst/>
          </a:prstGeom>
          <a:solidFill>
            <a:srgbClr val="596B6E">
              <a:alpha val="21380"/>
            </a:srgbClr>
          </a:solidFill>
          <a:ln>
            <a:noFill/>
          </a:ln>
        </p:spPr>
        <p:txBody>
          <a:bodyPr spcFirstLastPara="1" wrap="square" lIns="68575" tIns="68575" rIns="68575" bIns="68575" anchor="ctr" anchorCtr="0">
            <a:noAutofit/>
          </a:bodyPr>
          <a:lstStyle/>
          <a:p>
            <a:pPr marL="0" lvl="0" indent="0" algn="ctr" rtl="0">
              <a:spcBef>
                <a:spcPts val="0"/>
              </a:spcBef>
              <a:spcAft>
                <a:spcPts val="0"/>
              </a:spcAft>
              <a:buNone/>
            </a:pPr>
            <a:endParaRPr sz="1100">
              <a:latin typeface="Garamond"/>
              <a:ea typeface="Garamond"/>
              <a:cs typeface="Garamond"/>
              <a:sym typeface="Garamon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16">
          <p15:clr>
            <a:srgbClr val="E46962"/>
          </p15:clr>
        </p15:guide>
        <p15:guide id="2" pos="553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intel.com/content/www/us/en/corporate/artificial-intelligence/digital-readiness-ai-for-current-workforce.html" TargetMode="External"/><Relationship Id="rId4" Type="http://schemas.openxmlformats.org/officeDocument/2006/relationships/hyperlink" Target="https://www.intel.com/content/www/us/en/corporate/artificial-intelligence/digital-readiness-home.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video" Target="https://www.youtube.com/embed/4VROUIAF2Do?feature=oembed" TargetMode="External"/><Relationship Id="rId2" Type="http://schemas.openxmlformats.org/officeDocument/2006/relationships/slideLayout" Target="../slideLayouts/slideLayout14.xml"/><Relationship Id="rId3" Type="http://schemas.openxmlformats.org/officeDocument/2006/relationships/notesSlide" Target="../notesSlides/notesSlide11.xml"/><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1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6.xml"/><Relationship Id="rId3" Type="http://schemas.openxmlformats.org/officeDocument/2006/relationships/hyperlink" Target="https://www.accenture.com/in-en/insights/artificial-intelligence-summary-index"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g1f8174aa493_0_0"/>
          <p:cNvSpPr txBox="1">
            <a:spLocks noGrp="1"/>
          </p:cNvSpPr>
          <p:nvPr>
            <p:ph type="title"/>
          </p:nvPr>
        </p:nvSpPr>
        <p:spPr>
          <a:xfrm>
            <a:off x="4495025" y="2447575"/>
            <a:ext cx="3906300" cy="1085100"/>
          </a:xfrm>
          <a:prstGeom prst="rect">
            <a:avLst/>
          </a:prstGeom>
          <a:noFill/>
          <a:ln>
            <a:noFill/>
          </a:ln>
        </p:spPr>
        <p:txBody>
          <a:bodyPr spcFirstLastPara="1" wrap="square" lIns="68575" tIns="34275" rIns="68575" bIns="34275" anchor="b" anchorCtr="0">
            <a:normAutofit/>
          </a:bodyPr>
          <a:lstStyle/>
          <a:p>
            <a:pPr marL="0" lvl="0" indent="0" algn="l" rtl="0">
              <a:spcBef>
                <a:spcPts val="0"/>
              </a:spcBef>
              <a:spcAft>
                <a:spcPts val="0"/>
              </a:spcAft>
              <a:buSzPts val="1100"/>
              <a:buNone/>
            </a:pPr>
            <a:r>
              <a:rPr lang="en-US" sz="1500" b="0">
                <a:latin typeface="Arial"/>
              </a:rPr>
              <a:t>CAI1001C</a:t>
            </a:r>
            <a:endParaRPr sz="1500" b="0"/>
          </a:p>
          <a:p>
            <a:pPr marL="0" lvl="0" indent="0" algn="l" rtl="0">
              <a:spcBef>
                <a:spcPts val="0"/>
              </a:spcBef>
              <a:spcAft>
                <a:spcPts val="0"/>
              </a:spcAft>
              <a:buClr>
                <a:schemeClr val="dk1"/>
              </a:buClr>
              <a:buSzPts val="1100"/>
              <a:buFont typeface="Arial"/>
              <a:buNone/>
            </a:pPr>
            <a:r>
              <a:rPr lang="en-US">
                <a:latin typeface="Arial"/>
              </a:rPr>
              <a:t>AI Thinking</a:t>
            </a:r>
            <a:endParaRPr/>
          </a:p>
        </p:txBody>
      </p:sp>
      <p:sp>
        <p:nvSpPr>
          <p:cNvPr id="117" name="Google Shape;117;g1f8174aa493_0_0"/>
          <p:cNvSpPr txBox="1">
            <a:spLocks noGrp="1"/>
          </p:cNvSpPr>
          <p:nvPr>
            <p:ph type="subTitle" idx="1"/>
          </p:nvPr>
        </p:nvSpPr>
        <p:spPr>
          <a:xfrm>
            <a:off x="4495025" y="3652975"/>
            <a:ext cx="3906300" cy="686400"/>
          </a:xfrm>
          <a:prstGeom prst="rect">
            <a:avLst/>
          </a:prstGeom>
          <a:noFill/>
          <a:ln>
            <a:noFill/>
          </a:ln>
        </p:spPr>
        <p:txBody>
          <a:bodyPr spcFirstLastPara="1" wrap="square" lIns="68575" tIns="34275" rIns="68575" bIns="34275" anchor="t" anchorCtr="0">
            <a:normAutofit/>
          </a:bodyPr>
          <a:lstStyle/>
          <a:p>
            <a:pPr marL="0" lvl="0" indent="0" algn="l" rtl="0">
              <a:lnSpc>
                <a:spcPct val="100000"/>
              </a:lnSpc>
              <a:spcBef>
                <a:spcPts val="0"/>
              </a:spcBef>
              <a:spcAft>
                <a:spcPts val="0"/>
              </a:spcAft>
              <a:buSzPts val="2100"/>
              <a:buNone/>
            </a:pPr>
            <a:r>
              <a:rPr lang="en-US" sz="2000">
                <a:latin typeface="Arial"/>
              </a:rPr>
              <a:t>Demystifying AI and the Evolution of AI</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2709d2e47cd_0_75"/>
          <p:cNvSpPr txBox="1">
            <a:spLocks noGrp="1"/>
          </p:cNvSpPr>
          <p:nvPr>
            <p:ph type="title"/>
          </p:nvPr>
        </p:nvSpPr>
        <p:spPr>
          <a:xfrm>
            <a:off x="388475" y="143706"/>
            <a:ext cx="8394300" cy="7248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US">
                <a:latin typeface="Arial"/>
              </a:rPr>
              <a:t>Disclaimer</a:t>
            </a:r>
            <a:endParaRPr/>
          </a:p>
        </p:txBody>
      </p:sp>
      <p:sp>
        <p:nvSpPr>
          <p:cNvPr id="123" name="Google Shape;123;g2709d2e47cd_0_75"/>
          <p:cNvSpPr txBox="1">
            <a:spLocks noGrp="1"/>
          </p:cNvSpPr>
          <p:nvPr>
            <p:ph type="body" idx="1"/>
          </p:nvPr>
        </p:nvSpPr>
        <p:spPr>
          <a:xfrm>
            <a:off x="388475" y="960901"/>
            <a:ext cx="8394300" cy="3501900"/>
          </a:xfrm>
          <a:prstGeom prst="rect">
            <a:avLst/>
          </a:prstGeom>
        </p:spPr>
        <p:txBody>
          <a:bodyPr spcFirstLastPara="1" wrap="square" lIns="68575" tIns="34275" rIns="68575" bIns="34275" anchor="t" anchorCtr="0">
            <a:noAutofit/>
          </a:bodyPr>
          <a:lstStyle/>
          <a:p>
            <a:pPr marL="0" lvl="0" indent="0" algn="l" rtl="0">
              <a:spcBef>
                <a:spcPts val="800"/>
              </a:spcBef>
              <a:spcAft>
                <a:spcPts val="0"/>
              </a:spcAft>
              <a:buNone/>
            </a:pPr>
            <a:r>
              <a:rPr lang="en-US" sz="1800">
                <a:latin typeface="Arial"/>
              </a:rPr>
              <a:t>Miami Dade College has adapted the content on the subsequent slides from the </a:t>
            </a:r>
            <a:r>
              <a:rPr lang="en-US" sz="1800" u="sng">
                <a:solidFill>
                  <a:schemeClr val="hlink"/>
                </a:solidFill>
                <a:latin typeface="Arial"/>
                <a:hlinkClick r:id="rId3"/>
              </a:rPr>
              <a:t>AI for Current Workforce</a:t>
            </a:r>
            <a:r>
              <a:rPr lang="en-US" sz="1800">
                <a:latin typeface="Arial"/>
              </a:rPr>
              <a:t> program, which is part of </a:t>
            </a:r>
            <a:r>
              <a:rPr lang="en-US" sz="1800" u="sng">
                <a:solidFill>
                  <a:schemeClr val="hlink"/>
                </a:solidFill>
                <a:latin typeface="Arial"/>
                <a:hlinkClick r:id="rId4"/>
              </a:rPr>
              <a:t>Intel® Digital Readiness Programs</a:t>
            </a:r>
            <a:r>
              <a:rPr lang="en-US" sz="1800">
                <a:latin typeface="Arial"/>
              </a:rPr>
              <a:t>.</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
          <p:cNvSpPr txBox="1">
            <a:spLocks noGrp="1"/>
          </p:cNvSpPr>
          <p:nvPr>
            <p:ph type="title"/>
          </p:nvPr>
        </p:nvSpPr>
        <p:spPr>
          <a:xfrm>
            <a:off x="628650" y="0"/>
            <a:ext cx="7886700" cy="994200"/>
          </a:xfrm>
          <a:prstGeom prst="rect">
            <a:avLst/>
          </a:prstGeom>
          <a:noFill/>
          <a:ln>
            <a:noFill/>
          </a:ln>
        </p:spPr>
        <p:txBody>
          <a:bodyPr spcFirstLastPara="1" wrap="square" lIns="68575" tIns="34275" rIns="68575" bIns="34275" anchor="ctr" anchorCtr="0">
            <a:normAutofit/>
          </a:bodyPr>
          <a:lstStyle/>
          <a:p>
            <a:pPr algn="l"/>
            <a:r>
              <a:rPr dirty="0">
                <a:latin typeface="Arial"/>
              </a:rPr>
              <a:t>Learning Objectives</a:t>
            </a:r>
          </a:p>
        </p:txBody>
      </p:sp>
      <p:sp>
        <p:nvSpPr>
          <p:cNvPr id="130" name="Google Shape;130;p2"/>
          <p:cNvSpPr txBox="1">
            <a:spLocks noGrp="1"/>
          </p:cNvSpPr>
          <p:nvPr>
            <p:ph type="body" idx="1"/>
          </p:nvPr>
        </p:nvSpPr>
        <p:spPr>
          <a:xfrm>
            <a:off x="2022015" y="1022008"/>
            <a:ext cx="4909800" cy="3515700"/>
          </a:xfrm>
          <a:prstGeom prst="rect">
            <a:avLst/>
          </a:prstGeom>
          <a:noFill/>
          <a:ln>
            <a:noFill/>
          </a:ln>
        </p:spPr>
        <p:txBody>
          <a:bodyPr spcFirstLastPara="1" wrap="square" lIns="68575" tIns="34275" rIns="68575" bIns="34275" anchor="t" anchorCtr="0">
            <a:normAutofit fontScale="92500" lnSpcReduction="10000"/>
          </a:bodyPr>
          <a:lstStyle/>
          <a:p>
            <a:pPr marL="0" indent="0" algn="l" rtl="0">
              <a:lnSpc>
                <a:spcPct val="150000"/>
              </a:lnSpc>
              <a:spcBef>
                <a:spcPts val="0"/>
              </a:spcBef>
              <a:spcAft>
                <a:spcPts val="1200"/>
              </a:spcAft>
              <a:buClr>
                <a:schemeClr val="dk1"/>
              </a:buClr>
              <a:buSzPts val="1800"/>
              <a:buNone/>
              <a:defRPr sz="2000">
                <a:latin typeface="Arial"/>
              </a:defRPr>
            </a:pPr>
            <a:r>
              <a:rPr dirty="0"/>
              <a:t>By the end of this lesson, you will be able to:</a:t>
            </a:r>
          </a:p>
          <a:p>
            <a:pPr algn="l">
              <a:spcAft>
                <a:spcPts val="800"/>
              </a:spcAft>
              <a:defRPr sz="1800">
                <a:latin typeface="Arial"/>
              </a:defRPr>
            </a:pPr>
            <a:r>
              <a:rPr dirty="0"/>
              <a:t>1. Define Artificial Intelligence and explain its key characteristics</a:t>
            </a:r>
          </a:p>
          <a:p>
            <a:pPr algn="l">
              <a:spcAft>
                <a:spcPts val="800"/>
              </a:spcAft>
              <a:defRPr sz="1800">
                <a:latin typeface="Arial"/>
              </a:defRPr>
            </a:pPr>
            <a:r>
              <a:rPr dirty="0"/>
              <a:t>2. Identify the key historical figures and milestones in AI development (1943-1956)</a:t>
            </a:r>
          </a:p>
          <a:p>
            <a:pPr algn="l">
              <a:spcAft>
                <a:spcPts val="800"/>
              </a:spcAft>
              <a:defRPr sz="1800">
                <a:latin typeface="Arial"/>
              </a:defRPr>
            </a:pPr>
            <a:r>
              <a:rPr dirty="0"/>
              <a:t>3. Distinguish between AI and Automation</a:t>
            </a:r>
          </a:p>
          <a:p>
            <a:pPr algn="l">
              <a:spcAft>
                <a:spcPts val="800"/>
              </a:spcAft>
              <a:defRPr sz="1800">
                <a:latin typeface="Arial"/>
              </a:defRPr>
            </a:pPr>
            <a:r>
              <a:rPr dirty="0"/>
              <a:t>4. Recognize cognitive abilities as a key differentiator of AI systems</a:t>
            </a:r>
          </a:p>
          <a:p>
            <a:pPr algn="l">
              <a:defRPr sz="1800">
                <a:latin typeface="Arial"/>
              </a:defRPr>
            </a:pPr>
            <a:r>
              <a:rPr dirty="0"/>
              <a:t>5. Describe real-world applications of AI technology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3"/>
          <p:cNvSpPr txBox="1">
            <a:spLocks noGrp="1"/>
          </p:cNvSpPr>
          <p:nvPr>
            <p:ph type="title"/>
          </p:nvPr>
        </p:nvSpPr>
        <p:spPr>
          <a:xfrm>
            <a:off x="323850" y="88701"/>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accent1"/>
              </a:buClr>
              <a:buSzPts val="2700"/>
              <a:buFont typeface="Play"/>
              <a:buNone/>
            </a:pPr>
            <a:r>
              <a:rPr lang="en-US" sz="2400" dirty="0">
                <a:latin typeface="Arial"/>
                <a:ea typeface="Arial"/>
                <a:cs typeface="Arial"/>
                <a:sym typeface="Arial"/>
              </a:rPr>
              <a:t>Course Description</a:t>
            </a:r>
            <a:endParaRPr sz="2400" dirty="0">
              <a:latin typeface="Arial"/>
              <a:ea typeface="Arial"/>
              <a:cs typeface="Arial"/>
              <a:sym typeface="Arial"/>
            </a:endParaRPr>
          </a:p>
        </p:txBody>
      </p:sp>
      <p:sp>
        <p:nvSpPr>
          <p:cNvPr id="138" name="Google Shape;138;p3"/>
          <p:cNvSpPr txBox="1">
            <a:spLocks noGrp="1"/>
          </p:cNvSpPr>
          <p:nvPr>
            <p:ph type="body" idx="1"/>
          </p:nvPr>
        </p:nvSpPr>
        <p:spPr>
          <a:xfrm>
            <a:off x="323850" y="1465313"/>
            <a:ext cx="5280300" cy="2999100"/>
          </a:xfrm>
          <a:prstGeom prst="rect">
            <a:avLst/>
          </a:prstGeom>
          <a:noFill/>
          <a:ln>
            <a:noFill/>
          </a:ln>
        </p:spPr>
        <p:txBody>
          <a:bodyPr spcFirstLastPara="1" wrap="square" lIns="68575" tIns="34275" rIns="68575" bIns="34275" anchor="t" anchorCtr="0">
            <a:normAutofit/>
          </a:bodyPr>
          <a:lstStyle/>
          <a:p>
            <a:pPr marL="342900" lvl="0" indent="-228600" algn="l" rtl="0">
              <a:lnSpc>
                <a:spcPct val="90000"/>
              </a:lnSpc>
              <a:spcBef>
                <a:spcPts val="0"/>
              </a:spcBef>
              <a:spcAft>
                <a:spcPts val="0"/>
              </a:spcAft>
              <a:buClr>
                <a:schemeClr val="dk1"/>
              </a:buClr>
              <a:buSzPts val="1800"/>
              <a:buFont typeface="Play"/>
              <a:buNone/>
            </a:pPr>
            <a:endParaRPr sz="1800" dirty="0">
              <a:latin typeface="Arial"/>
              <a:ea typeface="Arial"/>
              <a:cs typeface="Arial"/>
              <a:sym typeface="Arial"/>
            </a:endParaRPr>
          </a:p>
          <a:p>
            <a:pPr marL="254000" lvl="0" indent="-254000" rtl="0">
              <a:lnSpc>
                <a:spcPct val="115000"/>
              </a:lnSpc>
              <a:spcBef>
                <a:spcPts val="800"/>
              </a:spcBef>
              <a:spcAft>
                <a:spcPts val="0"/>
              </a:spcAft>
              <a:buClr>
                <a:schemeClr val="dk1"/>
              </a:buClr>
              <a:buSzPts val="1800"/>
              <a:buFont typeface="Arial"/>
              <a:buChar char="•"/>
            </a:pPr>
            <a:r>
              <a:rPr lang="en-US" dirty="0">
                <a:latin typeface="Arial"/>
              </a:rPr>
              <a:t>Empower future workforce with necessary AI skills for employability in the digital economy.</a:t>
            </a:r>
            <a:endParaRPr dirty="0"/>
          </a:p>
          <a:p>
            <a:pPr marL="254000" lvl="0" indent="-254000" rtl="0">
              <a:lnSpc>
                <a:spcPct val="115000"/>
              </a:lnSpc>
              <a:spcBef>
                <a:spcPts val="800"/>
              </a:spcBef>
              <a:spcAft>
                <a:spcPts val="0"/>
              </a:spcAft>
              <a:buClr>
                <a:schemeClr val="dk1"/>
              </a:buClr>
              <a:buSzPts val="1800"/>
              <a:buFont typeface="Arial"/>
              <a:buChar char="•"/>
            </a:pPr>
            <a:r>
              <a:rPr lang="en-US" dirty="0">
                <a:latin typeface="Arial"/>
              </a:rPr>
              <a:t>Gain AI technical confidence.</a:t>
            </a:r>
            <a:endParaRPr dirty="0"/>
          </a:p>
          <a:p>
            <a:pPr marL="254000" lvl="0" indent="-254000" rtl="0">
              <a:lnSpc>
                <a:spcPct val="115000"/>
              </a:lnSpc>
              <a:spcBef>
                <a:spcPts val="800"/>
              </a:spcBef>
              <a:spcAft>
                <a:spcPts val="0"/>
              </a:spcAft>
              <a:buClr>
                <a:schemeClr val="dk1"/>
              </a:buClr>
              <a:buSzPts val="1800"/>
              <a:buFont typeface="Arial"/>
              <a:buChar char="•"/>
            </a:pPr>
            <a:r>
              <a:rPr lang="en-US" dirty="0">
                <a:latin typeface="Arial"/>
              </a:rPr>
              <a:t>Enhance skill-set for AI-related jobs.</a:t>
            </a:r>
            <a:endParaRPr dirty="0"/>
          </a:p>
          <a:p>
            <a:pPr marL="0" lvl="0" indent="0" algn="l" rtl="0">
              <a:lnSpc>
                <a:spcPct val="90000"/>
              </a:lnSpc>
              <a:spcBef>
                <a:spcPts val="800"/>
              </a:spcBef>
              <a:spcAft>
                <a:spcPts val="0"/>
              </a:spcAft>
              <a:buClr>
                <a:schemeClr val="dk1"/>
              </a:buClr>
              <a:buSzPts val="1800"/>
              <a:buFont typeface="Arial"/>
              <a:buNone/>
            </a:pPr>
            <a:endParaRPr dirty="0"/>
          </a:p>
          <a:p>
            <a:pPr marL="342900" lvl="0" indent="-228600" algn="l" rtl="0">
              <a:lnSpc>
                <a:spcPct val="90000"/>
              </a:lnSpc>
              <a:spcBef>
                <a:spcPts val="800"/>
              </a:spcBef>
              <a:spcAft>
                <a:spcPts val="0"/>
              </a:spcAft>
              <a:buClr>
                <a:schemeClr val="dk1"/>
              </a:buClr>
              <a:buSzPts val="1800"/>
              <a:buFont typeface="Play"/>
              <a:buNone/>
            </a:pPr>
            <a:endParaRPr sz="1800" dirty="0">
              <a:latin typeface="Arial"/>
              <a:ea typeface="Arial"/>
              <a:cs typeface="Arial"/>
              <a:sym typeface="Arial"/>
            </a:endParaRPr>
          </a:p>
        </p:txBody>
      </p:sp>
      <p:pic>
        <p:nvPicPr>
          <p:cNvPr id="140" name="Google Shape;140;p3">
            <a:extLst>
              <a:ext uri="{C183D7F6-B498-43B3-948B-1728B52AA6E4}">
                <adec:decorative xmlns:adec="http://schemas.microsoft.com/office/drawing/2017/decorative" val="1"/>
              </a:ext>
            </a:extLst>
          </p:cNvPr>
          <p:cNvPicPr preferRelativeResize="0"/>
          <p:nvPr/>
        </p:nvPicPr>
        <p:blipFill rotWithShape="1">
          <a:blip r:embed="rId3">
            <a:alphaModFix/>
          </a:blip>
          <a:srcRect/>
          <a:stretch/>
        </p:blipFill>
        <p:spPr>
          <a:xfrm>
            <a:off x="5749989" y="1465313"/>
            <a:ext cx="2996500" cy="230007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g1f8174aa493_0_224"/>
          <p:cNvSpPr txBox="1">
            <a:spLocks noGrp="1"/>
          </p:cNvSpPr>
          <p:nvPr>
            <p:ph type="title"/>
          </p:nvPr>
        </p:nvSpPr>
        <p:spPr>
          <a:xfrm>
            <a:off x="1092150" y="2499759"/>
            <a:ext cx="6959700" cy="635326"/>
          </a:xfrm>
          <a:prstGeom prst="rect">
            <a:avLst/>
          </a:prstGeom>
          <a:noFill/>
          <a:ln>
            <a:noFill/>
          </a:ln>
        </p:spPr>
        <p:txBody>
          <a:bodyPr spcFirstLastPara="1" wrap="square" lIns="68575" tIns="34275" rIns="68575" bIns="34275" anchor="t" anchorCtr="0">
            <a:normAutofit/>
          </a:bodyPr>
          <a:lstStyle/>
          <a:p>
            <a:pPr marL="0" lvl="0" indent="0" algn="l" rtl="0">
              <a:spcBef>
                <a:spcPts val="0"/>
              </a:spcBef>
              <a:spcAft>
                <a:spcPts val="0"/>
              </a:spcAft>
              <a:buClr>
                <a:schemeClr val="dk1"/>
              </a:buClr>
              <a:buSzPts val="2700"/>
              <a:buFont typeface="Arial"/>
              <a:buNone/>
            </a:pPr>
            <a:r>
              <a:rPr lang="en-US" dirty="0">
                <a:solidFill>
                  <a:schemeClr val="dk1"/>
                </a:solidFill>
                <a:latin typeface="Arial"/>
              </a:rPr>
              <a:t>What is Artificial Intelligence?</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6"/>
          <p:cNvSpPr txBox="1">
            <a:spLocks noGrp="1"/>
          </p:cNvSpPr>
          <p:nvPr>
            <p:ph type="title"/>
          </p:nvPr>
        </p:nvSpPr>
        <p:spPr>
          <a:xfrm>
            <a:off x="323850" y="88701"/>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accent1"/>
              </a:buClr>
              <a:buSzPts val="2700"/>
              <a:buFont typeface="Play"/>
              <a:buNone/>
            </a:pPr>
            <a:r>
              <a:rPr lang="en-US" sz="2400">
                <a:latin typeface="Arial"/>
                <a:ea typeface="Arial"/>
                <a:cs typeface="Arial"/>
                <a:sym typeface="Arial"/>
              </a:rPr>
              <a:t>What is Artificial Intelligence?</a:t>
            </a:r>
            <a:endParaRPr sz="2400">
              <a:latin typeface="Arial"/>
              <a:ea typeface="Arial"/>
              <a:cs typeface="Arial"/>
              <a:sym typeface="Arial"/>
            </a:endParaRPr>
          </a:p>
        </p:txBody>
      </p:sp>
      <p:sp>
        <p:nvSpPr>
          <p:cNvPr id="162" name="Google Shape;162;p6"/>
          <p:cNvSpPr/>
          <p:nvPr/>
        </p:nvSpPr>
        <p:spPr>
          <a:xfrm>
            <a:off x="36576" y="1384643"/>
            <a:ext cx="8723400" cy="1315800"/>
          </a:xfrm>
          <a:prstGeom prst="rect">
            <a:avLst/>
          </a:prstGeom>
          <a:noFill/>
          <a:ln>
            <a:noFill/>
          </a:ln>
        </p:spPr>
        <p:txBody>
          <a:bodyPr spcFirstLastPara="1" wrap="square" lIns="68575" tIns="34275" rIns="68575" bIns="34275" anchor="t" anchorCtr="0">
            <a:spAutoFit/>
          </a:bodyPr>
          <a:lstStyle/>
          <a:p>
            <a:pPr marL="0" marR="0" lvl="0" indent="0" algn="l" rtl="0">
              <a:lnSpc>
                <a:spcPct val="90000"/>
              </a:lnSpc>
              <a:spcBef>
                <a:spcPts val="0"/>
              </a:spcBef>
              <a:spcAft>
                <a:spcPts val="0"/>
              </a:spcAft>
              <a:buClr>
                <a:srgbClr val="000000"/>
              </a:buClr>
              <a:buSzPts val="4500"/>
              <a:buFont typeface="Arial"/>
              <a:buNone/>
            </a:pPr>
            <a:r>
              <a:rPr lang="en-US" sz="2400" i="0" u="none" strike="noStrike" cap="none">
                <a:solidFill>
                  <a:schemeClr val="dk1"/>
                </a:solidFill>
                <a:latin typeface="Arial"/>
              </a:rPr>
              <a:t>“the Science and Engineering of making intelligent machines ”</a:t>
            </a:r>
            <a:endParaRPr sz="2400" i="0" u="none" strike="noStrike" cap="none">
              <a:solidFill>
                <a:schemeClr val="dk1"/>
              </a:solidFill>
            </a:endParaRPr>
          </a:p>
        </p:txBody>
      </p:sp>
      <p:pic>
        <p:nvPicPr>
          <p:cNvPr id="163" name="Google Shape;163;p6">
            <a:extLst>
              <a:ext uri="{C183D7F6-B498-43B3-948B-1728B52AA6E4}">
                <adec:decorative xmlns:adec="http://schemas.microsoft.com/office/drawing/2017/decorative" val="1"/>
              </a:ext>
            </a:extLst>
          </p:cNvPr>
          <p:cNvPicPr preferRelativeResize="0"/>
          <p:nvPr/>
        </p:nvPicPr>
        <p:blipFill rotWithShape="1">
          <a:blip r:embed="rId3">
            <a:alphaModFix/>
          </a:blip>
          <a:srcRect/>
          <a:stretch/>
        </p:blipFill>
        <p:spPr>
          <a:xfrm>
            <a:off x="4956186" y="2469263"/>
            <a:ext cx="3632962" cy="1764063"/>
          </a:xfrm>
          <a:prstGeom prst="rect">
            <a:avLst/>
          </a:prstGeom>
          <a:noFill/>
          <a:ln>
            <a:noFill/>
          </a:ln>
        </p:spPr>
      </p:pic>
      <p:sp>
        <p:nvSpPr>
          <p:cNvPr id="164" name="Google Shape;164;p6"/>
          <p:cNvSpPr txBox="1"/>
          <p:nvPr/>
        </p:nvSpPr>
        <p:spPr>
          <a:xfrm>
            <a:off x="6130450" y="1854450"/>
            <a:ext cx="2458800" cy="3762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Clr>
                <a:schemeClr val="accent1"/>
              </a:buClr>
              <a:buSzPts val="2100"/>
              <a:buFont typeface="Play"/>
              <a:buNone/>
            </a:pPr>
            <a:r>
              <a:rPr lang="en-US" sz="1800" i="0" u="none" strike="noStrike" cap="none">
                <a:solidFill>
                  <a:schemeClr val="dk1"/>
                </a:solidFill>
                <a:highlight>
                  <a:schemeClr val="lt1"/>
                </a:highlight>
                <a:latin typeface="Arial"/>
              </a:rPr>
              <a:t>—John McCarthy</a:t>
            </a:r>
            <a:endParaRPr sz="1800" i="0" u="none" strike="noStrike" cap="none">
              <a:solidFill>
                <a:schemeClr val="dk1"/>
              </a:solidFill>
              <a:highlight>
                <a:schemeClr val="lt1"/>
              </a:highligh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7"/>
          <p:cNvSpPr txBox="1">
            <a:spLocks noGrp="1"/>
          </p:cNvSpPr>
          <p:nvPr>
            <p:ph type="title"/>
          </p:nvPr>
        </p:nvSpPr>
        <p:spPr>
          <a:xfrm>
            <a:off x="323850" y="88701"/>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accent1"/>
              </a:buClr>
              <a:buSzPts val="2700"/>
              <a:buFont typeface="Play"/>
              <a:buNone/>
            </a:pPr>
            <a:r>
              <a:rPr lang="en-US" sz="2400">
                <a:latin typeface="Arial"/>
                <a:ea typeface="Arial"/>
                <a:cs typeface="Arial"/>
                <a:sym typeface="Arial"/>
              </a:rPr>
              <a:t>Why Artificial Intelligence?</a:t>
            </a:r>
            <a:endParaRPr sz="2400">
              <a:latin typeface="Arial"/>
              <a:ea typeface="Arial"/>
              <a:cs typeface="Arial"/>
              <a:sym typeface="Arial"/>
            </a:endParaRPr>
          </a:p>
        </p:txBody>
      </p:sp>
      <p:sp>
        <p:nvSpPr>
          <p:cNvPr id="171" name="Google Shape;171;p7"/>
          <p:cNvSpPr txBox="1">
            <a:spLocks noGrp="1"/>
          </p:cNvSpPr>
          <p:nvPr>
            <p:ph type="body" idx="1"/>
          </p:nvPr>
        </p:nvSpPr>
        <p:spPr>
          <a:xfrm>
            <a:off x="323849" y="1082872"/>
            <a:ext cx="8372100" cy="3280122"/>
          </a:xfrm>
          <a:prstGeom prst="rect">
            <a:avLst/>
          </a:prstGeom>
          <a:noFill/>
          <a:ln>
            <a:noFill/>
          </a:ln>
        </p:spPr>
        <p:txBody>
          <a:bodyPr spcFirstLastPara="1" wrap="square" lIns="68575" tIns="34275" rIns="68575" bIns="34275" anchor="t" anchorCtr="0">
            <a:normAutofit/>
          </a:bodyPr>
          <a:lstStyle/>
          <a:p>
            <a:pPr marL="254000" lvl="0" indent="-254000" algn="l" rtl="0">
              <a:lnSpc>
                <a:spcPct val="150000"/>
              </a:lnSpc>
              <a:spcBef>
                <a:spcPts val="0"/>
              </a:spcBef>
              <a:spcAft>
                <a:spcPts val="0"/>
              </a:spcAft>
              <a:buClr>
                <a:schemeClr val="dk1"/>
              </a:buClr>
              <a:buSzPts val="1800"/>
              <a:buFont typeface="Arial"/>
              <a:buChar char="•"/>
            </a:pPr>
            <a:r>
              <a:rPr lang="en-US" dirty="0">
                <a:latin typeface="Arial"/>
              </a:rPr>
              <a:t>AI adds intelligence to existing products.</a:t>
            </a:r>
            <a:endParaRPr dirty="0"/>
          </a:p>
          <a:p>
            <a:pPr marL="596900" lvl="1" indent="-241300" algn="l" rtl="0">
              <a:lnSpc>
                <a:spcPct val="150000"/>
              </a:lnSpc>
              <a:spcBef>
                <a:spcPts val="400"/>
              </a:spcBef>
              <a:spcAft>
                <a:spcPts val="0"/>
              </a:spcAft>
              <a:buSzPts val="1600"/>
              <a:buChar char="•"/>
            </a:pPr>
            <a:r>
              <a:rPr lang="en-US" sz="1600" dirty="0">
                <a:latin typeface="Arial"/>
              </a:rPr>
              <a:t>Example: Adobe Photoshop’s Select Subject feature, uses a sophisticated AI to select part of an image that resembles the focus of a shot.</a:t>
            </a:r>
            <a:endParaRPr sz="1600" dirty="0"/>
          </a:p>
          <a:p>
            <a:pPr marL="254000" lvl="0" indent="-254000" algn="l" rtl="0">
              <a:lnSpc>
                <a:spcPct val="150000"/>
              </a:lnSpc>
              <a:spcBef>
                <a:spcPts val="800"/>
              </a:spcBef>
              <a:spcAft>
                <a:spcPts val="0"/>
              </a:spcAft>
              <a:buSzPts val="1800"/>
              <a:buFont typeface="Arial"/>
              <a:buChar char="•"/>
            </a:pPr>
            <a:r>
              <a:rPr lang="en-US" dirty="0">
                <a:latin typeface="Arial"/>
              </a:rPr>
              <a:t>Automates repetitive learning.</a:t>
            </a:r>
            <a:endParaRPr dirty="0"/>
          </a:p>
          <a:p>
            <a:pPr marL="596900" lvl="1" indent="-241300" algn="l" rtl="0">
              <a:lnSpc>
                <a:spcPct val="150000"/>
              </a:lnSpc>
              <a:spcBef>
                <a:spcPts val="400"/>
              </a:spcBef>
              <a:spcAft>
                <a:spcPts val="0"/>
              </a:spcAft>
              <a:buSzPts val="1600"/>
              <a:buChar char="•"/>
            </a:pPr>
            <a:r>
              <a:rPr lang="en-US" sz="1600" dirty="0">
                <a:latin typeface="Arial"/>
              </a:rPr>
              <a:t>Example: AI systems to predict and prevent traffic jams</a:t>
            </a:r>
            <a:endParaRPr sz="1600" dirty="0"/>
          </a:p>
          <a:p>
            <a:pPr marL="254000" lvl="0" indent="-254000" algn="l" rtl="0">
              <a:lnSpc>
                <a:spcPct val="150000"/>
              </a:lnSpc>
              <a:spcBef>
                <a:spcPts val="800"/>
              </a:spcBef>
              <a:spcAft>
                <a:spcPts val="0"/>
              </a:spcAft>
              <a:buSzPts val="1800"/>
              <a:buFont typeface="Arial"/>
              <a:buChar char="•"/>
            </a:pPr>
            <a:r>
              <a:rPr lang="en-US" dirty="0">
                <a:latin typeface="Arial"/>
              </a:rPr>
              <a:t>Adapts through learning from user experience.</a:t>
            </a:r>
            <a:endParaRPr dirty="0"/>
          </a:p>
          <a:p>
            <a:pPr marL="596900" lvl="1" indent="-241300" algn="l" rtl="0">
              <a:lnSpc>
                <a:spcPct val="150000"/>
              </a:lnSpc>
              <a:spcBef>
                <a:spcPts val="400"/>
              </a:spcBef>
              <a:spcAft>
                <a:spcPts val="0"/>
              </a:spcAft>
              <a:buSzPts val="1600"/>
              <a:buChar char="•"/>
            </a:pPr>
            <a:r>
              <a:rPr lang="en-US" sz="1600" dirty="0">
                <a:latin typeface="Arial"/>
              </a:rPr>
              <a:t>Example: Chatbots to answer customer’s queries</a:t>
            </a:r>
            <a:endParaRPr sz="1600" dirty="0"/>
          </a:p>
          <a:p>
            <a:pPr marL="0" lvl="0" indent="0" algn="l" rtl="0">
              <a:lnSpc>
                <a:spcPct val="90000"/>
              </a:lnSpc>
              <a:spcBef>
                <a:spcPts val="800"/>
              </a:spcBef>
              <a:spcAft>
                <a:spcPts val="0"/>
              </a:spcAft>
              <a:buClr>
                <a:schemeClr val="dk1"/>
              </a:buClr>
              <a:buSzPts val="1800"/>
              <a:buFont typeface="Arial"/>
              <a:buNone/>
            </a:pPr>
            <a:endParaRPr dirty="0"/>
          </a:p>
          <a:p>
            <a:pPr marL="342900" lvl="0" indent="-228600" algn="l" rtl="0">
              <a:lnSpc>
                <a:spcPct val="90000"/>
              </a:lnSpc>
              <a:spcBef>
                <a:spcPts val="800"/>
              </a:spcBef>
              <a:spcAft>
                <a:spcPts val="0"/>
              </a:spcAft>
              <a:buClr>
                <a:schemeClr val="dk1"/>
              </a:buClr>
              <a:buSzPts val="1800"/>
              <a:buFont typeface="Play"/>
              <a:buNone/>
            </a:pPr>
            <a:endParaRPr sz="1800" dirty="0">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9"/>
          <p:cNvSpPr txBox="1">
            <a:spLocks noGrp="1"/>
          </p:cNvSpPr>
          <p:nvPr>
            <p:ph type="title"/>
          </p:nvPr>
        </p:nvSpPr>
        <p:spPr>
          <a:xfrm>
            <a:off x="323850" y="88701"/>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accent1"/>
              </a:buClr>
              <a:buSzPts val="2700"/>
              <a:buFont typeface="Play"/>
              <a:buNone/>
            </a:pPr>
            <a:r>
              <a:rPr lang="en-US" sz="2400">
                <a:latin typeface="Arial"/>
                <a:ea typeface="Arial"/>
                <a:cs typeface="Arial"/>
                <a:sym typeface="Arial"/>
              </a:rPr>
              <a:t>History and Evolution of AI</a:t>
            </a:r>
            <a:endParaRPr sz="2400">
              <a:latin typeface="Arial"/>
              <a:ea typeface="Arial"/>
              <a:cs typeface="Arial"/>
              <a:sym typeface="Arial"/>
            </a:endParaRPr>
          </a:p>
        </p:txBody>
      </p:sp>
      <p:sp>
        <p:nvSpPr>
          <p:cNvPr id="195" name="Google Shape;195;p9"/>
          <p:cNvSpPr txBox="1">
            <a:spLocks noGrp="1"/>
          </p:cNvSpPr>
          <p:nvPr>
            <p:ph type="body" idx="1"/>
          </p:nvPr>
        </p:nvSpPr>
        <p:spPr>
          <a:xfrm>
            <a:off x="152400" y="1082900"/>
            <a:ext cx="6051300" cy="3568500"/>
          </a:xfrm>
          <a:prstGeom prst="rect">
            <a:avLst/>
          </a:prstGeom>
          <a:noFill/>
          <a:ln>
            <a:noFill/>
          </a:ln>
        </p:spPr>
        <p:txBody>
          <a:bodyPr spcFirstLastPara="1" wrap="square" lIns="68575" tIns="34275" rIns="68575" bIns="34275" anchor="t" anchorCtr="0">
            <a:noAutofit/>
          </a:bodyPr>
          <a:lstStyle/>
          <a:p>
            <a:pPr marL="254000" lvl="0" indent="-254000" algn="l" rtl="0">
              <a:lnSpc>
                <a:spcPct val="150000"/>
              </a:lnSpc>
              <a:spcBef>
                <a:spcPts val="0"/>
              </a:spcBef>
              <a:spcAft>
                <a:spcPts val="0"/>
              </a:spcAft>
              <a:buSzPts val="1800"/>
              <a:buFont typeface="Arial"/>
              <a:buChar char="•"/>
            </a:pPr>
            <a:r>
              <a:rPr lang="en-US">
                <a:latin typeface="Arial"/>
              </a:rPr>
              <a:t>AI term coined in </a:t>
            </a:r>
            <a:r>
              <a:rPr lang="en-US" b="1">
                <a:latin typeface="Arial"/>
              </a:rPr>
              <a:t>1956</a:t>
            </a:r>
            <a:r>
              <a:rPr lang="en-US">
                <a:latin typeface="Arial"/>
              </a:rPr>
              <a:t> by </a:t>
            </a:r>
            <a:r>
              <a:rPr lang="en-US" b="1">
                <a:latin typeface="Arial"/>
              </a:rPr>
              <a:t>John McCarthy</a:t>
            </a:r>
            <a:r>
              <a:rPr lang="en-US">
                <a:latin typeface="Arial"/>
              </a:rPr>
              <a:t> at Dartmouth College</a:t>
            </a:r>
            <a:endParaRPr/>
          </a:p>
          <a:p>
            <a:pPr marL="254000" lvl="0" indent="-254000" algn="l" rtl="0">
              <a:lnSpc>
                <a:spcPct val="150000"/>
              </a:lnSpc>
              <a:spcBef>
                <a:spcPts val="800"/>
              </a:spcBef>
              <a:spcAft>
                <a:spcPts val="0"/>
              </a:spcAft>
              <a:buSzPts val="1800"/>
              <a:buFont typeface="Arial"/>
              <a:buChar char="•"/>
            </a:pPr>
            <a:r>
              <a:rPr lang="en-US">
                <a:latin typeface="Arial"/>
              </a:rPr>
              <a:t>Turing Test, important concept in the philosophy of AI </a:t>
            </a:r>
            <a:endParaRPr/>
          </a:p>
          <a:p>
            <a:pPr marL="520700" lvl="1" indent="-254000" algn="l" rtl="0">
              <a:lnSpc>
                <a:spcPct val="150000"/>
              </a:lnSpc>
              <a:spcBef>
                <a:spcPts val="400"/>
              </a:spcBef>
              <a:spcAft>
                <a:spcPts val="0"/>
              </a:spcAft>
              <a:buSzPts val="1600"/>
              <a:buChar char="•"/>
            </a:pPr>
            <a:r>
              <a:rPr lang="en-US" sz="1600">
                <a:latin typeface="Arial"/>
              </a:rPr>
              <a:t>Described by Alan Turing in 1950.</a:t>
            </a:r>
            <a:endParaRPr sz="1600"/>
          </a:p>
          <a:p>
            <a:pPr marL="520700" lvl="1" indent="-254000" algn="l" rtl="0">
              <a:lnSpc>
                <a:spcPct val="150000"/>
              </a:lnSpc>
              <a:spcBef>
                <a:spcPts val="400"/>
              </a:spcBef>
              <a:spcAft>
                <a:spcPts val="0"/>
              </a:spcAft>
              <a:buSzPts val="1600"/>
              <a:buChar char="•"/>
            </a:pPr>
            <a:r>
              <a:rPr lang="en-US" sz="1600">
                <a:latin typeface="Arial"/>
              </a:rPr>
              <a:t>Determines whether computers are capable of Human Intelligence.</a:t>
            </a:r>
            <a:endParaRPr sz="1600"/>
          </a:p>
          <a:p>
            <a:pPr marL="520700" lvl="1" indent="-254000" algn="l" rtl="0">
              <a:lnSpc>
                <a:spcPct val="150000"/>
              </a:lnSpc>
              <a:spcBef>
                <a:spcPts val="400"/>
              </a:spcBef>
              <a:spcAft>
                <a:spcPts val="0"/>
              </a:spcAft>
              <a:buSzPts val="1600"/>
              <a:buChar char="•"/>
            </a:pPr>
            <a:r>
              <a:rPr lang="en-US" sz="1600">
                <a:latin typeface="Arial"/>
              </a:rPr>
              <a:t>Uses computers to simulate intelligent behavior and critical thinking.</a:t>
            </a:r>
            <a:endParaRPr sz="1600"/>
          </a:p>
          <a:p>
            <a:pPr marL="342900" lvl="0" indent="-228600" algn="l" rtl="0">
              <a:lnSpc>
                <a:spcPct val="90000"/>
              </a:lnSpc>
              <a:spcBef>
                <a:spcPts val="800"/>
              </a:spcBef>
              <a:spcAft>
                <a:spcPts val="0"/>
              </a:spcAft>
              <a:buClr>
                <a:schemeClr val="dk1"/>
              </a:buClr>
              <a:buSzPts val="1800"/>
              <a:buFont typeface="Play"/>
              <a:buNone/>
            </a:pPr>
            <a:endParaRPr>
              <a:latin typeface="Arial"/>
              <a:ea typeface="Arial"/>
              <a:cs typeface="Arial"/>
              <a:sym typeface="Arial"/>
            </a:endParaRPr>
          </a:p>
        </p:txBody>
      </p:sp>
      <p:pic>
        <p:nvPicPr>
          <p:cNvPr id="197" name="Google Shape;197;p9">
            <a:extLst>
              <a:ext uri="{C183D7F6-B498-43B3-948B-1728B52AA6E4}">
                <adec:decorative xmlns:adec="http://schemas.microsoft.com/office/drawing/2017/decorative" val="1"/>
              </a:ext>
            </a:extLst>
          </p:cNvPr>
          <p:cNvPicPr preferRelativeResize="0"/>
          <p:nvPr/>
        </p:nvPicPr>
        <p:blipFill rotWithShape="1">
          <a:blip r:embed="rId3">
            <a:alphaModFix/>
          </a:blip>
          <a:srcRect/>
          <a:stretch/>
        </p:blipFill>
        <p:spPr>
          <a:xfrm>
            <a:off x="6203313" y="1587286"/>
            <a:ext cx="2590863" cy="196892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0"/>
          <p:cNvSpPr txBox="1">
            <a:spLocks noGrp="1"/>
          </p:cNvSpPr>
          <p:nvPr>
            <p:ph type="title"/>
          </p:nvPr>
        </p:nvSpPr>
        <p:spPr>
          <a:xfrm>
            <a:off x="323850" y="88702"/>
            <a:ext cx="7886700" cy="8349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accent1"/>
              </a:buClr>
              <a:buSzPts val="2700"/>
              <a:buFont typeface="Play"/>
              <a:buNone/>
            </a:pPr>
            <a:r>
              <a:rPr lang="en-US">
                <a:latin typeface="Arial"/>
                <a:ea typeface="Arial"/>
                <a:cs typeface="Arial"/>
                <a:sym typeface="Arial"/>
              </a:rPr>
              <a:t>John McCarthy: the Father of AI </a:t>
            </a:r>
            <a:endParaRPr>
              <a:latin typeface="Arial"/>
              <a:ea typeface="Arial"/>
              <a:cs typeface="Arial"/>
              <a:sym typeface="Arial"/>
            </a:endParaRPr>
          </a:p>
        </p:txBody>
      </p:sp>
      <p:sp>
        <p:nvSpPr>
          <p:cNvPr id="204" name="Google Shape;204;p10"/>
          <p:cNvSpPr txBox="1">
            <a:spLocks noGrp="1"/>
          </p:cNvSpPr>
          <p:nvPr>
            <p:ph type="body" idx="1"/>
          </p:nvPr>
        </p:nvSpPr>
        <p:spPr>
          <a:xfrm>
            <a:off x="143325" y="896100"/>
            <a:ext cx="4803600" cy="3867900"/>
          </a:xfrm>
          <a:prstGeom prst="rect">
            <a:avLst/>
          </a:prstGeom>
          <a:noFill/>
          <a:ln>
            <a:noFill/>
          </a:ln>
        </p:spPr>
        <p:txBody>
          <a:bodyPr spcFirstLastPara="1" wrap="square" lIns="68575" tIns="34275" rIns="68575" bIns="34275" anchor="t" anchorCtr="0">
            <a:noAutofit/>
          </a:bodyPr>
          <a:lstStyle/>
          <a:p>
            <a:pPr marL="254000" lvl="0" indent="-254000" algn="l" rtl="0">
              <a:lnSpc>
                <a:spcPct val="100000"/>
              </a:lnSpc>
              <a:spcBef>
                <a:spcPts val="0"/>
              </a:spcBef>
              <a:spcAft>
                <a:spcPts val="0"/>
              </a:spcAft>
              <a:buClr>
                <a:schemeClr val="dk1"/>
              </a:buClr>
              <a:buSzPts val="1800"/>
              <a:buFont typeface="Arial"/>
              <a:buChar char="•"/>
            </a:pPr>
            <a:r>
              <a:rPr lang="en-US">
                <a:latin typeface="Arial"/>
              </a:rPr>
              <a:t>Invented the first programming language for symbolic computation LISP</a:t>
            </a:r>
            <a:endParaRPr/>
          </a:p>
          <a:p>
            <a:pPr marL="254000" lvl="0" indent="-254000" algn="l" rtl="0">
              <a:lnSpc>
                <a:spcPct val="100000"/>
              </a:lnSpc>
              <a:spcBef>
                <a:spcPts val="800"/>
              </a:spcBef>
              <a:spcAft>
                <a:spcPts val="0"/>
              </a:spcAft>
              <a:buSzPts val="1800"/>
              <a:buFont typeface="Arial"/>
              <a:buChar char="•"/>
            </a:pPr>
            <a:r>
              <a:rPr lang="en-US">
                <a:latin typeface="Arial"/>
              </a:rPr>
              <a:t>Coined the term “AI”</a:t>
            </a:r>
            <a:endParaRPr/>
          </a:p>
          <a:p>
            <a:pPr marL="254000" lvl="0" indent="-254000" algn="l" rtl="0">
              <a:lnSpc>
                <a:spcPct val="100000"/>
              </a:lnSpc>
              <a:spcBef>
                <a:spcPts val="800"/>
              </a:spcBef>
              <a:spcAft>
                <a:spcPts val="0"/>
              </a:spcAft>
              <a:buSzPts val="1800"/>
              <a:buFont typeface="Arial"/>
              <a:buChar char="•"/>
            </a:pPr>
            <a:r>
              <a:rPr lang="en-US">
                <a:latin typeface="Arial"/>
              </a:rPr>
              <a:t>Key contributions area</a:t>
            </a:r>
            <a:endParaRPr/>
          </a:p>
          <a:p>
            <a:pPr marL="863600" lvl="1" indent="-266700" algn="l" rtl="0">
              <a:lnSpc>
                <a:spcPct val="100000"/>
              </a:lnSpc>
              <a:spcBef>
                <a:spcPts val="400"/>
              </a:spcBef>
              <a:spcAft>
                <a:spcPts val="0"/>
              </a:spcAft>
              <a:buSzPts val="1600"/>
              <a:buChar char="•"/>
            </a:pPr>
            <a:r>
              <a:rPr lang="en-US" sz="1600">
                <a:latin typeface="Arial"/>
              </a:rPr>
              <a:t>Human-level AI </a:t>
            </a:r>
            <a:endParaRPr sz="1600"/>
          </a:p>
          <a:p>
            <a:pPr marL="863600" lvl="1" indent="-266700" algn="l" rtl="0">
              <a:lnSpc>
                <a:spcPct val="100000"/>
              </a:lnSpc>
              <a:spcBef>
                <a:spcPts val="400"/>
              </a:spcBef>
              <a:spcAft>
                <a:spcPts val="0"/>
              </a:spcAft>
              <a:buSzPts val="1600"/>
              <a:buChar char="•"/>
            </a:pPr>
            <a:r>
              <a:rPr lang="en-US" sz="1600">
                <a:latin typeface="Arial"/>
              </a:rPr>
              <a:t>Commonsense reasoning</a:t>
            </a:r>
            <a:endParaRPr sz="1600"/>
          </a:p>
          <a:p>
            <a:pPr marL="254000" lvl="0" indent="-254000" algn="l" rtl="0">
              <a:lnSpc>
                <a:spcPct val="100000"/>
              </a:lnSpc>
              <a:spcBef>
                <a:spcPts val="800"/>
              </a:spcBef>
              <a:spcAft>
                <a:spcPts val="0"/>
              </a:spcAft>
              <a:buSzPts val="1800"/>
              <a:buFont typeface="Arial"/>
              <a:buChar char="•"/>
            </a:pPr>
            <a:r>
              <a:rPr lang="en-US">
                <a:latin typeface="Arial"/>
                <a:ea typeface="Arial"/>
                <a:cs typeface="Arial"/>
                <a:sym typeface="Arial"/>
              </a:rPr>
              <a:t>Awards</a:t>
            </a:r>
            <a:endParaRPr/>
          </a:p>
          <a:p>
            <a:pPr marL="863600" lvl="1" indent="-266700" algn="l" rtl="0">
              <a:lnSpc>
                <a:spcPct val="100000"/>
              </a:lnSpc>
              <a:spcBef>
                <a:spcPts val="400"/>
              </a:spcBef>
              <a:spcAft>
                <a:spcPts val="0"/>
              </a:spcAft>
              <a:buSzPts val="1600"/>
              <a:buChar char="•"/>
            </a:pPr>
            <a:r>
              <a:rPr lang="en-US" sz="1600">
                <a:latin typeface="Arial"/>
              </a:rPr>
              <a:t>ACM Turing Award, 1971</a:t>
            </a:r>
            <a:endParaRPr sz="1600"/>
          </a:p>
          <a:p>
            <a:pPr marL="863600" lvl="1" indent="-266700" algn="l" rtl="0">
              <a:lnSpc>
                <a:spcPct val="100000"/>
              </a:lnSpc>
              <a:spcBef>
                <a:spcPts val="400"/>
              </a:spcBef>
              <a:spcAft>
                <a:spcPts val="0"/>
              </a:spcAft>
              <a:buSzPts val="1600"/>
              <a:buChar char="•"/>
            </a:pPr>
            <a:r>
              <a:rPr lang="en-US" sz="1600">
                <a:latin typeface="Arial"/>
              </a:rPr>
              <a:t>Kyoto Prize, 1988</a:t>
            </a:r>
            <a:endParaRPr sz="1600"/>
          </a:p>
          <a:p>
            <a:pPr marL="863600" lvl="1" indent="-266700" algn="l" rtl="0">
              <a:lnSpc>
                <a:spcPct val="100000"/>
              </a:lnSpc>
              <a:spcBef>
                <a:spcPts val="400"/>
              </a:spcBef>
              <a:spcAft>
                <a:spcPts val="0"/>
              </a:spcAft>
              <a:buSzPts val="1600"/>
              <a:buChar char="•"/>
            </a:pPr>
            <a:r>
              <a:rPr lang="en-US" sz="1600">
                <a:latin typeface="Arial"/>
              </a:rPr>
              <a:t>National Medal of Science, 1990</a:t>
            </a:r>
            <a:endParaRPr sz="1600"/>
          </a:p>
          <a:p>
            <a:pPr marL="863600" lvl="1" indent="-266700" algn="l" rtl="0">
              <a:lnSpc>
                <a:spcPct val="100000"/>
              </a:lnSpc>
              <a:spcBef>
                <a:spcPts val="400"/>
              </a:spcBef>
              <a:spcAft>
                <a:spcPts val="0"/>
              </a:spcAft>
              <a:buSzPts val="1600"/>
              <a:buChar char="•"/>
            </a:pPr>
            <a:r>
              <a:rPr lang="en-US" sz="1600">
                <a:latin typeface="Arial"/>
              </a:rPr>
              <a:t>Benjamin Franklin Medal, 2003</a:t>
            </a:r>
            <a:endParaRPr sz="1600"/>
          </a:p>
        </p:txBody>
      </p:sp>
      <p:pic>
        <p:nvPicPr>
          <p:cNvPr id="206" name="Google Shape;206;p10" descr="Profile image of John McCarthy."/>
          <p:cNvPicPr preferRelativeResize="0"/>
          <p:nvPr/>
        </p:nvPicPr>
        <p:blipFill rotWithShape="1">
          <a:blip r:embed="rId3">
            <a:alphaModFix/>
          </a:blip>
          <a:srcRect/>
          <a:stretch/>
        </p:blipFill>
        <p:spPr>
          <a:xfrm>
            <a:off x="5239050" y="923600"/>
            <a:ext cx="3451801" cy="2867301"/>
          </a:xfrm>
          <a:prstGeom prst="rect">
            <a:avLst/>
          </a:prstGeom>
          <a:noFill/>
          <a:ln>
            <a:noFill/>
          </a:ln>
        </p:spPr>
      </p:pic>
      <p:sp>
        <p:nvSpPr>
          <p:cNvPr id="207" name="Google Shape;207;p10"/>
          <p:cNvSpPr txBox="1"/>
          <p:nvPr/>
        </p:nvSpPr>
        <p:spPr>
          <a:xfrm>
            <a:off x="4489000" y="3842525"/>
            <a:ext cx="4294200" cy="9774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i="0" u="none" strike="noStrike" cap="none">
                <a:solidFill>
                  <a:schemeClr val="dk1"/>
                </a:solidFill>
                <a:latin typeface="Arial"/>
              </a:rPr>
              <a:t>"I don't see that human intelligence is something that humans can never understand.“</a:t>
            </a:r>
            <a:endParaRPr sz="1100" i="0" u="none" strike="noStrike" cap="none">
              <a:solidFill>
                <a:schemeClr val="dk1"/>
              </a:solidFill>
            </a:endParaRPr>
          </a:p>
          <a:p>
            <a:pPr marL="0" marR="0" lvl="0" indent="0" algn="l" rtl="0">
              <a:lnSpc>
                <a:spcPct val="100000"/>
              </a:lnSpc>
              <a:spcBef>
                <a:spcPts val="0"/>
              </a:spcBef>
              <a:spcAft>
                <a:spcPts val="0"/>
              </a:spcAft>
              <a:buClr>
                <a:srgbClr val="000000"/>
              </a:buClr>
              <a:buSzPts val="1500"/>
              <a:buFont typeface="Arial"/>
              <a:buNone/>
            </a:pPr>
            <a:r>
              <a:rPr lang="en-US" sz="1500" i="0" u="none" strike="noStrike" cap="none">
                <a:solidFill>
                  <a:schemeClr val="dk1"/>
                </a:solidFill>
                <a:latin typeface="Arial"/>
              </a:rPr>
              <a:t>~ John McCarthy, March 1989</a:t>
            </a:r>
            <a:endParaRPr sz="1100" i="0" u="none" strike="noStrike" cap="none">
              <a:solidFill>
                <a:schemeClr val="dk1"/>
              </a:solidFil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lay"/>
              <a:ea typeface="Play"/>
              <a:cs typeface="Play"/>
              <a:sym typeface="Play"/>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1"/>
          <p:cNvSpPr txBox="1">
            <a:spLocks noGrp="1"/>
          </p:cNvSpPr>
          <p:nvPr>
            <p:ph type="title"/>
          </p:nvPr>
        </p:nvSpPr>
        <p:spPr>
          <a:xfrm>
            <a:off x="323850" y="88702"/>
            <a:ext cx="7886700" cy="8349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accent1"/>
              </a:buClr>
              <a:buSzPts val="2700"/>
              <a:buFont typeface="Play"/>
              <a:buNone/>
            </a:pPr>
            <a:r>
              <a:rPr lang="en-US" sz="3000" dirty="0">
                <a:latin typeface="Arial"/>
                <a:ea typeface="Arial"/>
                <a:cs typeface="Arial"/>
                <a:sym typeface="Arial"/>
              </a:rPr>
              <a:t>Alan Turing</a:t>
            </a:r>
            <a:endParaRPr sz="3000" dirty="0">
              <a:latin typeface="Arial"/>
              <a:ea typeface="Arial"/>
              <a:cs typeface="Arial"/>
              <a:sym typeface="Arial"/>
            </a:endParaRPr>
          </a:p>
        </p:txBody>
      </p:sp>
      <p:sp>
        <p:nvSpPr>
          <p:cNvPr id="214" name="Google Shape;214;p11"/>
          <p:cNvSpPr txBox="1">
            <a:spLocks noGrp="1"/>
          </p:cNvSpPr>
          <p:nvPr>
            <p:ph type="body" idx="1"/>
          </p:nvPr>
        </p:nvSpPr>
        <p:spPr>
          <a:xfrm>
            <a:off x="127512" y="1080555"/>
            <a:ext cx="5541600" cy="3810300"/>
          </a:xfrm>
          <a:prstGeom prst="rect">
            <a:avLst/>
          </a:prstGeom>
          <a:noFill/>
          <a:ln>
            <a:noFill/>
          </a:ln>
        </p:spPr>
        <p:txBody>
          <a:bodyPr spcFirstLastPara="1" wrap="square" lIns="68575" tIns="34275" rIns="68575" bIns="34275" anchor="t" anchorCtr="0">
            <a:noAutofit/>
          </a:bodyPr>
          <a:lstStyle/>
          <a:p>
            <a:pPr marL="254000" lvl="0" indent="-254000" algn="l" rtl="0">
              <a:lnSpc>
                <a:spcPct val="100000"/>
              </a:lnSpc>
              <a:spcBef>
                <a:spcPts val="0"/>
              </a:spcBef>
              <a:spcAft>
                <a:spcPts val="0"/>
              </a:spcAft>
              <a:buClr>
                <a:schemeClr val="dk1"/>
              </a:buClr>
              <a:buSzPts val="1800"/>
              <a:buFont typeface="Arial"/>
              <a:buChar char="•"/>
            </a:pPr>
            <a:r>
              <a:rPr lang="en-US" dirty="0">
                <a:latin typeface="Arial"/>
              </a:rPr>
              <a:t>British mathematician who took a leading role in breaking Nazi ciphers during WWII.</a:t>
            </a:r>
            <a:endParaRPr dirty="0"/>
          </a:p>
          <a:p>
            <a:pPr marL="254000" lvl="0" indent="-254000" algn="l" rtl="0">
              <a:lnSpc>
                <a:spcPct val="150000"/>
              </a:lnSpc>
              <a:spcBef>
                <a:spcPts val="800"/>
              </a:spcBef>
              <a:spcAft>
                <a:spcPts val="0"/>
              </a:spcAft>
              <a:buClr>
                <a:schemeClr val="dk1"/>
              </a:buClr>
              <a:buSzPts val="1800"/>
              <a:buFont typeface="Arial"/>
              <a:buChar char="•"/>
            </a:pPr>
            <a:r>
              <a:rPr lang="en-US" dirty="0">
                <a:latin typeface="Arial"/>
              </a:rPr>
              <a:t>Key contributions area</a:t>
            </a:r>
            <a:endParaRPr dirty="0"/>
          </a:p>
          <a:p>
            <a:pPr marL="863600" lvl="1" indent="-266700" algn="l" rtl="0">
              <a:lnSpc>
                <a:spcPct val="100000"/>
              </a:lnSpc>
              <a:spcBef>
                <a:spcPts val="400"/>
              </a:spcBef>
              <a:spcAft>
                <a:spcPts val="0"/>
              </a:spcAft>
              <a:buClr>
                <a:schemeClr val="dk1"/>
              </a:buClr>
              <a:buSzPts val="1600"/>
              <a:buChar char="•"/>
            </a:pPr>
            <a:r>
              <a:rPr lang="en-US" sz="1600" dirty="0">
                <a:latin typeface="Arial"/>
              </a:rPr>
              <a:t>Theoretical computer science </a:t>
            </a:r>
            <a:endParaRPr sz="1600" dirty="0"/>
          </a:p>
          <a:p>
            <a:pPr marL="863600" lvl="1" indent="-266700" algn="l" rtl="0">
              <a:lnSpc>
                <a:spcPct val="100000"/>
              </a:lnSpc>
              <a:spcBef>
                <a:spcPts val="400"/>
              </a:spcBef>
              <a:spcAft>
                <a:spcPts val="0"/>
              </a:spcAft>
              <a:buClr>
                <a:schemeClr val="dk1"/>
              </a:buClr>
              <a:buSzPts val="1600"/>
              <a:buChar char="•"/>
            </a:pPr>
            <a:r>
              <a:rPr lang="en-US" sz="1600" dirty="0">
                <a:latin typeface="Arial"/>
              </a:rPr>
              <a:t>Algorithm</a:t>
            </a:r>
            <a:endParaRPr sz="1600" dirty="0"/>
          </a:p>
          <a:p>
            <a:pPr marL="254000" lvl="0" indent="-254000" algn="l" rtl="0">
              <a:lnSpc>
                <a:spcPct val="150000"/>
              </a:lnSpc>
              <a:spcBef>
                <a:spcPts val="800"/>
              </a:spcBef>
              <a:spcAft>
                <a:spcPts val="0"/>
              </a:spcAft>
              <a:buClr>
                <a:schemeClr val="dk1"/>
              </a:buClr>
              <a:buSzPts val="1800"/>
              <a:buFont typeface="Arial"/>
              <a:buChar char="•"/>
            </a:pPr>
            <a:r>
              <a:rPr lang="en-US" dirty="0">
                <a:latin typeface="Arial"/>
                <a:ea typeface="Arial"/>
                <a:cs typeface="Arial"/>
                <a:sym typeface="Arial"/>
              </a:rPr>
              <a:t>Awards</a:t>
            </a:r>
            <a:endParaRPr dirty="0"/>
          </a:p>
          <a:p>
            <a:pPr marL="863600" lvl="1" indent="-266700" algn="l" rtl="0">
              <a:lnSpc>
                <a:spcPct val="100000"/>
              </a:lnSpc>
              <a:spcBef>
                <a:spcPts val="400"/>
              </a:spcBef>
              <a:spcAft>
                <a:spcPts val="0"/>
              </a:spcAft>
              <a:buClr>
                <a:schemeClr val="dk1"/>
              </a:buClr>
              <a:buSzPts val="1600"/>
              <a:buChar char="•"/>
            </a:pPr>
            <a:r>
              <a:rPr lang="en-US" sz="1600" dirty="0">
                <a:latin typeface="Arial"/>
              </a:rPr>
              <a:t>Order of the British Empire, 1946</a:t>
            </a:r>
            <a:endParaRPr sz="1600" dirty="0"/>
          </a:p>
          <a:p>
            <a:pPr marL="863600" lvl="1" indent="-266700" algn="l" rtl="0">
              <a:lnSpc>
                <a:spcPct val="100000"/>
              </a:lnSpc>
              <a:spcBef>
                <a:spcPts val="400"/>
              </a:spcBef>
              <a:spcAft>
                <a:spcPts val="0"/>
              </a:spcAft>
              <a:buClr>
                <a:schemeClr val="dk1"/>
              </a:buClr>
              <a:buSzPts val="1600"/>
              <a:buChar char="•"/>
            </a:pPr>
            <a:r>
              <a:rPr lang="en-US" sz="1600" dirty="0">
                <a:latin typeface="Arial"/>
              </a:rPr>
              <a:t> Fellow of the Royal Society (FRS), 1951</a:t>
            </a:r>
            <a:endParaRPr sz="1600" dirty="0"/>
          </a:p>
          <a:p>
            <a:pPr marL="863600" lvl="1" indent="-266700" algn="l" rtl="0">
              <a:lnSpc>
                <a:spcPct val="100000"/>
              </a:lnSpc>
              <a:spcBef>
                <a:spcPts val="400"/>
              </a:spcBef>
              <a:spcAft>
                <a:spcPts val="0"/>
              </a:spcAft>
              <a:buClr>
                <a:schemeClr val="dk1"/>
              </a:buClr>
              <a:buSzPts val="1600"/>
              <a:buChar char="•"/>
            </a:pPr>
            <a:r>
              <a:rPr lang="en-US" sz="1600" dirty="0">
                <a:latin typeface="Arial"/>
              </a:rPr>
              <a:t>Benjamin Franklin Medal, 2003</a:t>
            </a:r>
            <a:endParaRPr sz="1600" dirty="0"/>
          </a:p>
        </p:txBody>
      </p:sp>
      <p:sp>
        <p:nvSpPr>
          <p:cNvPr id="216" name="Google Shape;216;p11"/>
          <p:cNvSpPr txBox="1"/>
          <p:nvPr/>
        </p:nvSpPr>
        <p:spPr>
          <a:xfrm>
            <a:off x="5585674" y="4283148"/>
            <a:ext cx="3213501" cy="407774"/>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100" i="0" u="none" strike="noStrike" cap="none" dirty="0">
                <a:solidFill>
                  <a:schemeClr val="dk1"/>
                </a:solidFill>
                <a:latin typeface="Arial"/>
              </a:rPr>
              <a:t>"100 Most Important People of the 20th century”</a:t>
            </a:r>
            <a:br>
              <a:rPr lang="en-US" sz="1100" i="0" u="none" strike="noStrike" cap="none" dirty="0">
                <a:solidFill>
                  <a:schemeClr val="dk1"/>
                </a:solidFill>
                <a:latin typeface="Arial"/>
              </a:rPr>
            </a:br>
            <a:r>
              <a:rPr lang="en-US" sz="1100" i="0" u="none" strike="noStrike" cap="none" dirty="0">
                <a:solidFill>
                  <a:schemeClr val="dk1"/>
                </a:solidFill>
                <a:latin typeface="Arial"/>
              </a:rPr>
              <a:t>Time magazine 1999</a:t>
            </a:r>
            <a:endParaRPr sz="1100" i="0" u="none" strike="noStrike" cap="none" dirty="0">
              <a:solidFill>
                <a:schemeClr val="dk1"/>
              </a:solidFill>
            </a:endParaRPr>
          </a:p>
        </p:txBody>
      </p:sp>
      <p:pic>
        <p:nvPicPr>
          <p:cNvPr id="217" name="Google Shape;217;p11" descr="Profile image of Alan Turing."/>
          <p:cNvPicPr preferRelativeResize="0"/>
          <p:nvPr/>
        </p:nvPicPr>
        <p:blipFill rotWithShape="1">
          <a:blip r:embed="rId3">
            <a:alphaModFix/>
          </a:blip>
          <a:srcRect/>
          <a:stretch/>
        </p:blipFill>
        <p:spPr>
          <a:xfrm>
            <a:off x="5669112" y="1080062"/>
            <a:ext cx="3046626" cy="304662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nline Media 4" descr="What is a Turing Test? A Brief History of the Turing Test and its Impact">
            <a:hlinkClick r:id="" action="ppaction://media"/>
            <a:extLst>
              <a:ext uri="{FF2B5EF4-FFF2-40B4-BE49-F238E27FC236}">
                <a16:creationId xmlns:a16="http://schemas.microsoft.com/office/drawing/2014/main" id="{7D365684-037F-0A68-9268-24ACFE0F47D4}"/>
              </a:ext>
            </a:extLst>
          </p:cNvPr>
          <p:cNvPicPr>
            <a:picLocks noRot="1" noChangeAspect="1"/>
          </p:cNvPicPr>
          <p:nvPr>
            <a:videoFile r:link="rId1"/>
          </p:nvPr>
        </p:nvPicPr>
        <p:blipFill>
          <a:blip r:embed="rId4"/>
          <a:stretch>
            <a:fillRect/>
          </a:stretch>
        </p:blipFill>
        <p:spPr>
          <a:xfrm>
            <a:off x="0" y="0"/>
            <a:ext cx="9103540" cy="5143500"/>
          </a:xfrm>
          <a:prstGeom prst="rect">
            <a:avLst/>
          </a:prstGeom>
        </p:spPr>
      </p:pic>
    </p:spTree>
    <p:extLst>
      <p:ext uri="{BB962C8B-B14F-4D97-AF65-F5344CB8AC3E}">
        <p14:creationId xmlns:p14="http://schemas.microsoft.com/office/powerpoint/2010/main" val="2707397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25"/>
          <p:cNvSpPr txBox="1">
            <a:spLocks noGrp="1"/>
          </p:cNvSpPr>
          <p:nvPr>
            <p:ph type="title"/>
          </p:nvPr>
        </p:nvSpPr>
        <p:spPr>
          <a:xfrm>
            <a:off x="323850" y="88702"/>
            <a:ext cx="7886700" cy="8349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accent1"/>
              </a:buClr>
              <a:buSzPts val="2700"/>
              <a:buFont typeface="Play"/>
              <a:buNone/>
            </a:pPr>
            <a:r>
              <a:rPr lang="en-US" sz="2400">
                <a:latin typeface="Arial"/>
                <a:ea typeface="Arial"/>
                <a:cs typeface="Arial"/>
                <a:sym typeface="Arial"/>
              </a:rPr>
              <a:t>Neural Network: 1950-1970</a:t>
            </a:r>
            <a:endParaRPr sz="2400">
              <a:latin typeface="Arial"/>
              <a:ea typeface="Arial"/>
              <a:cs typeface="Arial"/>
              <a:sym typeface="Arial"/>
            </a:endParaRPr>
          </a:p>
        </p:txBody>
      </p:sp>
      <p:sp>
        <p:nvSpPr>
          <p:cNvPr id="320" name="Google Shape;320;p25"/>
          <p:cNvSpPr txBox="1">
            <a:spLocks noGrp="1"/>
          </p:cNvSpPr>
          <p:nvPr>
            <p:ph type="body" idx="1"/>
          </p:nvPr>
        </p:nvSpPr>
        <p:spPr>
          <a:xfrm>
            <a:off x="323850" y="896111"/>
            <a:ext cx="5755800" cy="3811800"/>
          </a:xfrm>
          <a:prstGeom prst="rect">
            <a:avLst/>
          </a:prstGeom>
          <a:noFill/>
          <a:ln>
            <a:noFill/>
          </a:ln>
        </p:spPr>
        <p:txBody>
          <a:bodyPr spcFirstLastPara="1" wrap="square" lIns="68575" tIns="34275" rIns="68575" bIns="34275" anchor="t" anchorCtr="0">
            <a:normAutofit/>
          </a:bodyPr>
          <a:lstStyle/>
          <a:p>
            <a:pPr marL="177800" lvl="0" indent="0" algn="l" rtl="0">
              <a:lnSpc>
                <a:spcPct val="150000"/>
              </a:lnSpc>
              <a:spcBef>
                <a:spcPts val="0"/>
              </a:spcBef>
              <a:spcAft>
                <a:spcPts val="0"/>
              </a:spcAft>
              <a:buClr>
                <a:schemeClr val="dk1"/>
              </a:buClr>
              <a:buSzPts val="1800"/>
              <a:buNone/>
            </a:pPr>
            <a:r>
              <a:rPr lang="en-US">
                <a:latin typeface="Arial"/>
              </a:rPr>
              <a:t>Computing systems with interconnected nodes that work much like neurons in the human brain. </a:t>
            </a:r>
            <a:endParaRPr/>
          </a:p>
          <a:p>
            <a:pPr marL="431800" lvl="0" indent="-254000" algn="l" rtl="0">
              <a:lnSpc>
                <a:spcPct val="150000"/>
              </a:lnSpc>
              <a:spcBef>
                <a:spcPts val="800"/>
              </a:spcBef>
              <a:spcAft>
                <a:spcPts val="0"/>
              </a:spcAft>
              <a:buSzPts val="1800"/>
              <a:buFont typeface="Arial"/>
              <a:buChar char="•"/>
            </a:pPr>
            <a:r>
              <a:rPr lang="en-US">
                <a:latin typeface="Arial"/>
              </a:rPr>
              <a:t>History</a:t>
            </a:r>
            <a:endParaRPr/>
          </a:p>
          <a:p>
            <a:pPr marL="774700" lvl="2" indent="-165100" algn="l" rtl="0">
              <a:lnSpc>
                <a:spcPct val="150000"/>
              </a:lnSpc>
              <a:spcBef>
                <a:spcPts val="400"/>
              </a:spcBef>
              <a:spcAft>
                <a:spcPts val="0"/>
              </a:spcAft>
              <a:buSzPts val="1600"/>
              <a:buChar char="•"/>
            </a:pPr>
            <a:r>
              <a:rPr lang="en-US" sz="1600">
                <a:latin typeface="Arial"/>
              </a:rPr>
              <a:t>First neural network was conceived of by Warren McCulloch and Walter Pitts in 1943.</a:t>
            </a:r>
            <a:endParaRPr sz="1600"/>
          </a:p>
          <a:p>
            <a:pPr marL="431800" lvl="0" indent="-254000" algn="l" rtl="0">
              <a:lnSpc>
                <a:spcPct val="150000"/>
              </a:lnSpc>
              <a:spcBef>
                <a:spcPts val="800"/>
              </a:spcBef>
              <a:spcAft>
                <a:spcPts val="0"/>
              </a:spcAft>
              <a:buSzPts val="1800"/>
              <a:buFont typeface="Arial"/>
              <a:buChar char="•"/>
            </a:pPr>
            <a:r>
              <a:rPr lang="en-US">
                <a:latin typeface="Arial"/>
              </a:rPr>
              <a:t>Goal</a:t>
            </a:r>
            <a:endParaRPr/>
          </a:p>
          <a:p>
            <a:pPr marL="774700" lvl="2" indent="-165100" algn="l" rtl="0">
              <a:lnSpc>
                <a:spcPct val="150000"/>
              </a:lnSpc>
              <a:spcBef>
                <a:spcPts val="400"/>
              </a:spcBef>
              <a:spcAft>
                <a:spcPts val="0"/>
              </a:spcAft>
              <a:buSzPts val="1600"/>
              <a:buChar char="•"/>
            </a:pPr>
            <a:r>
              <a:rPr lang="en-US" sz="1600">
                <a:latin typeface="Arial"/>
              </a:rPr>
              <a:t>To create a computer like system that could solve problems like a human brain.</a:t>
            </a:r>
            <a:endParaRPr sz="1600"/>
          </a:p>
        </p:txBody>
      </p:sp>
      <p:pic>
        <p:nvPicPr>
          <p:cNvPr id="322" name="Google Shape;322;p25">
            <a:extLst>
              <a:ext uri="{C183D7F6-B498-43B3-948B-1728B52AA6E4}">
                <adec:decorative xmlns:adec="http://schemas.microsoft.com/office/drawing/2017/decorative" val="1"/>
              </a:ext>
            </a:extLst>
          </p:cNvPr>
          <p:cNvPicPr preferRelativeResize="0"/>
          <p:nvPr/>
        </p:nvPicPr>
        <p:blipFill rotWithShape="1">
          <a:blip r:embed="rId3">
            <a:alphaModFix/>
          </a:blip>
          <a:srcRect/>
          <a:stretch/>
        </p:blipFill>
        <p:spPr>
          <a:xfrm>
            <a:off x="5932049" y="1473543"/>
            <a:ext cx="3131942" cy="313194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6"/>
          <p:cNvSpPr txBox="1">
            <a:spLocks noGrp="1"/>
          </p:cNvSpPr>
          <p:nvPr>
            <p:ph type="title"/>
          </p:nvPr>
        </p:nvSpPr>
        <p:spPr>
          <a:xfrm>
            <a:off x="323850" y="88702"/>
            <a:ext cx="7886700" cy="8349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accent1"/>
              </a:buClr>
              <a:buSzPts val="2700"/>
              <a:buFont typeface="Play"/>
              <a:buNone/>
            </a:pPr>
            <a:r>
              <a:rPr lang="en-US" sz="2400">
                <a:latin typeface="Arial"/>
                <a:ea typeface="Arial"/>
                <a:cs typeface="Arial"/>
                <a:sym typeface="Arial"/>
              </a:rPr>
              <a:t>Machine Learning: 1980-2010</a:t>
            </a:r>
            <a:endParaRPr sz="2400">
              <a:latin typeface="Arial"/>
              <a:ea typeface="Arial"/>
              <a:cs typeface="Arial"/>
              <a:sym typeface="Arial"/>
            </a:endParaRPr>
          </a:p>
        </p:txBody>
      </p:sp>
      <p:sp>
        <p:nvSpPr>
          <p:cNvPr id="338" name="Google Shape;338;p26"/>
          <p:cNvSpPr txBox="1">
            <a:spLocks noGrp="1"/>
          </p:cNvSpPr>
          <p:nvPr>
            <p:ph type="body" idx="1"/>
          </p:nvPr>
        </p:nvSpPr>
        <p:spPr>
          <a:xfrm>
            <a:off x="177575" y="896100"/>
            <a:ext cx="6280200" cy="3678000"/>
          </a:xfrm>
          <a:prstGeom prst="rect">
            <a:avLst/>
          </a:prstGeom>
          <a:noFill/>
          <a:ln>
            <a:noFill/>
          </a:ln>
        </p:spPr>
        <p:txBody>
          <a:bodyPr spcFirstLastPara="1" wrap="square" lIns="68575" tIns="34275" rIns="68575" bIns="34275" anchor="t" anchorCtr="0">
            <a:noAutofit/>
          </a:bodyPr>
          <a:lstStyle/>
          <a:p>
            <a:pPr marL="342900" lvl="0" indent="-355600" algn="l" rtl="0">
              <a:lnSpc>
                <a:spcPct val="150000"/>
              </a:lnSpc>
              <a:spcBef>
                <a:spcPts val="0"/>
              </a:spcBef>
              <a:spcAft>
                <a:spcPts val="0"/>
              </a:spcAft>
              <a:buClr>
                <a:schemeClr val="dk1"/>
              </a:buClr>
              <a:buSzPts val="1800"/>
              <a:buFont typeface="Arial"/>
              <a:buChar char="•"/>
            </a:pPr>
            <a:r>
              <a:rPr lang="en-US">
                <a:latin typeface="Arial"/>
              </a:rPr>
              <a:t>History</a:t>
            </a:r>
            <a:endParaRPr/>
          </a:p>
          <a:p>
            <a:pPr marL="774700" lvl="2" indent="-190500" algn="l" rtl="0">
              <a:lnSpc>
                <a:spcPct val="150000"/>
              </a:lnSpc>
              <a:spcBef>
                <a:spcPts val="400"/>
              </a:spcBef>
              <a:spcAft>
                <a:spcPts val="0"/>
              </a:spcAft>
              <a:buClr>
                <a:schemeClr val="dk1"/>
              </a:buClr>
              <a:buSzPts val="1600"/>
              <a:buChar char="•"/>
            </a:pPr>
            <a:r>
              <a:rPr lang="en-US" sz="1600">
                <a:latin typeface="Arial"/>
              </a:rPr>
              <a:t>Arthur Samuel coined the term Machine Learning in 1952.</a:t>
            </a:r>
            <a:endParaRPr sz="1600"/>
          </a:p>
          <a:p>
            <a:pPr marL="431800" lvl="0" indent="-431800" algn="l" rtl="0">
              <a:lnSpc>
                <a:spcPct val="150000"/>
              </a:lnSpc>
              <a:spcBef>
                <a:spcPts val="800"/>
              </a:spcBef>
              <a:spcAft>
                <a:spcPts val="0"/>
              </a:spcAft>
              <a:buClr>
                <a:schemeClr val="dk1"/>
              </a:buClr>
              <a:buSzPts val="1800"/>
              <a:buFont typeface="Arial"/>
              <a:buChar char="•"/>
            </a:pPr>
            <a:r>
              <a:rPr lang="en-US">
                <a:latin typeface="Arial"/>
              </a:rPr>
              <a:t>Goal</a:t>
            </a:r>
            <a:endParaRPr/>
          </a:p>
          <a:p>
            <a:pPr marL="774700" lvl="2" indent="-190500" algn="l" rtl="0">
              <a:lnSpc>
                <a:spcPct val="150000"/>
              </a:lnSpc>
              <a:spcBef>
                <a:spcPts val="400"/>
              </a:spcBef>
              <a:spcAft>
                <a:spcPts val="0"/>
              </a:spcAft>
              <a:buClr>
                <a:schemeClr val="dk1"/>
              </a:buClr>
              <a:buSzPts val="1600"/>
              <a:buChar char="•"/>
            </a:pPr>
            <a:r>
              <a:rPr lang="en-US" sz="1600">
                <a:latin typeface="Arial"/>
              </a:rPr>
              <a:t> To train a machine how to learn.</a:t>
            </a:r>
            <a:endParaRPr sz="1600"/>
          </a:p>
        </p:txBody>
      </p:sp>
      <p:pic>
        <p:nvPicPr>
          <p:cNvPr id="340" name="Google Shape;340;p26">
            <a:extLst>
              <a:ext uri="{C183D7F6-B498-43B3-948B-1728B52AA6E4}">
                <adec:decorative xmlns:adec="http://schemas.microsoft.com/office/drawing/2017/decorative" val="1"/>
              </a:ext>
            </a:extLst>
          </p:cNvPr>
          <p:cNvPicPr preferRelativeResize="0"/>
          <p:nvPr/>
        </p:nvPicPr>
        <p:blipFill rotWithShape="1">
          <a:blip r:embed="rId3">
            <a:alphaModFix/>
          </a:blip>
          <a:srcRect/>
          <a:stretch/>
        </p:blipFill>
        <p:spPr>
          <a:xfrm>
            <a:off x="5860700" y="1803950"/>
            <a:ext cx="2922550" cy="29225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27"/>
          <p:cNvSpPr txBox="1">
            <a:spLocks noGrp="1"/>
          </p:cNvSpPr>
          <p:nvPr>
            <p:ph type="title"/>
          </p:nvPr>
        </p:nvSpPr>
        <p:spPr>
          <a:xfrm>
            <a:off x="323850" y="88702"/>
            <a:ext cx="7886700" cy="8349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accent1"/>
              </a:buClr>
              <a:buSzPts val="2700"/>
              <a:buFont typeface="Play"/>
              <a:buNone/>
            </a:pPr>
            <a:r>
              <a:rPr lang="en-US" sz="2400">
                <a:latin typeface="Arial"/>
                <a:ea typeface="Arial"/>
                <a:cs typeface="Arial"/>
                <a:sym typeface="Arial"/>
              </a:rPr>
              <a:t>Deep Learning: </a:t>
            </a:r>
            <a:endParaRPr sz="2400">
              <a:latin typeface="Arial"/>
              <a:ea typeface="Arial"/>
              <a:cs typeface="Arial"/>
              <a:sym typeface="Arial"/>
            </a:endParaRPr>
          </a:p>
        </p:txBody>
      </p:sp>
      <p:sp>
        <p:nvSpPr>
          <p:cNvPr id="347" name="Google Shape;347;p27"/>
          <p:cNvSpPr txBox="1">
            <a:spLocks noGrp="1"/>
          </p:cNvSpPr>
          <p:nvPr>
            <p:ph type="body" idx="1"/>
          </p:nvPr>
        </p:nvSpPr>
        <p:spPr>
          <a:xfrm>
            <a:off x="323850" y="896111"/>
            <a:ext cx="4970400" cy="3867900"/>
          </a:xfrm>
          <a:prstGeom prst="rect">
            <a:avLst/>
          </a:prstGeom>
          <a:noFill/>
          <a:ln>
            <a:noFill/>
          </a:ln>
        </p:spPr>
        <p:txBody>
          <a:bodyPr spcFirstLastPara="1" wrap="square" lIns="68575" tIns="34275" rIns="68575" bIns="34275" anchor="t" anchorCtr="0">
            <a:normAutofit/>
          </a:bodyPr>
          <a:lstStyle/>
          <a:p>
            <a:pPr marL="254000" lvl="0" indent="-254000" algn="l" rtl="0">
              <a:lnSpc>
                <a:spcPct val="150000"/>
              </a:lnSpc>
              <a:spcBef>
                <a:spcPts val="0"/>
              </a:spcBef>
              <a:spcAft>
                <a:spcPts val="0"/>
              </a:spcAft>
              <a:buClr>
                <a:schemeClr val="dk1"/>
              </a:buClr>
              <a:buSzPts val="1800"/>
              <a:buFont typeface="Arial"/>
              <a:buChar char="•"/>
            </a:pPr>
            <a:r>
              <a:rPr lang="en-US">
                <a:latin typeface="Arial"/>
              </a:rPr>
              <a:t>Type of machine learning that trains a computer to perform human-like tasks, such as recognizing speech, identifying images or making predictions. </a:t>
            </a:r>
            <a:endParaRPr/>
          </a:p>
          <a:p>
            <a:pPr marL="863600" lvl="1" indent="-254000" algn="l" rtl="0">
              <a:lnSpc>
                <a:spcPct val="150000"/>
              </a:lnSpc>
              <a:spcBef>
                <a:spcPts val="400"/>
              </a:spcBef>
              <a:spcAft>
                <a:spcPts val="0"/>
              </a:spcAft>
              <a:buClr>
                <a:schemeClr val="dk1"/>
              </a:buClr>
              <a:buSzPts val="1600"/>
              <a:buChar char="•"/>
            </a:pPr>
            <a:r>
              <a:rPr lang="en-US" sz="1600">
                <a:latin typeface="Arial"/>
              </a:rPr>
              <a:t>Example: Face recognition</a:t>
            </a:r>
            <a:endParaRPr sz="1600"/>
          </a:p>
          <a:p>
            <a:pPr marL="177800" lvl="0" indent="-114300" algn="l" rtl="0">
              <a:lnSpc>
                <a:spcPct val="115000"/>
              </a:lnSpc>
              <a:spcBef>
                <a:spcPts val="800"/>
              </a:spcBef>
              <a:spcAft>
                <a:spcPts val="0"/>
              </a:spcAft>
              <a:buClr>
                <a:schemeClr val="dk1"/>
              </a:buClr>
              <a:buSzPts val="1800"/>
              <a:buFont typeface="Arial"/>
              <a:buChar char="•"/>
            </a:pPr>
            <a:r>
              <a:rPr lang="en-US">
                <a:latin typeface="Arial"/>
              </a:rPr>
              <a:t>  History</a:t>
            </a:r>
            <a:endParaRPr/>
          </a:p>
          <a:p>
            <a:pPr marL="774700" lvl="1" indent="-241300" algn="l" rtl="0">
              <a:lnSpc>
                <a:spcPct val="115000"/>
              </a:lnSpc>
              <a:spcBef>
                <a:spcPts val="400"/>
              </a:spcBef>
              <a:spcAft>
                <a:spcPts val="0"/>
              </a:spcAft>
              <a:buClr>
                <a:schemeClr val="dk1"/>
              </a:buClr>
              <a:buSzPts val="1600"/>
              <a:buChar char="•"/>
            </a:pPr>
            <a:r>
              <a:rPr lang="en-US" sz="1600">
                <a:latin typeface="Arial"/>
              </a:rPr>
              <a:t>1943, Walter Pitts and Warren McCulloch created a computer model based on the neural networks of the human brain.</a:t>
            </a:r>
            <a:endParaRPr sz="1600"/>
          </a:p>
        </p:txBody>
      </p:sp>
      <p:pic>
        <p:nvPicPr>
          <p:cNvPr id="349" name="Google Shape;349;p27">
            <a:extLst>
              <a:ext uri="{C183D7F6-B498-43B3-948B-1728B52AA6E4}">
                <adec:decorative xmlns:adec="http://schemas.microsoft.com/office/drawing/2017/decorative" val="1"/>
              </a:ext>
            </a:extLst>
          </p:cNvPr>
          <p:cNvPicPr preferRelativeResize="0"/>
          <p:nvPr/>
        </p:nvPicPr>
        <p:blipFill rotWithShape="1">
          <a:blip r:embed="rId3">
            <a:alphaModFix/>
          </a:blip>
          <a:srcRect/>
          <a:stretch/>
        </p:blipFill>
        <p:spPr>
          <a:xfrm>
            <a:off x="5495163" y="1389888"/>
            <a:ext cx="3282467" cy="328246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28"/>
          <p:cNvSpPr/>
          <p:nvPr/>
        </p:nvSpPr>
        <p:spPr>
          <a:xfrm>
            <a:off x="0" y="1741138"/>
            <a:ext cx="8794200" cy="1661100"/>
          </a:xfrm>
          <a:prstGeom prst="rect">
            <a:avLst/>
          </a:prstGeom>
          <a:noFill/>
          <a:ln>
            <a:noFill/>
          </a:ln>
        </p:spPr>
        <p:txBody>
          <a:bodyPr spcFirstLastPara="1" wrap="square" lIns="68575" tIns="34275" rIns="68575" bIns="34275" anchor="t" anchorCtr="0">
            <a:spAutoFit/>
          </a:bodyPr>
          <a:lstStyle/>
          <a:p>
            <a:pPr marL="0" marR="0" lvl="0" indent="0" algn="l" rtl="0">
              <a:lnSpc>
                <a:spcPct val="90000"/>
              </a:lnSpc>
              <a:spcBef>
                <a:spcPts val="800"/>
              </a:spcBef>
              <a:spcAft>
                <a:spcPts val="0"/>
              </a:spcAft>
              <a:buClr>
                <a:srgbClr val="000000"/>
              </a:buClr>
              <a:buSzPts val="3600"/>
              <a:buFont typeface="Arial"/>
              <a:buNone/>
            </a:pPr>
            <a:endParaRPr sz="3000" b="1" i="0" u="none" strike="noStrike" cap="none">
              <a:solidFill>
                <a:srgbClr val="292929"/>
              </a:solidFill>
            </a:endParaRPr>
          </a:p>
        </p:txBody>
      </p:sp>
      <p:sp>
        <p:nvSpPr>
          <p:cNvPr id="356" name="Google Shape;356;p28"/>
          <p:cNvSpPr txBox="1">
            <a:spLocks noGrp="1"/>
          </p:cNvSpPr>
          <p:nvPr>
            <p:ph type="title"/>
          </p:nvPr>
        </p:nvSpPr>
        <p:spPr>
          <a:xfrm>
            <a:off x="1029900" y="683425"/>
            <a:ext cx="6959700" cy="2515200"/>
          </a:xfrm>
          <a:prstGeom prst="rect">
            <a:avLst/>
          </a:prstGeom>
        </p:spPr>
        <p:txBody>
          <a:bodyPr spcFirstLastPara="1" wrap="square" lIns="68575" tIns="34275" rIns="68575" bIns="34275" anchor="b" anchorCtr="0">
            <a:noAutofit/>
          </a:bodyPr>
          <a:lstStyle/>
          <a:p>
            <a:pPr marL="0" lvl="0" indent="0" algn="l" rtl="0">
              <a:lnSpc>
                <a:spcPct val="90000"/>
              </a:lnSpc>
              <a:spcBef>
                <a:spcPts val="0"/>
              </a:spcBef>
              <a:spcAft>
                <a:spcPts val="0"/>
              </a:spcAft>
              <a:buClr>
                <a:schemeClr val="dk1"/>
              </a:buClr>
              <a:buSzPts val="3600"/>
              <a:buFont typeface="Arial"/>
              <a:buNone/>
            </a:pPr>
            <a:r>
              <a:rPr lang="en-US" dirty="0">
                <a:solidFill>
                  <a:srgbClr val="292929"/>
                </a:solidFill>
                <a:latin typeface="Arial"/>
              </a:rPr>
              <a:t>Now that we have seen how AI has evolved with time. </a:t>
            </a:r>
            <a:endParaRPr dirty="0">
              <a:solidFill>
                <a:srgbClr val="292929"/>
              </a:solidFill>
            </a:endParaRPr>
          </a:p>
          <a:p>
            <a:pPr marL="0" lvl="0" indent="0" algn="l" rtl="0">
              <a:lnSpc>
                <a:spcPct val="90000"/>
              </a:lnSpc>
              <a:spcBef>
                <a:spcPts val="800"/>
              </a:spcBef>
              <a:spcAft>
                <a:spcPts val="0"/>
              </a:spcAft>
              <a:buClr>
                <a:schemeClr val="dk1"/>
              </a:buClr>
              <a:buSzPts val="3600"/>
              <a:buFont typeface="Arial"/>
              <a:buNone/>
            </a:pPr>
            <a:r>
              <a:rPr lang="en-US" dirty="0">
                <a:solidFill>
                  <a:srgbClr val="292929"/>
                </a:solidFill>
                <a:latin typeface="Arial"/>
              </a:rPr>
              <a:t>Let’s understand how it affects our daily life.</a:t>
            </a:r>
            <a:endParaRPr dirty="0">
              <a:solidFill>
                <a:srgbClr val="292929"/>
              </a:solidFill>
            </a:endParaRPr>
          </a:p>
          <a:p>
            <a:pPr marL="0" lvl="0" indent="0" algn="l" rtl="0">
              <a:spcBef>
                <a:spcPts val="0"/>
              </a:spcBef>
              <a:spcAft>
                <a:spcPts val="0"/>
              </a:spcAft>
              <a:buNone/>
            </a:pP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33"/>
          <p:cNvSpPr txBox="1">
            <a:spLocks noGrp="1"/>
          </p:cNvSpPr>
          <p:nvPr>
            <p:ph type="title"/>
          </p:nvPr>
        </p:nvSpPr>
        <p:spPr>
          <a:xfrm>
            <a:off x="323850" y="88702"/>
            <a:ext cx="7886700" cy="8349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accent1"/>
              </a:buClr>
              <a:buSzPts val="2700"/>
              <a:buFont typeface="Play"/>
              <a:buNone/>
            </a:pPr>
            <a:r>
              <a:rPr lang="en-US" sz="2400">
                <a:latin typeface="Arial"/>
                <a:ea typeface="Arial"/>
                <a:cs typeface="Arial"/>
                <a:sym typeface="Arial"/>
              </a:rPr>
              <a:t>What differentiates Automation from AI?</a:t>
            </a:r>
            <a:endParaRPr sz="2400">
              <a:latin typeface="Arial"/>
              <a:ea typeface="Arial"/>
              <a:cs typeface="Arial"/>
              <a:sym typeface="Arial"/>
            </a:endParaRPr>
          </a:p>
        </p:txBody>
      </p:sp>
      <p:sp>
        <p:nvSpPr>
          <p:cNvPr id="393" name="Google Shape;393;p33"/>
          <p:cNvSpPr txBox="1">
            <a:spLocks noGrp="1"/>
          </p:cNvSpPr>
          <p:nvPr>
            <p:ph type="body" idx="1"/>
          </p:nvPr>
        </p:nvSpPr>
        <p:spPr>
          <a:xfrm>
            <a:off x="536276" y="1184150"/>
            <a:ext cx="7886700" cy="3867900"/>
          </a:xfrm>
          <a:prstGeom prst="rect">
            <a:avLst/>
          </a:prstGeom>
          <a:noFill/>
          <a:ln>
            <a:noFill/>
          </a:ln>
        </p:spPr>
        <p:txBody>
          <a:bodyPr spcFirstLastPara="1" wrap="square" lIns="68575" tIns="34275" rIns="68575" bIns="34275" anchor="t" anchorCtr="0">
            <a:normAutofit/>
          </a:bodyPr>
          <a:lstStyle/>
          <a:p>
            <a:pPr marL="177800" lvl="0" indent="-152400" algn="l" rtl="0">
              <a:lnSpc>
                <a:spcPct val="150000"/>
              </a:lnSpc>
              <a:spcBef>
                <a:spcPts val="0"/>
              </a:spcBef>
              <a:spcAft>
                <a:spcPts val="0"/>
              </a:spcAft>
              <a:buClr>
                <a:srgbClr val="525252"/>
              </a:buClr>
              <a:buSzPts val="1800"/>
              <a:buChar char="•"/>
            </a:pPr>
            <a:r>
              <a:rPr lang="en-US">
                <a:solidFill>
                  <a:srgbClr val="525252"/>
                </a:solidFill>
                <a:latin typeface="Arial"/>
              </a:rPr>
              <a:t>Artificial Narrow Intelligence &amp; Artificial General Intelligence </a:t>
            </a:r>
            <a:endParaRPr/>
          </a:p>
          <a:p>
            <a:pPr marL="177800" lvl="0" indent="-152400" algn="l" rtl="0">
              <a:lnSpc>
                <a:spcPct val="150000"/>
              </a:lnSpc>
              <a:spcBef>
                <a:spcPts val="800"/>
              </a:spcBef>
              <a:spcAft>
                <a:spcPts val="0"/>
              </a:spcAft>
              <a:buClr>
                <a:srgbClr val="525252"/>
              </a:buClr>
              <a:buSzPts val="1800"/>
              <a:buChar char="•"/>
            </a:pPr>
            <a:r>
              <a:rPr lang="en-US">
                <a:solidFill>
                  <a:srgbClr val="525252"/>
                </a:solidFill>
                <a:latin typeface="Arial"/>
              </a:rPr>
              <a:t>How AI differs from not AI?</a:t>
            </a:r>
            <a:endParaRPr/>
          </a:p>
          <a:p>
            <a:pPr marL="177800" lvl="0" indent="-152400" algn="l" rtl="0">
              <a:lnSpc>
                <a:spcPct val="150000"/>
              </a:lnSpc>
              <a:spcBef>
                <a:spcPts val="800"/>
              </a:spcBef>
              <a:spcAft>
                <a:spcPts val="0"/>
              </a:spcAft>
              <a:buClr>
                <a:srgbClr val="525252"/>
              </a:buClr>
              <a:buSzPts val="1800"/>
              <a:buChar char="•"/>
            </a:pPr>
            <a:r>
              <a:rPr lang="en-US">
                <a:solidFill>
                  <a:srgbClr val="525252"/>
                </a:solidFill>
                <a:latin typeface="Arial"/>
              </a:rPr>
              <a:t>How AI works?</a:t>
            </a:r>
            <a:endParaRPr/>
          </a:p>
          <a:p>
            <a:pPr marL="177800" lvl="0" indent="-152400" algn="l" rtl="0">
              <a:lnSpc>
                <a:spcPct val="150000"/>
              </a:lnSpc>
              <a:spcBef>
                <a:spcPts val="800"/>
              </a:spcBef>
              <a:spcAft>
                <a:spcPts val="0"/>
              </a:spcAft>
              <a:buClr>
                <a:srgbClr val="525252"/>
              </a:buClr>
              <a:buSzPts val="1800"/>
              <a:buChar char="•"/>
            </a:pPr>
            <a:r>
              <a:rPr lang="en-US">
                <a:solidFill>
                  <a:srgbClr val="525252"/>
                </a:solidFill>
                <a:latin typeface="Arial"/>
              </a:rPr>
              <a:t>Discussion</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34"/>
          <p:cNvSpPr txBox="1">
            <a:spLocks noGrp="1"/>
          </p:cNvSpPr>
          <p:nvPr>
            <p:ph type="title"/>
          </p:nvPr>
        </p:nvSpPr>
        <p:spPr>
          <a:xfrm>
            <a:off x="323850" y="88702"/>
            <a:ext cx="8605800" cy="8349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accent1"/>
              </a:buClr>
              <a:buSzPts val="2400"/>
              <a:buFont typeface="Play"/>
              <a:buNone/>
            </a:pPr>
            <a:r>
              <a:rPr lang="en-US" sz="2400">
                <a:latin typeface="Arial"/>
                <a:ea typeface="Arial"/>
                <a:cs typeface="Arial"/>
                <a:sym typeface="Arial"/>
              </a:rPr>
              <a:t>Artificial Narrow Intelligence &amp; Artificial General Intelligence</a:t>
            </a:r>
            <a:r>
              <a:rPr lang="en-US" sz="2400">
                <a:solidFill>
                  <a:schemeClr val="accent1"/>
                </a:solidFill>
                <a:latin typeface="Arial"/>
                <a:ea typeface="Play"/>
                <a:cs typeface="Play"/>
                <a:sym typeface="Play"/>
              </a:rPr>
              <a:t> </a:t>
            </a:r>
            <a:endParaRPr/>
          </a:p>
        </p:txBody>
      </p:sp>
      <p:sp>
        <p:nvSpPr>
          <p:cNvPr id="401" name="Google Shape;401;p34"/>
          <p:cNvSpPr txBox="1">
            <a:spLocks noGrp="1"/>
          </p:cNvSpPr>
          <p:nvPr>
            <p:ph type="body" idx="1"/>
          </p:nvPr>
        </p:nvSpPr>
        <p:spPr>
          <a:xfrm>
            <a:off x="323850" y="1470866"/>
            <a:ext cx="5068200" cy="2839877"/>
          </a:xfrm>
          <a:prstGeom prst="rect">
            <a:avLst/>
          </a:prstGeom>
          <a:noFill/>
          <a:ln>
            <a:noFill/>
          </a:ln>
        </p:spPr>
        <p:txBody>
          <a:bodyPr spcFirstLastPara="1" wrap="square" lIns="68575" tIns="34275" rIns="68575" bIns="34275" anchor="t" anchorCtr="0">
            <a:normAutofit/>
          </a:bodyPr>
          <a:lstStyle/>
          <a:p>
            <a:pPr marL="0" lvl="0" indent="0" algn="l" rtl="0">
              <a:lnSpc>
                <a:spcPct val="150000"/>
              </a:lnSpc>
              <a:spcBef>
                <a:spcPts val="0"/>
              </a:spcBef>
              <a:spcAft>
                <a:spcPts val="0"/>
              </a:spcAft>
              <a:buClr>
                <a:schemeClr val="dk1"/>
              </a:buClr>
              <a:buSzPts val="1800"/>
              <a:buNone/>
            </a:pPr>
            <a:r>
              <a:rPr lang="en-US" dirty="0">
                <a:latin typeface="Arial"/>
              </a:rPr>
              <a:t> ANI - </a:t>
            </a:r>
            <a:r>
              <a:rPr lang="en-US" dirty="0">
                <a:solidFill>
                  <a:schemeClr val="dk2"/>
                </a:solidFill>
                <a:latin typeface="Arial"/>
              </a:rPr>
              <a:t>Artificial Narrow Intelligence</a:t>
            </a:r>
            <a:endParaRPr dirty="0"/>
          </a:p>
          <a:p>
            <a:pPr marL="520700" lvl="1" indent="-282572" algn="l" rtl="0">
              <a:lnSpc>
                <a:spcPct val="150000"/>
              </a:lnSpc>
              <a:spcBef>
                <a:spcPts val="400"/>
              </a:spcBef>
              <a:spcAft>
                <a:spcPts val="0"/>
              </a:spcAft>
              <a:buClr>
                <a:schemeClr val="dk1"/>
              </a:buClr>
              <a:buSzPts val="1650"/>
              <a:buChar char="•"/>
            </a:pPr>
            <a:r>
              <a:rPr lang="en-US" sz="1649" dirty="0">
                <a:latin typeface="Arial"/>
              </a:rPr>
              <a:t>Oriented around specific tasks.</a:t>
            </a:r>
            <a:endParaRPr sz="1649" dirty="0"/>
          </a:p>
          <a:p>
            <a:pPr marL="520700" lvl="1" indent="-282572" algn="l" rtl="0">
              <a:lnSpc>
                <a:spcPct val="150000"/>
              </a:lnSpc>
              <a:spcBef>
                <a:spcPts val="400"/>
              </a:spcBef>
              <a:spcAft>
                <a:spcPts val="0"/>
              </a:spcAft>
              <a:buClr>
                <a:schemeClr val="dk1"/>
              </a:buClr>
              <a:buSzPts val="1650"/>
              <a:buChar char="•"/>
            </a:pPr>
            <a:r>
              <a:rPr lang="en-US" sz="1649" dirty="0">
                <a:latin typeface="Arial"/>
              </a:rPr>
              <a:t>Ability of computers to perform specific tasks that humans do with their brains.</a:t>
            </a:r>
            <a:endParaRPr sz="1649" dirty="0"/>
          </a:p>
          <a:p>
            <a:pPr marL="520700" lvl="1" indent="-282572" algn="l" rtl="0">
              <a:lnSpc>
                <a:spcPct val="150000"/>
              </a:lnSpc>
              <a:spcBef>
                <a:spcPts val="400"/>
              </a:spcBef>
              <a:spcAft>
                <a:spcPts val="0"/>
              </a:spcAft>
              <a:buClr>
                <a:schemeClr val="dk1"/>
              </a:buClr>
              <a:buSzPts val="1650"/>
              <a:buChar char="•"/>
            </a:pPr>
            <a:r>
              <a:rPr lang="en-US" sz="1649" dirty="0">
                <a:latin typeface="Arial"/>
              </a:rPr>
              <a:t>E.g., E-mails in the inbox getting sorted into spam and not spam automatically. </a:t>
            </a:r>
            <a:endParaRPr sz="1649" dirty="0"/>
          </a:p>
          <a:p>
            <a:pPr marL="254000" lvl="1" indent="0" algn="l" rtl="0">
              <a:lnSpc>
                <a:spcPct val="150000"/>
              </a:lnSpc>
              <a:spcBef>
                <a:spcPts val="400"/>
              </a:spcBef>
              <a:spcAft>
                <a:spcPts val="0"/>
              </a:spcAft>
              <a:buClr>
                <a:schemeClr val="dk1"/>
              </a:buClr>
              <a:buSzPts val="1800"/>
              <a:buNone/>
            </a:pPr>
            <a:endParaRPr dirty="0"/>
          </a:p>
          <a:p>
            <a:pPr marL="520700" lvl="1" indent="-177800" algn="l" rtl="0">
              <a:lnSpc>
                <a:spcPct val="150000"/>
              </a:lnSpc>
              <a:spcBef>
                <a:spcPts val="400"/>
              </a:spcBef>
              <a:spcAft>
                <a:spcPts val="0"/>
              </a:spcAft>
              <a:buClr>
                <a:schemeClr val="dk1"/>
              </a:buClr>
              <a:buSzPts val="1800"/>
              <a:buNone/>
            </a:pPr>
            <a:endParaRPr dirty="0"/>
          </a:p>
        </p:txBody>
      </p:sp>
      <p:pic>
        <p:nvPicPr>
          <p:cNvPr id="403" name="Google Shape;403;p34">
            <a:extLst>
              <a:ext uri="{C183D7F6-B498-43B3-948B-1728B52AA6E4}">
                <adec:decorative xmlns:adec="http://schemas.microsoft.com/office/drawing/2017/decorative" val="1"/>
              </a:ext>
            </a:extLst>
          </p:cNvPr>
          <p:cNvPicPr preferRelativeResize="0"/>
          <p:nvPr/>
        </p:nvPicPr>
        <p:blipFill rotWithShape="1">
          <a:blip r:embed="rId3">
            <a:alphaModFix/>
          </a:blip>
          <a:srcRect/>
          <a:stretch/>
        </p:blipFill>
        <p:spPr>
          <a:xfrm>
            <a:off x="5495544" y="1740038"/>
            <a:ext cx="3269456" cy="220749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g27159f98687_9_53"/>
          <p:cNvSpPr txBox="1">
            <a:spLocks noGrp="1"/>
          </p:cNvSpPr>
          <p:nvPr>
            <p:ph type="title"/>
          </p:nvPr>
        </p:nvSpPr>
        <p:spPr>
          <a:xfrm>
            <a:off x="323850" y="88702"/>
            <a:ext cx="8605800" cy="8349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accent1"/>
              </a:buClr>
              <a:buSzPts val="2400"/>
              <a:buFont typeface="Play"/>
              <a:buNone/>
            </a:pPr>
            <a:r>
              <a:rPr lang="en-US" sz="2400">
                <a:latin typeface="Arial"/>
                <a:ea typeface="Arial"/>
                <a:cs typeface="Arial"/>
                <a:sym typeface="Arial"/>
              </a:rPr>
              <a:t>Artificial Narrow Intelligence &amp; Artificial General Intelligence</a:t>
            </a:r>
            <a:r>
              <a:rPr lang="en-US" sz="2400">
                <a:solidFill>
                  <a:schemeClr val="accent1"/>
                </a:solidFill>
                <a:latin typeface="Arial"/>
                <a:ea typeface="Play"/>
                <a:cs typeface="Play"/>
                <a:sym typeface="Play"/>
              </a:rPr>
              <a:t> </a:t>
            </a:r>
            <a:endParaRPr/>
          </a:p>
        </p:txBody>
      </p:sp>
      <p:sp>
        <p:nvSpPr>
          <p:cNvPr id="410" name="Google Shape;410;g27159f98687_9_53"/>
          <p:cNvSpPr txBox="1">
            <a:spLocks noGrp="1"/>
          </p:cNvSpPr>
          <p:nvPr>
            <p:ph type="body" idx="1"/>
          </p:nvPr>
        </p:nvSpPr>
        <p:spPr>
          <a:xfrm>
            <a:off x="323850" y="1557952"/>
            <a:ext cx="5068200" cy="3867900"/>
          </a:xfrm>
          <a:prstGeom prst="rect">
            <a:avLst/>
          </a:prstGeom>
          <a:noFill/>
          <a:ln>
            <a:noFill/>
          </a:ln>
        </p:spPr>
        <p:txBody>
          <a:bodyPr spcFirstLastPara="1" wrap="square" lIns="68575" tIns="34275" rIns="68575" bIns="34275" anchor="t" anchorCtr="0">
            <a:normAutofit/>
          </a:bodyPr>
          <a:lstStyle/>
          <a:p>
            <a:pPr marL="0" lvl="0" indent="0" algn="l" rtl="0">
              <a:lnSpc>
                <a:spcPct val="150000"/>
              </a:lnSpc>
              <a:spcBef>
                <a:spcPts val="0"/>
              </a:spcBef>
              <a:spcAft>
                <a:spcPts val="0"/>
              </a:spcAft>
              <a:buClr>
                <a:schemeClr val="dk1"/>
              </a:buClr>
              <a:buSzPts val="1800"/>
              <a:buNone/>
            </a:pPr>
            <a:r>
              <a:rPr lang="en-US" dirty="0">
                <a:latin typeface="Arial"/>
              </a:rPr>
              <a:t>   AGI - </a:t>
            </a:r>
            <a:r>
              <a:rPr lang="en-US" dirty="0">
                <a:solidFill>
                  <a:schemeClr val="dk2"/>
                </a:solidFill>
                <a:latin typeface="Arial"/>
              </a:rPr>
              <a:t>Artificial General Intelligence </a:t>
            </a:r>
            <a:endParaRPr dirty="0"/>
          </a:p>
          <a:p>
            <a:pPr marL="520700" lvl="1" indent="-279400" algn="l" rtl="0">
              <a:lnSpc>
                <a:spcPct val="150000"/>
              </a:lnSpc>
              <a:spcBef>
                <a:spcPts val="400"/>
              </a:spcBef>
              <a:spcAft>
                <a:spcPts val="0"/>
              </a:spcAft>
              <a:buClr>
                <a:schemeClr val="dk1"/>
              </a:buClr>
              <a:buSzPts val="1600"/>
              <a:buChar char="•"/>
            </a:pPr>
            <a:r>
              <a:rPr lang="en-US" sz="1600" dirty="0">
                <a:latin typeface="Arial"/>
              </a:rPr>
              <a:t>Involves cognitive abilities</a:t>
            </a:r>
            <a:endParaRPr sz="1600" dirty="0"/>
          </a:p>
          <a:p>
            <a:pPr marL="520700" lvl="1" indent="-279400" algn="l" rtl="0">
              <a:lnSpc>
                <a:spcPct val="150000"/>
              </a:lnSpc>
              <a:spcBef>
                <a:spcPts val="400"/>
              </a:spcBef>
              <a:spcAft>
                <a:spcPts val="0"/>
              </a:spcAft>
              <a:buClr>
                <a:schemeClr val="dk1"/>
              </a:buClr>
              <a:buSzPts val="1600"/>
              <a:buChar char="•"/>
            </a:pPr>
            <a:r>
              <a:rPr lang="en-US" sz="1600" dirty="0">
                <a:latin typeface="Arial"/>
              </a:rPr>
              <a:t>Machines that can successfully perform any task that a human might do.</a:t>
            </a:r>
            <a:endParaRPr sz="1600" dirty="0"/>
          </a:p>
          <a:p>
            <a:pPr marL="520700" lvl="1" indent="-279400" algn="l" rtl="0">
              <a:lnSpc>
                <a:spcPct val="150000"/>
              </a:lnSpc>
              <a:spcBef>
                <a:spcPts val="400"/>
              </a:spcBef>
              <a:spcAft>
                <a:spcPts val="0"/>
              </a:spcAft>
              <a:buClr>
                <a:schemeClr val="dk1"/>
              </a:buClr>
              <a:buSzPts val="1600"/>
              <a:buChar char="•"/>
            </a:pPr>
            <a:r>
              <a:rPr lang="en-US" sz="1600" dirty="0">
                <a:latin typeface="Arial"/>
              </a:rPr>
              <a:t>E.g., Iron Man’s smart assistant Jarvis. Real examples of AGI remain out of reach as of now. </a:t>
            </a:r>
            <a:endParaRPr sz="1600" dirty="0"/>
          </a:p>
          <a:p>
            <a:pPr marL="254000" lvl="1" indent="0" algn="l" rtl="0">
              <a:lnSpc>
                <a:spcPct val="150000"/>
              </a:lnSpc>
              <a:spcBef>
                <a:spcPts val="400"/>
              </a:spcBef>
              <a:spcAft>
                <a:spcPts val="0"/>
              </a:spcAft>
              <a:buClr>
                <a:schemeClr val="dk1"/>
              </a:buClr>
              <a:buSzPts val="1800"/>
              <a:buNone/>
            </a:pPr>
            <a:endParaRPr dirty="0"/>
          </a:p>
          <a:p>
            <a:pPr marL="520700" lvl="1" indent="-177800" algn="l" rtl="0">
              <a:lnSpc>
                <a:spcPct val="150000"/>
              </a:lnSpc>
              <a:spcBef>
                <a:spcPts val="400"/>
              </a:spcBef>
              <a:spcAft>
                <a:spcPts val="0"/>
              </a:spcAft>
              <a:buClr>
                <a:schemeClr val="dk1"/>
              </a:buClr>
              <a:buSzPts val="1800"/>
              <a:buNone/>
            </a:pPr>
            <a:endParaRPr dirty="0"/>
          </a:p>
        </p:txBody>
      </p:sp>
      <p:pic>
        <p:nvPicPr>
          <p:cNvPr id="412" name="Google Shape;412;g27159f98687_9_53">
            <a:extLst>
              <a:ext uri="{C183D7F6-B498-43B3-948B-1728B52AA6E4}">
                <adec:decorative xmlns:adec="http://schemas.microsoft.com/office/drawing/2017/decorative" val="1"/>
              </a:ext>
            </a:extLst>
          </p:cNvPr>
          <p:cNvPicPr preferRelativeResize="0"/>
          <p:nvPr/>
        </p:nvPicPr>
        <p:blipFill rotWithShape="1">
          <a:blip r:embed="rId3">
            <a:alphaModFix/>
          </a:blip>
          <a:srcRect/>
          <a:stretch/>
        </p:blipFill>
        <p:spPr>
          <a:xfrm>
            <a:off x="5495544" y="1740038"/>
            <a:ext cx="3269456" cy="220749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36"/>
          <p:cNvSpPr txBox="1">
            <a:spLocks noGrp="1"/>
          </p:cNvSpPr>
          <p:nvPr>
            <p:ph type="title"/>
          </p:nvPr>
        </p:nvSpPr>
        <p:spPr>
          <a:xfrm>
            <a:off x="323850" y="88702"/>
            <a:ext cx="7886700" cy="8349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accent1"/>
              </a:buClr>
              <a:buSzPts val="2700"/>
              <a:buFont typeface="Play"/>
              <a:buNone/>
            </a:pPr>
            <a:r>
              <a:rPr lang="en-US" sz="2400">
                <a:latin typeface="Arial"/>
                <a:ea typeface="Arial"/>
                <a:cs typeface="Arial"/>
                <a:sym typeface="Arial"/>
              </a:rPr>
              <a:t>How AI differs from not AI?</a:t>
            </a:r>
            <a:endParaRPr sz="2400">
              <a:latin typeface="Arial"/>
              <a:ea typeface="Arial"/>
              <a:cs typeface="Arial"/>
              <a:sym typeface="Arial"/>
            </a:endParaRPr>
          </a:p>
        </p:txBody>
      </p:sp>
      <p:sp>
        <p:nvSpPr>
          <p:cNvPr id="430" name="Google Shape;430;p36"/>
          <p:cNvSpPr txBox="1">
            <a:spLocks noGrp="1"/>
          </p:cNvSpPr>
          <p:nvPr>
            <p:ph type="body" idx="1"/>
          </p:nvPr>
        </p:nvSpPr>
        <p:spPr>
          <a:xfrm>
            <a:off x="323850" y="1554166"/>
            <a:ext cx="4986000" cy="3867900"/>
          </a:xfrm>
          <a:prstGeom prst="rect">
            <a:avLst/>
          </a:prstGeom>
          <a:noFill/>
          <a:ln>
            <a:noFill/>
          </a:ln>
        </p:spPr>
        <p:txBody>
          <a:bodyPr spcFirstLastPara="1" wrap="square" lIns="68575" tIns="34275" rIns="68575" bIns="34275" anchor="t" anchorCtr="0">
            <a:normAutofit/>
          </a:bodyPr>
          <a:lstStyle/>
          <a:p>
            <a:pPr marL="254000" lvl="0" indent="-254000" algn="l" rtl="0">
              <a:lnSpc>
                <a:spcPct val="100000"/>
              </a:lnSpc>
              <a:spcBef>
                <a:spcPts val="0"/>
              </a:spcBef>
              <a:spcAft>
                <a:spcPts val="0"/>
              </a:spcAft>
              <a:buClr>
                <a:schemeClr val="dk2"/>
              </a:buClr>
              <a:buSzPts val="1800"/>
              <a:buFont typeface="Arial"/>
              <a:buChar char="•"/>
            </a:pPr>
            <a:r>
              <a:rPr lang="en-US" dirty="0">
                <a:solidFill>
                  <a:schemeClr val="dk2"/>
                </a:solidFill>
                <a:latin typeface="Arial"/>
              </a:rPr>
              <a:t>Machine Independence </a:t>
            </a:r>
            <a:r>
              <a:rPr lang="en-US" dirty="0">
                <a:latin typeface="Arial"/>
              </a:rPr>
              <a:t>can be considered as </a:t>
            </a:r>
            <a:r>
              <a:rPr lang="en-US" dirty="0">
                <a:solidFill>
                  <a:schemeClr val="dk2"/>
                </a:solidFill>
                <a:latin typeface="Arial"/>
              </a:rPr>
              <a:t>Critical differentiator </a:t>
            </a:r>
            <a:r>
              <a:rPr lang="en-US" dirty="0">
                <a:latin typeface="Arial"/>
              </a:rPr>
              <a:t>between AI and not-AI. </a:t>
            </a:r>
            <a:endParaRPr dirty="0"/>
          </a:p>
          <a:p>
            <a:pPr marL="254000" lvl="0" indent="-254000" algn="l" rtl="0">
              <a:lnSpc>
                <a:spcPct val="100000"/>
              </a:lnSpc>
              <a:spcBef>
                <a:spcPts val="800"/>
              </a:spcBef>
              <a:spcAft>
                <a:spcPts val="0"/>
              </a:spcAft>
              <a:buClr>
                <a:schemeClr val="dk1"/>
              </a:buClr>
              <a:buSzPts val="1800"/>
              <a:buFont typeface="Arial"/>
              <a:buChar char="•"/>
            </a:pPr>
            <a:r>
              <a:rPr lang="en-US" dirty="0">
                <a:latin typeface="Arial"/>
              </a:rPr>
              <a:t>Independent Machines are equipped with cognitive abilities and can solve problems independently.</a:t>
            </a:r>
            <a:endParaRPr dirty="0"/>
          </a:p>
          <a:p>
            <a:pPr marL="254000" lvl="0" indent="-254000" algn="l" rtl="0">
              <a:lnSpc>
                <a:spcPct val="100000"/>
              </a:lnSpc>
              <a:spcBef>
                <a:spcPts val="800"/>
              </a:spcBef>
              <a:spcAft>
                <a:spcPts val="0"/>
              </a:spcAft>
              <a:buClr>
                <a:schemeClr val="dk2"/>
              </a:buClr>
              <a:buSzPts val="1800"/>
              <a:buFont typeface="Arial"/>
              <a:buChar char="•"/>
            </a:pPr>
            <a:r>
              <a:rPr lang="en-US" dirty="0">
                <a:solidFill>
                  <a:schemeClr val="dk2"/>
                </a:solidFill>
                <a:latin typeface="Arial"/>
              </a:rPr>
              <a:t>Cognitive abilities </a:t>
            </a:r>
            <a:r>
              <a:rPr lang="en-US" dirty="0">
                <a:latin typeface="Arial"/>
              </a:rPr>
              <a:t>enables machine to learn, train, and solve problems independently. </a:t>
            </a:r>
            <a:endParaRPr dirty="0"/>
          </a:p>
        </p:txBody>
      </p:sp>
      <p:pic>
        <p:nvPicPr>
          <p:cNvPr id="432" name="Google Shape;432;p36">
            <a:extLst>
              <a:ext uri="{C183D7F6-B498-43B3-948B-1728B52AA6E4}">
                <adec:decorative xmlns:adec="http://schemas.microsoft.com/office/drawing/2017/decorative" val="1"/>
              </a:ext>
            </a:extLst>
          </p:cNvPr>
          <p:cNvPicPr preferRelativeResize="0"/>
          <p:nvPr/>
        </p:nvPicPr>
        <p:blipFill rotWithShape="1">
          <a:blip r:embed="rId3">
            <a:alphaModFix/>
          </a:blip>
          <a:srcRect/>
          <a:stretch/>
        </p:blipFill>
        <p:spPr>
          <a:xfrm>
            <a:off x="5495544" y="1554166"/>
            <a:ext cx="3231444" cy="262983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55"/>
          <p:cNvSpPr txBox="1">
            <a:spLocks noGrp="1"/>
          </p:cNvSpPr>
          <p:nvPr>
            <p:ph type="title"/>
          </p:nvPr>
        </p:nvSpPr>
        <p:spPr>
          <a:xfrm>
            <a:off x="323850" y="88702"/>
            <a:ext cx="7886700" cy="8349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accent1"/>
              </a:buClr>
              <a:buSzPts val="2700"/>
              <a:buFont typeface="Play"/>
              <a:buNone/>
            </a:pPr>
            <a:r>
              <a:rPr lang="en-US" sz="2400">
                <a:latin typeface="Arial"/>
                <a:ea typeface="Arial"/>
                <a:cs typeface="Arial"/>
                <a:sym typeface="Arial"/>
              </a:rPr>
              <a:t>What is Automation?</a:t>
            </a:r>
            <a:endParaRPr sz="2400">
              <a:latin typeface="Arial"/>
              <a:ea typeface="Arial"/>
              <a:cs typeface="Arial"/>
              <a:sym typeface="Arial"/>
            </a:endParaRPr>
          </a:p>
        </p:txBody>
      </p:sp>
      <p:sp>
        <p:nvSpPr>
          <p:cNvPr id="615" name="Google Shape;615;p55"/>
          <p:cNvSpPr txBox="1">
            <a:spLocks noGrp="1"/>
          </p:cNvSpPr>
          <p:nvPr>
            <p:ph type="body" idx="1"/>
          </p:nvPr>
        </p:nvSpPr>
        <p:spPr>
          <a:xfrm>
            <a:off x="436245" y="1275587"/>
            <a:ext cx="8271600" cy="3867900"/>
          </a:xfrm>
          <a:prstGeom prst="rect">
            <a:avLst/>
          </a:prstGeom>
          <a:noFill/>
          <a:ln>
            <a:noFill/>
          </a:ln>
        </p:spPr>
        <p:txBody>
          <a:bodyPr spcFirstLastPara="1" wrap="square" lIns="68575" tIns="34275" rIns="68575" bIns="34275" anchor="t" anchorCtr="0">
            <a:normAutofit/>
          </a:bodyPr>
          <a:lstStyle/>
          <a:p>
            <a:pPr marL="177800" lvl="0" indent="-152400" algn="l" rtl="0">
              <a:lnSpc>
                <a:spcPct val="150000"/>
              </a:lnSpc>
              <a:spcBef>
                <a:spcPts val="0"/>
              </a:spcBef>
              <a:spcAft>
                <a:spcPts val="0"/>
              </a:spcAft>
              <a:buClr>
                <a:srgbClr val="525252"/>
              </a:buClr>
              <a:buSzPts val="1800"/>
              <a:buChar char="•"/>
            </a:pPr>
            <a:r>
              <a:rPr lang="en-US">
                <a:solidFill>
                  <a:srgbClr val="525252"/>
                </a:solidFill>
                <a:latin typeface="Arial"/>
              </a:rPr>
              <a:t>Automation, basically means designing a software or hardware which is capable of automatically doing things without any form of human intervention.</a:t>
            </a:r>
            <a:endParaRPr/>
          </a:p>
          <a:p>
            <a:pPr marL="177800" lvl="0" indent="-152400" algn="l" rtl="0">
              <a:lnSpc>
                <a:spcPct val="150000"/>
              </a:lnSpc>
              <a:spcBef>
                <a:spcPts val="800"/>
              </a:spcBef>
              <a:spcAft>
                <a:spcPts val="0"/>
              </a:spcAft>
              <a:buClr>
                <a:srgbClr val="525252"/>
              </a:buClr>
              <a:buSzPts val="1800"/>
              <a:buChar char="•"/>
            </a:pPr>
            <a:r>
              <a:rPr lang="en-US">
                <a:solidFill>
                  <a:srgbClr val="525252"/>
                </a:solidFill>
                <a:latin typeface="Arial"/>
              </a:rPr>
              <a:t>Automation has introduced a system of computer and machines and replaced a system that was built by combining man and machine.</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57"/>
          <p:cNvSpPr txBox="1">
            <a:spLocks noGrp="1"/>
          </p:cNvSpPr>
          <p:nvPr>
            <p:ph type="title"/>
          </p:nvPr>
        </p:nvSpPr>
        <p:spPr>
          <a:xfrm>
            <a:off x="285750" y="166271"/>
            <a:ext cx="8229600" cy="9000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accent1"/>
              </a:buClr>
              <a:buSzPts val="2700"/>
              <a:buFont typeface="Play"/>
              <a:buNone/>
            </a:pPr>
            <a:r>
              <a:rPr lang="en-US">
                <a:latin typeface="Arial"/>
              </a:rPr>
              <a:t>How Automation differs from AI?</a:t>
            </a:r>
            <a:endParaRPr/>
          </a:p>
        </p:txBody>
      </p:sp>
      <p:sp>
        <p:nvSpPr>
          <p:cNvPr id="629" name="Google Shape;629;p57"/>
          <p:cNvSpPr txBox="1">
            <a:spLocks noGrp="1"/>
          </p:cNvSpPr>
          <p:nvPr>
            <p:ph type="body" idx="2"/>
          </p:nvPr>
        </p:nvSpPr>
        <p:spPr>
          <a:xfrm>
            <a:off x="285749" y="1579260"/>
            <a:ext cx="6069300" cy="3071700"/>
          </a:xfrm>
          <a:prstGeom prst="rect">
            <a:avLst/>
          </a:prstGeom>
          <a:noFill/>
          <a:ln>
            <a:noFill/>
          </a:ln>
        </p:spPr>
        <p:txBody>
          <a:bodyPr spcFirstLastPara="1" wrap="square" lIns="68575" tIns="34275" rIns="68575" bIns="34275" anchor="t" anchorCtr="0">
            <a:normAutofit/>
          </a:bodyPr>
          <a:lstStyle/>
          <a:p>
            <a:pPr marL="177800" lvl="0" indent="-38100" algn="l" rtl="0">
              <a:lnSpc>
                <a:spcPct val="90000"/>
              </a:lnSpc>
              <a:spcBef>
                <a:spcPts val="0"/>
              </a:spcBef>
              <a:spcAft>
                <a:spcPts val="0"/>
              </a:spcAft>
              <a:buClr>
                <a:schemeClr val="dk1"/>
              </a:buClr>
              <a:buSzPts val="2100"/>
              <a:buNone/>
            </a:pPr>
            <a:endParaRPr/>
          </a:p>
          <a:p>
            <a:pPr marL="177800" lvl="0" indent="-38100" algn="l" rtl="0">
              <a:lnSpc>
                <a:spcPct val="90000"/>
              </a:lnSpc>
              <a:spcBef>
                <a:spcPts val="800"/>
              </a:spcBef>
              <a:spcAft>
                <a:spcPts val="0"/>
              </a:spcAft>
              <a:buClr>
                <a:schemeClr val="dk1"/>
              </a:buClr>
              <a:buSzPts val="2100"/>
              <a:buNone/>
            </a:pPr>
            <a:endParaRPr/>
          </a:p>
          <a:p>
            <a:pPr marL="177800" lvl="0" indent="-38100" algn="l" rtl="0">
              <a:lnSpc>
                <a:spcPct val="90000"/>
              </a:lnSpc>
              <a:spcBef>
                <a:spcPts val="800"/>
              </a:spcBef>
              <a:spcAft>
                <a:spcPts val="0"/>
              </a:spcAft>
              <a:buClr>
                <a:schemeClr val="dk1"/>
              </a:buClr>
              <a:buSzPts val="2100"/>
              <a:buNone/>
            </a:pPr>
            <a:endParaRPr/>
          </a:p>
          <a:p>
            <a:pPr marL="177800" lvl="0" indent="-38100" algn="l" rtl="0">
              <a:lnSpc>
                <a:spcPct val="90000"/>
              </a:lnSpc>
              <a:spcBef>
                <a:spcPts val="800"/>
              </a:spcBef>
              <a:spcAft>
                <a:spcPts val="0"/>
              </a:spcAft>
              <a:buClr>
                <a:schemeClr val="dk1"/>
              </a:buClr>
              <a:buSzPts val="2100"/>
              <a:buNone/>
            </a:pPr>
            <a:endParaRPr/>
          </a:p>
          <a:p>
            <a:pPr marL="520700" lvl="1" indent="-63500" algn="l" rtl="0">
              <a:lnSpc>
                <a:spcPct val="90000"/>
              </a:lnSpc>
              <a:spcBef>
                <a:spcPts val="400"/>
              </a:spcBef>
              <a:spcAft>
                <a:spcPts val="0"/>
              </a:spcAft>
              <a:buClr>
                <a:schemeClr val="dk1"/>
              </a:buClr>
              <a:buSzPts val="1800"/>
              <a:buNone/>
            </a:pPr>
            <a:endParaRPr/>
          </a:p>
          <a:p>
            <a:pPr marL="177800" lvl="0" indent="-38100" algn="l" rtl="0">
              <a:lnSpc>
                <a:spcPct val="90000"/>
              </a:lnSpc>
              <a:spcBef>
                <a:spcPts val="800"/>
              </a:spcBef>
              <a:spcAft>
                <a:spcPts val="0"/>
              </a:spcAft>
              <a:buClr>
                <a:schemeClr val="dk1"/>
              </a:buClr>
              <a:buSzPts val="2100"/>
              <a:buNone/>
            </a:pPr>
            <a:endParaRPr/>
          </a:p>
        </p:txBody>
      </p:sp>
      <p:graphicFrame>
        <p:nvGraphicFramePr>
          <p:cNvPr id="630" name="Google Shape;630;p57" descr="sample of table"/>
          <p:cNvGraphicFramePr/>
          <p:nvPr/>
        </p:nvGraphicFramePr>
        <p:xfrm>
          <a:off x="100461" y="1066137"/>
          <a:ext cx="8943100" cy="3534680"/>
        </p:xfrm>
        <a:graphic>
          <a:graphicData uri="http://schemas.openxmlformats.org/drawingml/2006/table">
            <a:tbl>
              <a:tblPr firstRow="1" bandRow="1">
                <a:noFill/>
                <a:tableStyleId>{0267AE0A-4D0D-474D-AC36-0ED8DEEAC117}</a:tableStyleId>
              </a:tblPr>
              <a:tblGrid>
                <a:gridCol w="2981000">
                  <a:extLst>
                    <a:ext uri="{9D8B030D-6E8A-4147-A177-3AD203B41FA5}">
                      <a16:colId xmlns:a16="http://schemas.microsoft.com/office/drawing/2014/main" val="20000"/>
                    </a:ext>
                  </a:extLst>
                </a:gridCol>
                <a:gridCol w="2981000">
                  <a:extLst>
                    <a:ext uri="{9D8B030D-6E8A-4147-A177-3AD203B41FA5}">
                      <a16:colId xmlns:a16="http://schemas.microsoft.com/office/drawing/2014/main" val="20001"/>
                    </a:ext>
                  </a:extLst>
                </a:gridCol>
                <a:gridCol w="2981100">
                  <a:extLst>
                    <a:ext uri="{9D8B030D-6E8A-4147-A177-3AD203B41FA5}">
                      <a16:colId xmlns:a16="http://schemas.microsoft.com/office/drawing/2014/main" val="20002"/>
                    </a:ext>
                  </a:extLst>
                </a:gridCol>
              </a:tblGrid>
              <a:tr h="665100">
                <a:tc>
                  <a:txBody>
                    <a:bodyPr/>
                    <a:lstStyle/>
                    <a:p>
                      <a:pPr marL="0" marR="0" lvl="0" indent="0" algn="ctr" rtl="0">
                        <a:lnSpc>
                          <a:spcPct val="100000"/>
                        </a:lnSpc>
                        <a:spcBef>
                          <a:spcPts val="0"/>
                        </a:spcBef>
                        <a:spcAft>
                          <a:spcPts val="0"/>
                        </a:spcAft>
                        <a:buClr>
                          <a:srgbClr val="000000"/>
                        </a:buClr>
                        <a:buSzPts val="1400"/>
                        <a:buFont typeface="Arial"/>
                        <a:buNone/>
                      </a:pPr>
                      <a:endParaRPr sz="1400" b="0" u="none" strike="noStrike" cap="none">
                        <a:latin typeface="Arial"/>
                        <a:ea typeface="Arial"/>
                        <a:cs typeface="Arial"/>
                        <a:sym typeface="Arial"/>
                      </a:endParaRPr>
                    </a:p>
                  </a:txBody>
                  <a:tcPr marL="68600" marR="68600" marT="34300" marB="34300"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0" u="none" strike="noStrike" cap="none">
                          <a:latin typeface="Arial"/>
                          <a:ea typeface="Arial"/>
                          <a:cs typeface="Arial"/>
                          <a:sym typeface="Arial"/>
                        </a:rPr>
                        <a:t>Automation</a:t>
                      </a:r>
                      <a:endParaRPr sz="1400" b="0" u="none" strike="noStrike" cap="none">
                        <a:latin typeface="Arial"/>
                        <a:ea typeface="Arial"/>
                        <a:cs typeface="Arial"/>
                        <a:sym typeface="Arial"/>
                      </a:endParaRPr>
                    </a:p>
                  </a:txBody>
                  <a:tcPr marL="68600" marR="68600" marT="34300" marB="34300"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0" u="none" strike="noStrike" cap="none">
                          <a:latin typeface="Arial"/>
                          <a:ea typeface="Arial"/>
                          <a:cs typeface="Arial"/>
                          <a:sym typeface="Arial"/>
                        </a:rPr>
                        <a:t>AI</a:t>
                      </a:r>
                      <a:endParaRPr sz="1100" u="none" strike="noStrike" cap="none"/>
                    </a:p>
                  </a:txBody>
                  <a:tcPr marL="68600" marR="68600" marT="34300" marB="34300" anchor="ctr"/>
                </a:tc>
                <a:extLst>
                  <a:ext uri="{0D108BD9-81ED-4DB2-BD59-A6C34878D82A}">
                    <a16:rowId xmlns:a16="http://schemas.microsoft.com/office/drawing/2014/main" val="10000"/>
                  </a:ext>
                </a:extLst>
              </a:tr>
              <a:tr h="10255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Arial"/>
                          <a:ea typeface="Arial"/>
                          <a:cs typeface="Arial"/>
                          <a:sym typeface="Arial"/>
                        </a:rPr>
                        <a:t>Definition</a:t>
                      </a:r>
                      <a:endParaRPr sz="1100" u="none" strike="noStrike" cap="none"/>
                    </a:p>
                  </a:txBody>
                  <a:tcPr marL="68600" marR="68600" marT="34300" marB="34300"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latin typeface="Arial"/>
                          <a:ea typeface="Arial"/>
                          <a:cs typeface="Arial"/>
                          <a:sym typeface="Arial"/>
                        </a:rPr>
                        <a:t>Designing a software or hardware capable of automatically doing things without any form of human intervention</a:t>
                      </a:r>
                      <a:endParaRPr sz="1100" u="none" strike="noStrike" cap="none"/>
                    </a:p>
                  </a:txBody>
                  <a:tcPr marL="68600" marR="68600" marT="34300" marB="34300"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latin typeface="Arial"/>
                          <a:ea typeface="Arial"/>
                          <a:cs typeface="Arial"/>
                          <a:sym typeface="Arial"/>
                        </a:rPr>
                        <a:t>A science as well as engineering which is involved in making machines which are intelligent</a:t>
                      </a:r>
                      <a:endParaRPr sz="1100" u="none" strike="noStrike" cap="none"/>
                    </a:p>
                  </a:txBody>
                  <a:tcPr marL="68600" marR="68600" marT="34300" marB="34300" anchor="ctr"/>
                </a:tc>
                <a:extLst>
                  <a:ext uri="{0D108BD9-81ED-4DB2-BD59-A6C34878D82A}">
                    <a16:rowId xmlns:a16="http://schemas.microsoft.com/office/drawing/2014/main" val="10001"/>
                  </a:ext>
                </a:extLst>
              </a:tr>
              <a:tr h="6651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Arial"/>
                          <a:ea typeface="Arial"/>
                          <a:cs typeface="Arial"/>
                          <a:sym typeface="Arial"/>
                        </a:rPr>
                        <a:t>Data</a:t>
                      </a:r>
                      <a:endParaRPr sz="1100" u="none" strike="noStrike" cap="none"/>
                    </a:p>
                  </a:txBody>
                  <a:tcPr marL="68600" marR="68600" marT="34300" marB="34300"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latin typeface="Arial"/>
                          <a:ea typeface="Arial"/>
                          <a:cs typeface="Arial"/>
                          <a:sym typeface="Arial"/>
                        </a:rPr>
                        <a:t>All the types of automation which  are bound using explicit programming and rules. </a:t>
                      </a:r>
                      <a:endParaRPr sz="1100" u="none" strike="noStrike" cap="none"/>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latin typeface="Arial"/>
                          <a:ea typeface="Arial"/>
                          <a:cs typeface="Arial"/>
                          <a:sym typeface="Arial"/>
                        </a:rPr>
                        <a:t>No usage of Data.</a:t>
                      </a:r>
                      <a:endParaRPr sz="1100" u="none" strike="noStrike" cap="none"/>
                    </a:p>
                  </a:txBody>
                  <a:tcPr marL="68600" marR="68600" marT="34300" marB="34300"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latin typeface="Arial"/>
                          <a:ea typeface="Arial"/>
                          <a:cs typeface="Arial"/>
                          <a:sym typeface="Arial"/>
                        </a:rPr>
                        <a:t>Involves huge quantities of data. </a:t>
                      </a:r>
                      <a:endParaRPr sz="1100" u="none" strike="noStrike" cap="none"/>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latin typeface="Arial"/>
                          <a:ea typeface="Arial"/>
                          <a:cs typeface="Arial"/>
                          <a:sym typeface="Arial"/>
                        </a:rPr>
                        <a:t>Uses neural networks, graphs and deep machine learning</a:t>
                      </a:r>
                      <a:endParaRPr sz="1100" u="none" strike="noStrike" cap="none"/>
                    </a:p>
                  </a:txBody>
                  <a:tcPr marL="68600" marR="68600" marT="34300" marB="34300" anchor="ctr"/>
                </a:tc>
                <a:extLst>
                  <a:ext uri="{0D108BD9-81ED-4DB2-BD59-A6C34878D82A}">
                    <a16:rowId xmlns:a16="http://schemas.microsoft.com/office/drawing/2014/main" val="10002"/>
                  </a:ext>
                </a:extLst>
              </a:tr>
              <a:tr h="6651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292929"/>
                          </a:solidFill>
                          <a:latin typeface="Arial"/>
                          <a:ea typeface="Arial"/>
                          <a:cs typeface="Arial"/>
                          <a:sym typeface="Arial"/>
                        </a:rPr>
                        <a:t>Purpose</a:t>
                      </a:r>
                      <a:endParaRPr sz="1100" u="none" strike="noStrike" cap="none"/>
                    </a:p>
                  </a:txBody>
                  <a:tcPr marL="68600" marR="68600" marT="34300" marB="34300" anchor="ctr">
                    <a:solidFill>
                      <a:srgbClr val="F2F2F2"/>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292929"/>
                          </a:solidFill>
                          <a:latin typeface="Arial"/>
                          <a:ea typeface="Arial"/>
                          <a:cs typeface="Arial"/>
                          <a:sym typeface="Arial"/>
                        </a:rPr>
                        <a:t>Automation can execute repetitive tasks, frees up valuable time.</a:t>
                      </a:r>
                      <a:endParaRPr sz="1100" u="none" strike="noStrike" cap="none"/>
                    </a:p>
                  </a:txBody>
                  <a:tcPr marL="68600" marR="68600" marT="34300" marB="34300" anchor="ctr">
                    <a:solidFill>
                      <a:srgbClr val="F2F2F2"/>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292929"/>
                          </a:solidFill>
                          <a:latin typeface="Arial"/>
                          <a:ea typeface="Arial"/>
                          <a:cs typeface="Arial"/>
                          <a:sym typeface="Arial"/>
                        </a:rPr>
                        <a:t>Designed to seek patterns and learn from experience so that it can self-select the appropriate responses according to situations. </a:t>
                      </a:r>
                      <a:endParaRPr sz="1100" u="none" strike="noStrike" cap="none"/>
                    </a:p>
                  </a:txBody>
                  <a:tcPr marL="68600" marR="68600" marT="34300" marB="34300" anchor="ctr">
                    <a:solidFill>
                      <a:srgbClr val="F2F2F2"/>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60"/>
          <p:cNvSpPr txBox="1">
            <a:spLocks noGrp="1"/>
          </p:cNvSpPr>
          <p:nvPr>
            <p:ph type="title"/>
          </p:nvPr>
        </p:nvSpPr>
        <p:spPr>
          <a:xfrm>
            <a:off x="285750" y="166271"/>
            <a:ext cx="8229600" cy="9000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2"/>
              </a:buClr>
              <a:buSzPts val="2700"/>
              <a:buFont typeface="Play"/>
              <a:buNone/>
            </a:pPr>
            <a:r>
              <a:rPr lang="en-US">
                <a:solidFill>
                  <a:schemeClr val="dk2"/>
                </a:solidFill>
                <a:latin typeface="Arial"/>
              </a:rPr>
              <a:t>AI Applications and its Drivers</a:t>
            </a:r>
            <a:endParaRPr>
              <a:solidFill>
                <a:schemeClr val="dk2"/>
              </a:solidFill>
            </a:endParaRPr>
          </a:p>
        </p:txBody>
      </p:sp>
      <p:sp>
        <p:nvSpPr>
          <p:cNvPr id="650" name="Google Shape;650;p60"/>
          <p:cNvSpPr txBox="1">
            <a:spLocks noGrp="1"/>
          </p:cNvSpPr>
          <p:nvPr>
            <p:ph type="body" idx="2"/>
          </p:nvPr>
        </p:nvSpPr>
        <p:spPr>
          <a:xfrm>
            <a:off x="456112" y="1606206"/>
            <a:ext cx="4371300" cy="3854700"/>
          </a:xfrm>
          <a:prstGeom prst="rect">
            <a:avLst/>
          </a:prstGeom>
          <a:noFill/>
          <a:ln>
            <a:noFill/>
          </a:ln>
        </p:spPr>
        <p:txBody>
          <a:bodyPr spcFirstLastPara="1" wrap="square" lIns="68575" tIns="34275" rIns="68575" bIns="34275" anchor="t" anchorCtr="0">
            <a:normAutofit/>
          </a:bodyPr>
          <a:lstStyle/>
          <a:p>
            <a:pPr marL="177800" lvl="0" indent="-152400" algn="l" rtl="0">
              <a:lnSpc>
                <a:spcPct val="115000"/>
              </a:lnSpc>
              <a:spcBef>
                <a:spcPts val="0"/>
              </a:spcBef>
              <a:spcAft>
                <a:spcPts val="0"/>
              </a:spcAft>
              <a:buClr>
                <a:schemeClr val="dk1"/>
              </a:buClr>
              <a:buSzPts val="1800"/>
              <a:buChar char="•"/>
            </a:pPr>
            <a:r>
              <a:rPr lang="en-US" sz="1800" dirty="0">
                <a:latin typeface="Arial"/>
              </a:rPr>
              <a:t>AI Applications</a:t>
            </a:r>
            <a:endParaRPr sz="1800" dirty="0"/>
          </a:p>
          <a:p>
            <a:pPr marL="177800" lvl="0" indent="-152400" algn="l" rtl="0">
              <a:lnSpc>
                <a:spcPct val="115000"/>
              </a:lnSpc>
              <a:spcBef>
                <a:spcPts val="800"/>
              </a:spcBef>
              <a:spcAft>
                <a:spcPts val="0"/>
              </a:spcAft>
              <a:buClr>
                <a:schemeClr val="dk1"/>
              </a:buClr>
              <a:buSzPts val="1800"/>
              <a:buChar char="•"/>
            </a:pPr>
            <a:r>
              <a:rPr lang="en-US" sz="1800" dirty="0">
                <a:latin typeface="Arial"/>
              </a:rPr>
              <a:t>Driving Force behind AI</a:t>
            </a:r>
            <a:endParaRPr sz="1800" dirty="0"/>
          </a:p>
          <a:p>
            <a:pPr marL="177800" lvl="0" indent="-152400" algn="l" rtl="0">
              <a:lnSpc>
                <a:spcPct val="115000"/>
              </a:lnSpc>
              <a:spcBef>
                <a:spcPts val="800"/>
              </a:spcBef>
              <a:spcAft>
                <a:spcPts val="0"/>
              </a:spcAft>
              <a:buClr>
                <a:schemeClr val="dk1"/>
              </a:buClr>
              <a:buSzPts val="1800"/>
              <a:buChar char="•"/>
            </a:pPr>
            <a:r>
              <a:rPr lang="en-US" sz="1800" dirty="0">
                <a:latin typeface="Arial"/>
              </a:rPr>
              <a:t>Future of AI </a:t>
            </a:r>
            <a:endParaRPr sz="1800" dirty="0"/>
          </a:p>
        </p:txBody>
      </p:sp>
      <p:pic>
        <p:nvPicPr>
          <p:cNvPr id="651" name="Google Shape;651;p60">
            <a:extLst>
              <a:ext uri="{C183D7F6-B498-43B3-948B-1728B52AA6E4}">
                <adec:decorative xmlns:adec="http://schemas.microsoft.com/office/drawing/2017/decorative" val="1"/>
              </a:ext>
            </a:extLst>
          </p:cNvPr>
          <p:cNvPicPr preferRelativeResize="0"/>
          <p:nvPr/>
        </p:nvPicPr>
        <p:blipFill rotWithShape="1">
          <a:blip r:embed="rId3">
            <a:alphaModFix/>
          </a:blip>
          <a:srcRect/>
          <a:stretch/>
        </p:blipFill>
        <p:spPr>
          <a:xfrm>
            <a:off x="5047757" y="1519361"/>
            <a:ext cx="3962994" cy="26421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61"/>
          <p:cNvSpPr txBox="1">
            <a:spLocks noGrp="1"/>
          </p:cNvSpPr>
          <p:nvPr>
            <p:ph type="title"/>
          </p:nvPr>
        </p:nvSpPr>
        <p:spPr>
          <a:xfrm>
            <a:off x="323850" y="88702"/>
            <a:ext cx="7886700" cy="8349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accent1"/>
              </a:buClr>
              <a:buSzPts val="2700"/>
              <a:buFont typeface="Play"/>
              <a:buNone/>
            </a:pPr>
            <a:r>
              <a:rPr lang="en-US" sz="2400">
                <a:latin typeface="Arial"/>
                <a:ea typeface="Arial"/>
                <a:cs typeface="Arial"/>
                <a:sym typeface="Arial"/>
              </a:rPr>
              <a:t>AI Applications</a:t>
            </a:r>
            <a:endParaRPr sz="2400">
              <a:latin typeface="Arial"/>
              <a:ea typeface="Arial"/>
              <a:cs typeface="Arial"/>
              <a:sym typeface="Arial"/>
            </a:endParaRPr>
          </a:p>
        </p:txBody>
      </p:sp>
      <p:sp>
        <p:nvSpPr>
          <p:cNvPr id="658" name="Google Shape;658;p61"/>
          <p:cNvSpPr txBox="1">
            <a:spLocks noGrp="1"/>
          </p:cNvSpPr>
          <p:nvPr>
            <p:ph type="body" idx="1"/>
          </p:nvPr>
        </p:nvSpPr>
        <p:spPr>
          <a:xfrm>
            <a:off x="708661" y="1084044"/>
            <a:ext cx="6940800" cy="3694200"/>
          </a:xfrm>
          <a:prstGeom prst="rect">
            <a:avLst/>
          </a:prstGeom>
          <a:noFill/>
          <a:ln>
            <a:noFill/>
          </a:ln>
        </p:spPr>
        <p:txBody>
          <a:bodyPr spcFirstLastPara="1" wrap="square" lIns="68575" tIns="34275" rIns="68575" bIns="34275" anchor="t" anchorCtr="0">
            <a:normAutofit/>
          </a:bodyPr>
          <a:lstStyle/>
          <a:p>
            <a:pPr marL="342900" lvl="0" indent="-317500" algn="l" rtl="0">
              <a:lnSpc>
                <a:spcPct val="100000"/>
              </a:lnSpc>
              <a:spcBef>
                <a:spcPts val="0"/>
              </a:spcBef>
              <a:spcAft>
                <a:spcPts val="0"/>
              </a:spcAft>
              <a:buClr>
                <a:schemeClr val="dk1"/>
              </a:buClr>
              <a:buSzPts val="1800"/>
              <a:buFont typeface="Arial"/>
              <a:buChar char="•"/>
            </a:pPr>
            <a:r>
              <a:rPr lang="en-US" dirty="0">
                <a:latin typeface="Arial"/>
              </a:rPr>
              <a:t>Transport</a:t>
            </a:r>
            <a:endParaRPr dirty="0"/>
          </a:p>
          <a:p>
            <a:pPr marL="342900" lvl="0" indent="-317500" algn="l" rtl="0">
              <a:lnSpc>
                <a:spcPct val="100000"/>
              </a:lnSpc>
              <a:spcBef>
                <a:spcPts val="800"/>
              </a:spcBef>
              <a:spcAft>
                <a:spcPts val="0"/>
              </a:spcAft>
              <a:buClr>
                <a:schemeClr val="dk1"/>
              </a:buClr>
              <a:buSzPts val="1800"/>
              <a:buFont typeface="Arial"/>
              <a:buChar char="•"/>
            </a:pPr>
            <a:r>
              <a:rPr lang="en-US" dirty="0">
                <a:latin typeface="Arial"/>
              </a:rPr>
              <a:t>Healthcare </a:t>
            </a:r>
            <a:endParaRPr dirty="0"/>
          </a:p>
          <a:p>
            <a:pPr marL="342900" lvl="0" indent="-317500" algn="l" rtl="0">
              <a:lnSpc>
                <a:spcPct val="100000"/>
              </a:lnSpc>
              <a:spcBef>
                <a:spcPts val="800"/>
              </a:spcBef>
              <a:spcAft>
                <a:spcPts val="0"/>
              </a:spcAft>
              <a:buClr>
                <a:schemeClr val="dk1"/>
              </a:buClr>
              <a:buSzPts val="1800"/>
              <a:buFont typeface="Arial"/>
              <a:buChar char="•"/>
            </a:pPr>
            <a:r>
              <a:rPr lang="en-US" dirty="0">
                <a:latin typeface="Arial"/>
              </a:rPr>
              <a:t>Education</a:t>
            </a:r>
            <a:endParaRPr dirty="0"/>
          </a:p>
          <a:p>
            <a:pPr marL="342900" lvl="0" indent="-317500" algn="l" rtl="0">
              <a:lnSpc>
                <a:spcPct val="100000"/>
              </a:lnSpc>
              <a:spcBef>
                <a:spcPts val="800"/>
              </a:spcBef>
              <a:spcAft>
                <a:spcPts val="0"/>
              </a:spcAft>
              <a:buClr>
                <a:schemeClr val="dk1"/>
              </a:buClr>
              <a:buSzPts val="1800"/>
              <a:buFont typeface="Arial"/>
              <a:buChar char="•"/>
            </a:pPr>
            <a:r>
              <a:rPr lang="en-US" dirty="0">
                <a:latin typeface="Arial"/>
              </a:rPr>
              <a:t>Agriculture</a:t>
            </a:r>
            <a:endParaRPr dirty="0"/>
          </a:p>
          <a:p>
            <a:pPr marL="342900" lvl="0" indent="-317500" algn="l" rtl="0">
              <a:lnSpc>
                <a:spcPct val="100000"/>
              </a:lnSpc>
              <a:spcBef>
                <a:spcPts val="800"/>
              </a:spcBef>
              <a:spcAft>
                <a:spcPts val="0"/>
              </a:spcAft>
              <a:buClr>
                <a:schemeClr val="dk1"/>
              </a:buClr>
              <a:buSzPts val="1800"/>
              <a:buFont typeface="Arial"/>
              <a:buChar char="•"/>
            </a:pPr>
            <a:r>
              <a:rPr lang="en-US" dirty="0">
                <a:latin typeface="Arial"/>
              </a:rPr>
              <a:t>Manufacturing</a:t>
            </a:r>
            <a:endParaRPr dirty="0"/>
          </a:p>
          <a:p>
            <a:pPr marL="342900" lvl="0" indent="-317500" algn="l" rtl="0">
              <a:lnSpc>
                <a:spcPct val="100000"/>
              </a:lnSpc>
              <a:spcBef>
                <a:spcPts val="800"/>
              </a:spcBef>
              <a:spcAft>
                <a:spcPts val="0"/>
              </a:spcAft>
              <a:buClr>
                <a:schemeClr val="dk1"/>
              </a:buClr>
              <a:buSzPts val="1800"/>
              <a:buFont typeface="Arial"/>
              <a:buChar char="•"/>
            </a:pPr>
            <a:r>
              <a:rPr lang="en-US" dirty="0">
                <a:latin typeface="Arial"/>
              </a:rPr>
              <a:t>Banking</a:t>
            </a:r>
            <a:endParaRPr dirty="0"/>
          </a:p>
          <a:p>
            <a:pPr marL="342900" lvl="0" indent="-317500" algn="l" rtl="0">
              <a:lnSpc>
                <a:spcPct val="100000"/>
              </a:lnSpc>
              <a:spcBef>
                <a:spcPts val="800"/>
              </a:spcBef>
              <a:spcAft>
                <a:spcPts val="0"/>
              </a:spcAft>
              <a:buClr>
                <a:schemeClr val="dk1"/>
              </a:buClr>
              <a:buSzPts val="1800"/>
              <a:buFont typeface="Arial"/>
              <a:buChar char="•"/>
            </a:pPr>
            <a:r>
              <a:rPr lang="en-US" dirty="0">
                <a:latin typeface="Arial"/>
              </a:rPr>
              <a:t>Sports</a:t>
            </a:r>
            <a:endParaRPr dirty="0"/>
          </a:p>
          <a:p>
            <a:pPr marL="342900" lvl="0" indent="-317500" algn="l" rtl="0">
              <a:lnSpc>
                <a:spcPct val="100000"/>
              </a:lnSpc>
              <a:spcBef>
                <a:spcPts val="800"/>
              </a:spcBef>
              <a:spcAft>
                <a:spcPts val="0"/>
              </a:spcAft>
              <a:buClr>
                <a:schemeClr val="dk1"/>
              </a:buClr>
              <a:buSzPts val="1800"/>
              <a:buFont typeface="Arial"/>
              <a:buChar char="•"/>
            </a:pPr>
            <a:r>
              <a:rPr lang="en-US" dirty="0">
                <a:latin typeface="Arial"/>
              </a:rPr>
              <a:t>Entertainment and many more...</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62"/>
          <p:cNvSpPr txBox="1">
            <a:spLocks noGrp="1"/>
          </p:cNvSpPr>
          <p:nvPr>
            <p:ph type="title"/>
          </p:nvPr>
        </p:nvSpPr>
        <p:spPr>
          <a:xfrm>
            <a:off x="323850" y="88702"/>
            <a:ext cx="7886700" cy="8349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accent1"/>
              </a:buClr>
              <a:buSzPts val="2700"/>
              <a:buFont typeface="Play"/>
              <a:buNone/>
            </a:pPr>
            <a:r>
              <a:rPr lang="en-US" sz="2400">
                <a:latin typeface="Arial"/>
                <a:ea typeface="Arial"/>
                <a:cs typeface="Arial"/>
                <a:sym typeface="Arial"/>
              </a:rPr>
              <a:t>Driving Force behind AI</a:t>
            </a:r>
            <a:endParaRPr sz="2400">
              <a:latin typeface="Arial"/>
              <a:ea typeface="Arial"/>
              <a:cs typeface="Arial"/>
              <a:sym typeface="Arial"/>
            </a:endParaRPr>
          </a:p>
        </p:txBody>
      </p:sp>
      <p:sp>
        <p:nvSpPr>
          <p:cNvPr id="666" name="Google Shape;666;p62"/>
          <p:cNvSpPr txBox="1">
            <a:spLocks noGrp="1"/>
          </p:cNvSpPr>
          <p:nvPr>
            <p:ph type="body" idx="1"/>
          </p:nvPr>
        </p:nvSpPr>
        <p:spPr>
          <a:xfrm>
            <a:off x="405300" y="923602"/>
            <a:ext cx="8333400" cy="3694200"/>
          </a:xfrm>
          <a:prstGeom prst="rect">
            <a:avLst/>
          </a:prstGeom>
          <a:noFill/>
          <a:ln>
            <a:noFill/>
          </a:ln>
        </p:spPr>
        <p:txBody>
          <a:bodyPr spcFirstLastPara="1" wrap="square" lIns="68575" tIns="34275" rIns="68575" bIns="34275" anchor="t" anchorCtr="0">
            <a:noAutofit/>
          </a:bodyPr>
          <a:lstStyle/>
          <a:p>
            <a:pPr marL="254000" lvl="0" indent="-254000" algn="l" rtl="0">
              <a:lnSpc>
                <a:spcPct val="115000"/>
              </a:lnSpc>
              <a:spcBef>
                <a:spcPts val="0"/>
              </a:spcBef>
              <a:spcAft>
                <a:spcPts val="0"/>
              </a:spcAft>
              <a:buClr>
                <a:schemeClr val="dk1"/>
              </a:buClr>
              <a:buSzPts val="1800"/>
              <a:buFont typeface="Arial"/>
              <a:buChar char="•"/>
            </a:pPr>
            <a:r>
              <a:rPr lang="en-US" dirty="0">
                <a:latin typeface="Arial"/>
              </a:rPr>
              <a:t>Potential to transform relationship between people and technology.</a:t>
            </a:r>
            <a:endParaRPr dirty="0"/>
          </a:p>
          <a:p>
            <a:pPr marL="254000" lvl="0" indent="-254000" algn="l" rtl="0">
              <a:lnSpc>
                <a:spcPct val="115000"/>
              </a:lnSpc>
              <a:spcBef>
                <a:spcPts val="800"/>
              </a:spcBef>
              <a:spcAft>
                <a:spcPts val="0"/>
              </a:spcAft>
              <a:buClr>
                <a:schemeClr val="dk1"/>
              </a:buClr>
              <a:buSzPts val="1800"/>
              <a:buFont typeface="Arial"/>
              <a:buChar char="•"/>
            </a:pPr>
            <a:r>
              <a:rPr lang="en-US" dirty="0">
                <a:latin typeface="Arial"/>
              </a:rPr>
              <a:t>Unprecedented amount of data.</a:t>
            </a:r>
            <a:endParaRPr dirty="0"/>
          </a:p>
          <a:p>
            <a:pPr marL="254000" lvl="0" indent="-254000" algn="l" rtl="0">
              <a:lnSpc>
                <a:spcPct val="115000"/>
              </a:lnSpc>
              <a:spcBef>
                <a:spcPts val="800"/>
              </a:spcBef>
              <a:spcAft>
                <a:spcPts val="0"/>
              </a:spcAft>
              <a:buClr>
                <a:schemeClr val="dk1"/>
              </a:buClr>
              <a:buSzPts val="1800"/>
              <a:buFont typeface="Arial"/>
              <a:buChar char="•"/>
            </a:pPr>
            <a:r>
              <a:rPr lang="en-US" dirty="0">
                <a:latin typeface="Arial"/>
              </a:rPr>
              <a:t>Ability to self learn and self optimize.</a:t>
            </a:r>
            <a:endParaRPr dirty="0"/>
          </a:p>
          <a:p>
            <a:pPr marL="254000" lvl="0" indent="-254000" algn="l" rtl="0">
              <a:lnSpc>
                <a:spcPct val="115000"/>
              </a:lnSpc>
              <a:spcBef>
                <a:spcPts val="800"/>
              </a:spcBef>
              <a:spcAft>
                <a:spcPts val="0"/>
              </a:spcAft>
              <a:buClr>
                <a:schemeClr val="dk1"/>
              </a:buClr>
              <a:buSzPts val="1800"/>
              <a:buFont typeface="Arial"/>
              <a:buChar char="•"/>
            </a:pPr>
            <a:r>
              <a:rPr lang="en-US" dirty="0">
                <a:latin typeface="Arial"/>
              </a:rPr>
              <a:t>Potential source of business innovation.</a:t>
            </a:r>
            <a:endParaRPr dirty="0"/>
          </a:p>
          <a:p>
            <a:pPr marL="254000" lvl="0" indent="-254000" algn="l" rtl="0">
              <a:lnSpc>
                <a:spcPct val="90000"/>
              </a:lnSpc>
              <a:spcBef>
                <a:spcPts val="800"/>
              </a:spcBef>
              <a:spcAft>
                <a:spcPts val="0"/>
              </a:spcAft>
              <a:buClr>
                <a:schemeClr val="dk1"/>
              </a:buClr>
              <a:buSzPts val="1800"/>
              <a:buFont typeface="Arial"/>
              <a:buChar char="•"/>
            </a:pPr>
            <a:r>
              <a:rPr lang="en-US" dirty="0">
                <a:latin typeface="Arial"/>
              </a:rPr>
              <a:t>Disruptive Emerging Technology</a:t>
            </a:r>
            <a:endParaRPr dirty="0"/>
          </a:p>
          <a:p>
            <a:pPr marL="596900" lvl="1" indent="-254000" algn="l" rtl="0">
              <a:lnSpc>
                <a:spcPct val="110000"/>
              </a:lnSpc>
              <a:spcBef>
                <a:spcPts val="400"/>
              </a:spcBef>
              <a:spcAft>
                <a:spcPts val="0"/>
              </a:spcAft>
              <a:buClr>
                <a:schemeClr val="dk1"/>
              </a:buClr>
              <a:buSzPts val="1600"/>
              <a:buChar char="•"/>
            </a:pPr>
            <a:r>
              <a:rPr lang="en-US" sz="1600" dirty="0">
                <a:latin typeface="Arial"/>
              </a:rPr>
              <a:t>5G</a:t>
            </a:r>
            <a:endParaRPr sz="1600" dirty="0"/>
          </a:p>
          <a:p>
            <a:pPr marL="596900" lvl="1" indent="-254000" algn="l" rtl="0">
              <a:lnSpc>
                <a:spcPct val="110000"/>
              </a:lnSpc>
              <a:spcBef>
                <a:spcPts val="400"/>
              </a:spcBef>
              <a:spcAft>
                <a:spcPts val="0"/>
              </a:spcAft>
              <a:buClr>
                <a:schemeClr val="dk1"/>
              </a:buClr>
              <a:buSzPts val="1600"/>
              <a:buChar char="•"/>
            </a:pPr>
            <a:r>
              <a:rPr lang="en-US" sz="1600" dirty="0">
                <a:latin typeface="Arial"/>
              </a:rPr>
              <a:t>Autonomous Vehicles</a:t>
            </a:r>
            <a:endParaRPr sz="1600" dirty="0"/>
          </a:p>
          <a:p>
            <a:pPr marL="596900" lvl="1" indent="-254000" algn="l" rtl="0">
              <a:lnSpc>
                <a:spcPct val="110000"/>
              </a:lnSpc>
              <a:spcBef>
                <a:spcPts val="400"/>
              </a:spcBef>
              <a:spcAft>
                <a:spcPts val="0"/>
              </a:spcAft>
              <a:buClr>
                <a:schemeClr val="dk1"/>
              </a:buClr>
              <a:buSzPts val="1600"/>
              <a:buChar char="•"/>
            </a:pPr>
            <a:r>
              <a:rPr lang="en-US" sz="1600" dirty="0">
                <a:latin typeface="Arial"/>
              </a:rPr>
              <a:t>Internet of Things</a:t>
            </a:r>
            <a:endParaRPr sz="1600" dirty="0"/>
          </a:p>
          <a:p>
            <a:pPr marL="596900" lvl="1" indent="-254000" algn="l" rtl="0">
              <a:lnSpc>
                <a:spcPct val="110000"/>
              </a:lnSpc>
              <a:spcBef>
                <a:spcPts val="400"/>
              </a:spcBef>
              <a:spcAft>
                <a:spcPts val="0"/>
              </a:spcAft>
              <a:buClr>
                <a:schemeClr val="dk1"/>
              </a:buClr>
              <a:buSzPts val="1600"/>
              <a:buChar char="•"/>
            </a:pPr>
            <a:r>
              <a:rPr lang="en-US" sz="1600" dirty="0">
                <a:latin typeface="Arial"/>
              </a:rPr>
              <a:t>Big Data</a:t>
            </a:r>
          </a:p>
          <a:p>
            <a:pPr marL="596900" lvl="1" indent="-254000" algn="l" rtl="0">
              <a:lnSpc>
                <a:spcPct val="110000"/>
              </a:lnSpc>
              <a:spcBef>
                <a:spcPts val="400"/>
              </a:spcBef>
              <a:spcAft>
                <a:spcPts val="0"/>
              </a:spcAft>
              <a:buClr>
                <a:schemeClr val="dk1"/>
              </a:buClr>
              <a:buSzPts val="1600"/>
              <a:buChar char="•"/>
            </a:pPr>
            <a:r>
              <a:rPr lang="en-US" sz="1600" dirty="0">
                <a:latin typeface="Arial"/>
              </a:rPr>
              <a:t>Advanced computing chips and processors</a:t>
            </a:r>
          </a:p>
          <a:p>
            <a:pPr marL="342900" lvl="1" indent="0" algn="l" rtl="0">
              <a:lnSpc>
                <a:spcPct val="110000"/>
              </a:lnSpc>
              <a:spcBef>
                <a:spcPts val="400"/>
              </a:spcBef>
              <a:spcAft>
                <a:spcPts val="0"/>
              </a:spcAft>
              <a:buClr>
                <a:schemeClr val="dk1"/>
              </a:buClr>
              <a:buSzPts val="1600"/>
              <a:buNone/>
            </a:pPr>
            <a:endParaRPr sz="16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5" name="Google Shape;765;p66"/>
          <p:cNvSpPr txBox="1">
            <a:spLocks noGrp="1"/>
          </p:cNvSpPr>
          <p:nvPr>
            <p:ph type="title"/>
          </p:nvPr>
        </p:nvSpPr>
        <p:spPr>
          <a:xfrm>
            <a:off x="323850" y="88702"/>
            <a:ext cx="7886700" cy="8349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accent1"/>
              </a:buClr>
              <a:buSzPts val="2700"/>
              <a:buFont typeface="Play"/>
              <a:buNone/>
            </a:pPr>
            <a:r>
              <a:rPr lang="en-US" sz="2400">
                <a:latin typeface="Arial"/>
                <a:ea typeface="Arial"/>
                <a:cs typeface="Arial"/>
                <a:sym typeface="Arial"/>
              </a:rPr>
              <a:t>Reflections</a:t>
            </a:r>
            <a:endParaRPr sz="2400">
              <a:latin typeface="Arial"/>
              <a:ea typeface="Arial"/>
              <a:cs typeface="Arial"/>
              <a:sym typeface="Arial"/>
            </a:endParaRPr>
          </a:p>
        </p:txBody>
      </p:sp>
      <p:sp>
        <p:nvSpPr>
          <p:cNvPr id="766" name="Google Shape;766;p66"/>
          <p:cNvSpPr txBox="1">
            <a:spLocks noGrp="1"/>
          </p:cNvSpPr>
          <p:nvPr>
            <p:ph type="body" idx="1"/>
          </p:nvPr>
        </p:nvSpPr>
        <p:spPr>
          <a:xfrm>
            <a:off x="726077" y="1237537"/>
            <a:ext cx="7969800" cy="3379200"/>
          </a:xfrm>
          <a:prstGeom prst="rect">
            <a:avLst/>
          </a:prstGeom>
          <a:noFill/>
          <a:ln>
            <a:noFill/>
          </a:ln>
        </p:spPr>
        <p:txBody>
          <a:bodyPr spcFirstLastPara="1" wrap="square" lIns="68575" tIns="34275" rIns="68575" bIns="34275" anchor="t" anchorCtr="0">
            <a:normAutofit/>
          </a:bodyPr>
          <a:lstStyle/>
          <a:p>
            <a:pPr marL="342900" lvl="0" indent="-342900" algn="l" rtl="0">
              <a:lnSpc>
                <a:spcPct val="150000"/>
              </a:lnSpc>
              <a:spcBef>
                <a:spcPts val="0"/>
              </a:spcBef>
              <a:spcAft>
                <a:spcPts val="0"/>
              </a:spcAft>
              <a:buClr>
                <a:schemeClr val="dk1"/>
              </a:buClr>
              <a:buSzPts val="1800"/>
              <a:buAutoNum type="arabicPeriod"/>
            </a:pPr>
            <a:r>
              <a:rPr lang="en-US" dirty="0">
                <a:latin typeface="Arial"/>
              </a:rPr>
              <a:t>Course Overview and Orientation</a:t>
            </a:r>
            <a:endParaRPr dirty="0"/>
          </a:p>
          <a:p>
            <a:pPr marL="342900" lvl="0" indent="-342900" algn="l" rtl="0">
              <a:lnSpc>
                <a:spcPct val="150000"/>
              </a:lnSpc>
              <a:spcBef>
                <a:spcPts val="800"/>
              </a:spcBef>
              <a:spcAft>
                <a:spcPts val="0"/>
              </a:spcAft>
              <a:buClr>
                <a:schemeClr val="dk1"/>
              </a:buClr>
              <a:buSzPts val="1800"/>
              <a:buAutoNum type="arabicPeriod"/>
            </a:pPr>
            <a:r>
              <a:rPr lang="en-US" dirty="0">
                <a:latin typeface="Arial"/>
              </a:rPr>
              <a:t>What is Artificial Intelligence?</a:t>
            </a:r>
            <a:endParaRPr dirty="0"/>
          </a:p>
          <a:p>
            <a:pPr marL="342900" lvl="0" indent="-342900" algn="l" rtl="0">
              <a:lnSpc>
                <a:spcPct val="150000"/>
              </a:lnSpc>
              <a:spcBef>
                <a:spcPts val="800"/>
              </a:spcBef>
              <a:spcAft>
                <a:spcPts val="0"/>
              </a:spcAft>
              <a:buClr>
                <a:schemeClr val="dk1"/>
              </a:buClr>
              <a:buSzPts val="1800"/>
              <a:buAutoNum type="arabicPeriod"/>
            </a:pPr>
            <a:r>
              <a:rPr lang="en-US" dirty="0">
                <a:latin typeface="Arial"/>
              </a:rPr>
              <a:t>What differentiates Automation from AI?</a:t>
            </a:r>
            <a:endParaRPr dirty="0"/>
          </a:p>
          <a:p>
            <a:pPr marL="342900" lvl="0" indent="-342900" algn="l" rtl="0">
              <a:lnSpc>
                <a:spcPct val="150000"/>
              </a:lnSpc>
              <a:spcBef>
                <a:spcPts val="800"/>
              </a:spcBef>
              <a:spcAft>
                <a:spcPts val="0"/>
              </a:spcAft>
              <a:buClr>
                <a:schemeClr val="dk1"/>
              </a:buClr>
              <a:buSzPts val="1800"/>
              <a:buAutoNum type="arabicPeriod"/>
            </a:pPr>
            <a:r>
              <a:rPr lang="en-US" dirty="0">
                <a:latin typeface="Arial"/>
              </a:rPr>
              <a:t>Initial AI Applications and Motivations behind developing them.</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68"/>
          <p:cNvSpPr txBox="1">
            <a:spLocks noGrp="1"/>
          </p:cNvSpPr>
          <p:nvPr>
            <p:ph type="title"/>
          </p:nvPr>
        </p:nvSpPr>
        <p:spPr>
          <a:xfrm>
            <a:off x="285750" y="166271"/>
            <a:ext cx="8229600" cy="9000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2700"/>
              <a:buNone/>
            </a:pPr>
            <a:r>
              <a:rPr lang="en-US">
                <a:latin typeface="Arial"/>
              </a:rPr>
              <a:t>Bibliography</a:t>
            </a:r>
            <a:endParaRPr/>
          </a:p>
        </p:txBody>
      </p:sp>
      <p:sp>
        <p:nvSpPr>
          <p:cNvPr id="773" name="Google Shape;773;p68"/>
          <p:cNvSpPr txBox="1">
            <a:spLocks noGrp="1"/>
          </p:cNvSpPr>
          <p:nvPr>
            <p:ph type="body" idx="2"/>
          </p:nvPr>
        </p:nvSpPr>
        <p:spPr>
          <a:xfrm>
            <a:off x="285750" y="1066137"/>
            <a:ext cx="8611500" cy="3780300"/>
          </a:xfrm>
          <a:prstGeom prst="rect">
            <a:avLst/>
          </a:prstGeom>
          <a:noFill/>
          <a:ln>
            <a:noFill/>
          </a:ln>
        </p:spPr>
        <p:txBody>
          <a:bodyPr spcFirstLastPara="1" wrap="square" lIns="68575" tIns="34275" rIns="68575" bIns="34275" anchor="t" anchorCtr="0">
            <a:normAutofit fontScale="25000" lnSpcReduction="20000"/>
          </a:bodyPr>
          <a:lstStyle/>
          <a:p>
            <a:pPr marL="342900" lvl="0" indent="-292100" algn="l" rtl="0">
              <a:lnSpc>
                <a:spcPct val="90000"/>
              </a:lnSpc>
              <a:spcBef>
                <a:spcPts val="800"/>
              </a:spcBef>
              <a:spcAft>
                <a:spcPts val="0"/>
              </a:spcAft>
              <a:buSzPct val="100000"/>
              <a:buChar char="•"/>
            </a:pPr>
            <a:r>
              <a:rPr lang="en-US" sz="7200">
                <a:latin typeface="Arial"/>
                <a:ea typeface="Arial"/>
                <a:cs typeface="Arial"/>
                <a:sym typeface="Arial"/>
              </a:rPr>
              <a:t>Amisha, P. Malik, M. Pathania, et al. Overview of artificial intelligence in medicine J Family Med Prim Care, 8 (2019), pp. 2328-2331</a:t>
            </a:r>
            <a:endParaRPr sz="7200"/>
          </a:p>
          <a:p>
            <a:pPr marL="342900" lvl="0" indent="-292100" algn="l" rtl="0">
              <a:lnSpc>
                <a:spcPct val="90000"/>
              </a:lnSpc>
              <a:spcBef>
                <a:spcPts val="800"/>
              </a:spcBef>
              <a:spcAft>
                <a:spcPts val="0"/>
              </a:spcAft>
              <a:buSzPct val="100000"/>
              <a:buChar char="•"/>
            </a:pPr>
            <a:r>
              <a:rPr lang="en-US" sz="7200">
                <a:latin typeface="Arial"/>
                <a:ea typeface="Arial"/>
                <a:cs typeface="Arial"/>
                <a:sym typeface="Arial"/>
              </a:rPr>
              <a:t>Artificial Intelligence (AI) – What it is and why it matters Retrieved from https://www.sas.com/en_us/insights/analytics/what-is-artificial-intelligence.html#history</a:t>
            </a:r>
            <a:endParaRPr sz="7200"/>
          </a:p>
          <a:p>
            <a:pPr marL="342900" lvl="0" indent="-292100" algn="l" rtl="0">
              <a:lnSpc>
                <a:spcPct val="90000"/>
              </a:lnSpc>
              <a:spcBef>
                <a:spcPts val="800"/>
              </a:spcBef>
              <a:spcAft>
                <a:spcPts val="0"/>
              </a:spcAft>
              <a:buSzPct val="100000"/>
              <a:buChar char="•"/>
            </a:pPr>
            <a:r>
              <a:rPr lang="en-US" sz="7200">
                <a:latin typeface="Arial"/>
                <a:ea typeface="Arial"/>
                <a:cs typeface="Arial"/>
                <a:sym typeface="Arial"/>
              </a:rPr>
              <a:t>Artificial Intelligence Retrieved from </a:t>
            </a:r>
            <a:r>
              <a:rPr lang="en-US" sz="7200" u="sng">
                <a:solidFill>
                  <a:schemeClr val="hlink"/>
                </a:solidFill>
                <a:latin typeface="Arial"/>
                <a:ea typeface="Arial"/>
                <a:cs typeface="Arial"/>
                <a:sym typeface="Arial"/>
                <a:hlinkClick r:id="rId3"/>
              </a:rPr>
              <a:t>https://www.accenture.com/in-en/insights/artificial-intelligence-summary-index</a:t>
            </a:r>
            <a:endParaRPr sz="7200">
              <a:latin typeface="Arial"/>
              <a:ea typeface="Arial"/>
              <a:cs typeface="Arial"/>
              <a:sym typeface="Arial"/>
            </a:endParaRPr>
          </a:p>
          <a:p>
            <a:pPr marL="342900" lvl="0" indent="-292100" algn="l" rtl="0">
              <a:lnSpc>
                <a:spcPct val="90000"/>
              </a:lnSpc>
              <a:spcBef>
                <a:spcPts val="800"/>
              </a:spcBef>
              <a:spcAft>
                <a:spcPts val="0"/>
              </a:spcAft>
              <a:buSzPct val="100000"/>
              <a:buChar char="•"/>
            </a:pPr>
            <a:r>
              <a:rPr lang="en-US" sz="7200">
                <a:latin typeface="Arial"/>
                <a:ea typeface="Arial"/>
                <a:cs typeface="Arial"/>
                <a:sym typeface="Arial"/>
              </a:rPr>
              <a:t>Artificial Intelligence (AI) – What it is and why it matters Retrieved from https://www.sas.com/en_us/insights/analytics/what-is-artificial-intelligence.html#history</a:t>
            </a:r>
            <a:endParaRPr sz="7200"/>
          </a:p>
          <a:p>
            <a:pPr marL="342900" lvl="0" indent="-292100" algn="l" rtl="0">
              <a:lnSpc>
                <a:spcPct val="90000"/>
              </a:lnSpc>
              <a:spcBef>
                <a:spcPts val="800"/>
              </a:spcBef>
              <a:spcAft>
                <a:spcPts val="0"/>
              </a:spcAft>
              <a:buSzPct val="100000"/>
              <a:buChar char="•"/>
            </a:pPr>
            <a:r>
              <a:rPr lang="en-US" sz="7200">
                <a:latin typeface="Arial"/>
                <a:ea typeface="Arial"/>
                <a:cs typeface="Arial"/>
                <a:sym typeface="Arial"/>
              </a:rPr>
              <a:t>Artificial Intelligence Retrieved from </a:t>
            </a:r>
            <a:r>
              <a:rPr lang="en-US" sz="7200" u="sng">
                <a:solidFill>
                  <a:schemeClr val="hlink"/>
                </a:solidFill>
                <a:latin typeface="Arial"/>
                <a:ea typeface="Arial"/>
                <a:cs typeface="Arial"/>
                <a:sym typeface="Arial"/>
                <a:hlinkClick r:id="rId3"/>
              </a:rPr>
              <a:t>https://www.accenture.com/in-en/insights/artificial-intelligence-summary-index</a:t>
            </a:r>
            <a:endParaRPr sz="7200"/>
          </a:p>
          <a:p>
            <a:pPr marL="342900" lvl="0" indent="-165100" algn="l" rtl="0">
              <a:lnSpc>
                <a:spcPct val="90000"/>
              </a:lnSpc>
              <a:spcBef>
                <a:spcPts val="800"/>
              </a:spcBef>
              <a:spcAft>
                <a:spcPts val="0"/>
              </a:spcAft>
              <a:buSzPct val="84444"/>
              <a:buNone/>
            </a:pPr>
            <a:endParaRPr sz="4500"/>
          </a:p>
          <a:p>
            <a:pPr marL="342900" lvl="0" indent="-165100" algn="l" rtl="0">
              <a:lnSpc>
                <a:spcPct val="90000"/>
              </a:lnSpc>
              <a:spcBef>
                <a:spcPts val="800"/>
              </a:spcBef>
              <a:spcAft>
                <a:spcPts val="0"/>
              </a:spcAft>
              <a:buSzPct val="237500"/>
              <a:buNone/>
            </a:pPr>
            <a:endParaRPr/>
          </a:p>
          <a:p>
            <a:pPr marL="342900" lvl="0" indent="-165100" algn="l" rtl="0">
              <a:lnSpc>
                <a:spcPct val="90000"/>
              </a:lnSpc>
              <a:spcBef>
                <a:spcPts val="800"/>
              </a:spcBef>
              <a:spcAft>
                <a:spcPts val="0"/>
              </a:spcAft>
              <a:buSzPct val="237500"/>
              <a:buNone/>
            </a:pPr>
            <a:endParaRPr/>
          </a:p>
          <a:p>
            <a:pPr marL="342900" lvl="0" indent="-165100" algn="l" rtl="0">
              <a:lnSpc>
                <a:spcPct val="90000"/>
              </a:lnSpc>
              <a:spcBef>
                <a:spcPts val="800"/>
              </a:spcBef>
              <a:spcAft>
                <a:spcPts val="0"/>
              </a:spcAft>
              <a:buSzPct val="237500"/>
              <a:buNone/>
            </a:pPr>
            <a:endParaR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24468E"/>
                </a:solidFill>
              </a:rPr>
              <a:t>Ethics Spotlight: Algorithmic Bias</a:t>
            </a:r>
          </a:p>
        </p:txBody>
      </p:sp>
      <p:sp>
        <p:nvSpPr>
          <p:cNvPr id="3" name="Text Placeholder 2"/>
          <p:cNvSpPr>
            <a:spLocks noGrp="1"/>
          </p:cNvSpPr>
          <p:nvPr>
            <p:ph type="body" idx="1"/>
          </p:nvPr>
        </p:nvSpPr>
        <p:spPr/>
        <p:txBody>
          <a:bodyPr wrap="square"/>
          <a:lstStyle/>
          <a:p>
            <a:pPr/>
            <a:r>
              <a:rPr sz="1600"/>
              <a:t>Algorithmic bias = systematic and unfair errors in an AI system that disadvantage particular groups</a:t>
            </a:r>
          </a:p>
          <a:p>
            <a:pPr/>
            <a:r>
              <a:rPr sz="1600"/>
              <a:t>NOT the same as a code bug or a random mistake — bias is patterned and tied to group membership</a:t>
            </a:r>
          </a:p>
          <a:p>
            <a:pPr/>
            <a:r>
              <a:rPr sz="1600"/>
              <a:t>Common causes: biased training data, biased problem framing, biased proxies for protected attributes</a:t>
            </a:r>
          </a:p>
          <a:p>
            <a:pPr/>
            <a:r>
              <a:rPr sz="1600"/>
              <a:t>Examples to watch for: hiring tools, loan approval, image recognition, healthcare risk prediction</a:t>
            </a:r>
          </a:p>
          <a:p>
            <a:pPr/>
            <a:r>
              <a:rPr sz="1600"/>
              <a:t>CLO 6 connection — recognizing bias is foundational to evaluating any AI system you encounter or build</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Intel2020">
      <a:dk1>
        <a:srgbClr val="525252"/>
      </a:dk1>
      <a:lt1>
        <a:srgbClr val="FFFFFF"/>
      </a:lt1>
      <a:dk2>
        <a:srgbClr val="004A86"/>
      </a:dk2>
      <a:lt2>
        <a:srgbClr val="FFFFFF"/>
      </a:lt2>
      <a:accent1>
        <a:srgbClr val="0068B5"/>
      </a:accent1>
      <a:accent2>
        <a:srgbClr val="00C7FD"/>
      </a:accent2>
      <a:accent3>
        <a:srgbClr val="FEC91B"/>
      </a:accent3>
      <a:accent4>
        <a:srgbClr val="E96115"/>
      </a:accent4>
      <a:accent5>
        <a:srgbClr val="8F5DA2"/>
      </a:accent5>
      <a:accent6>
        <a:srgbClr val="8BAE46"/>
      </a:accent6>
      <a:hlink>
        <a:srgbClr val="00C7FD"/>
      </a:hlink>
      <a:folHlink>
        <a:srgbClr val="0068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TotalTime>
  <Words>1428</Words>
  <Application>Microsoft Macintosh PowerPoint</Application>
  <PresentationFormat>On-screen Show (16:9)</PresentationFormat>
  <Paragraphs>186</Paragraphs>
  <Slides>26</Slides>
  <Notes>26</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Play</vt:lpstr>
      <vt:lpstr>Raleway</vt:lpstr>
      <vt:lpstr>Calibri</vt:lpstr>
      <vt:lpstr>Garamond</vt:lpstr>
      <vt:lpstr>Arial</vt:lpstr>
      <vt:lpstr>Office Theme</vt:lpstr>
      <vt:lpstr>CAI1001C AI Thinking</vt:lpstr>
      <vt:lpstr>Disclaimer</vt:lpstr>
      <vt:lpstr>Learning Objectives</vt:lpstr>
      <vt:lpstr>Course Description</vt:lpstr>
      <vt:lpstr>What is Artificial Intelligence?</vt:lpstr>
      <vt:lpstr>What is Artificial Intelligence?</vt:lpstr>
      <vt:lpstr>Why Artificial Intelligence?</vt:lpstr>
      <vt:lpstr>History and Evolution of AI</vt:lpstr>
      <vt:lpstr>John McCarthy: the Father of AI </vt:lpstr>
      <vt:lpstr>Alan Turing</vt:lpstr>
      <vt:lpstr>PowerPoint Presentation</vt:lpstr>
      <vt:lpstr>Neural Network: 1950-1970</vt:lpstr>
      <vt:lpstr>Machine Learning: 1980-2010</vt:lpstr>
      <vt:lpstr>Deep Learning: </vt:lpstr>
      <vt:lpstr>Now that we have seen how AI has evolved with time.  Let’s understand how it affects our daily life. </vt:lpstr>
      <vt:lpstr>What differentiates Automation from AI?</vt:lpstr>
      <vt:lpstr>Artificial Narrow Intelligence &amp; Artificial General Intelligence </vt:lpstr>
      <vt:lpstr>Artificial Narrow Intelligence &amp; Artificial General Intelligence </vt:lpstr>
      <vt:lpstr>How AI differs from not AI?</vt:lpstr>
      <vt:lpstr>What is Automation?</vt:lpstr>
      <vt:lpstr>How Automation differs from AI?</vt:lpstr>
      <vt:lpstr>AI Applications and its Drivers</vt:lpstr>
      <vt:lpstr>AI Applications</vt:lpstr>
      <vt:lpstr>Driving Force behind AI</vt:lpstr>
      <vt:lpstr>Reflections</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CAI1001C AI Thinking</dc:title>
  <dc:creator>Killeen, Kristine</dc:creator>
  <cp:lastModifiedBy>Philip Colodetti</cp:lastModifiedBy>
  <cp:revision>5</cp:revision>
  <dcterms:created xsi:type="dcterms:W3CDTF">2020-10-09T19:32:43Z</dcterms:created>
  <dcterms:modified xsi:type="dcterms:W3CDTF">2026-02-05T04:10:33Z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0x01010076C398A1A6FFF14D843D4EA415B3B6F1</vt:lpwstr>
  </property>
</Properties>
</file>